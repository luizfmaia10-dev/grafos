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5" r:id="rId3"/>
    <p:sldMasterId id="2147483657" r:id="rId4"/>
    <p:sldMasterId id="2147483670" r:id="rId5"/>
    <p:sldMasterId id="2147483659" r:id="rId6"/>
    <p:sldMasterId id="2147483661" r:id="rId7"/>
    <p:sldMasterId id="2147483663" r:id="rId8"/>
    <p:sldMasterId id="2147483665" r:id="rId9"/>
    <p:sldMasterId id="2147483667" r:id="rId10"/>
  </p:sldMasterIdLst>
  <p:notesMasterIdLst>
    <p:notesMasterId r:id="rId87"/>
  </p:notesMasterIdLst>
  <p:handoutMasterIdLst>
    <p:handoutMasterId r:id="rId88"/>
  </p:handoutMasterIdLst>
  <p:sldIdLst>
    <p:sldId id="256" r:id="rId11"/>
    <p:sldId id="272" r:id="rId12"/>
    <p:sldId id="275" r:id="rId13"/>
    <p:sldId id="279" r:id="rId14"/>
    <p:sldId id="280" r:id="rId15"/>
    <p:sldId id="281" r:id="rId16"/>
    <p:sldId id="282" r:id="rId17"/>
    <p:sldId id="277" r:id="rId18"/>
    <p:sldId id="273" r:id="rId19"/>
    <p:sldId id="283" r:id="rId20"/>
    <p:sldId id="287" r:id="rId21"/>
    <p:sldId id="284" r:id="rId22"/>
    <p:sldId id="288" r:id="rId23"/>
    <p:sldId id="285" r:id="rId24"/>
    <p:sldId id="289" r:id="rId25"/>
    <p:sldId id="286" r:id="rId26"/>
    <p:sldId id="290" r:id="rId27"/>
    <p:sldId id="291" r:id="rId28"/>
    <p:sldId id="276" r:id="rId29"/>
    <p:sldId id="294" r:id="rId30"/>
    <p:sldId id="295" r:id="rId31"/>
    <p:sldId id="296" r:id="rId32"/>
    <p:sldId id="297" r:id="rId33"/>
    <p:sldId id="397" r:id="rId34"/>
    <p:sldId id="398" r:id="rId35"/>
    <p:sldId id="399" r:id="rId36"/>
    <p:sldId id="402" r:id="rId37"/>
    <p:sldId id="403" r:id="rId38"/>
    <p:sldId id="401" r:id="rId39"/>
    <p:sldId id="404" r:id="rId40"/>
    <p:sldId id="405" r:id="rId41"/>
    <p:sldId id="406" r:id="rId42"/>
    <p:sldId id="407" r:id="rId43"/>
    <p:sldId id="408" r:id="rId44"/>
    <p:sldId id="409" r:id="rId45"/>
    <p:sldId id="410" r:id="rId46"/>
    <p:sldId id="411" r:id="rId47"/>
    <p:sldId id="412" r:id="rId48"/>
    <p:sldId id="413" r:id="rId49"/>
    <p:sldId id="414" r:id="rId50"/>
    <p:sldId id="415" r:id="rId51"/>
    <p:sldId id="416" r:id="rId52"/>
    <p:sldId id="417" r:id="rId53"/>
    <p:sldId id="418" r:id="rId54"/>
    <p:sldId id="419" r:id="rId55"/>
    <p:sldId id="420" r:id="rId56"/>
    <p:sldId id="421" r:id="rId57"/>
    <p:sldId id="422" r:id="rId58"/>
    <p:sldId id="423" r:id="rId59"/>
    <p:sldId id="424" r:id="rId60"/>
    <p:sldId id="425" r:id="rId61"/>
    <p:sldId id="427" r:id="rId62"/>
    <p:sldId id="426" r:id="rId63"/>
    <p:sldId id="428" r:id="rId64"/>
    <p:sldId id="429" r:id="rId65"/>
    <p:sldId id="430" r:id="rId66"/>
    <p:sldId id="431" r:id="rId67"/>
    <p:sldId id="432" r:id="rId68"/>
    <p:sldId id="433" r:id="rId69"/>
    <p:sldId id="434" r:id="rId70"/>
    <p:sldId id="435" r:id="rId71"/>
    <p:sldId id="436" r:id="rId72"/>
    <p:sldId id="437" r:id="rId73"/>
    <p:sldId id="438" r:id="rId74"/>
    <p:sldId id="439" r:id="rId75"/>
    <p:sldId id="440" r:id="rId76"/>
    <p:sldId id="441" r:id="rId77"/>
    <p:sldId id="442" r:id="rId78"/>
    <p:sldId id="443" r:id="rId79"/>
    <p:sldId id="444" r:id="rId80"/>
    <p:sldId id="445" r:id="rId81"/>
    <p:sldId id="446" r:id="rId82"/>
    <p:sldId id="447" r:id="rId83"/>
    <p:sldId id="448" r:id="rId84"/>
    <p:sldId id="270" r:id="rId85"/>
    <p:sldId id="400" r:id="rId86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789A"/>
    <a:srgbClr val="CC00FF"/>
    <a:srgbClr val="FF66FF"/>
    <a:srgbClr val="9900CC"/>
    <a:srgbClr val="474748"/>
    <a:srgbClr val="996600"/>
    <a:srgbClr val="17B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8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84" Type="http://schemas.openxmlformats.org/officeDocument/2006/relationships/slide" Target="slides/slide74.xml"/><Relationship Id="rId89" Type="http://schemas.openxmlformats.org/officeDocument/2006/relationships/presProps" Target="presProps.xml"/><Relationship Id="rId16" Type="http://schemas.openxmlformats.org/officeDocument/2006/relationships/slide" Target="slides/slide6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74" Type="http://schemas.openxmlformats.org/officeDocument/2006/relationships/slide" Target="slides/slide64.xml"/><Relationship Id="rId79" Type="http://schemas.openxmlformats.org/officeDocument/2006/relationships/slide" Target="slides/slide69.xml"/><Relationship Id="rId5" Type="http://schemas.openxmlformats.org/officeDocument/2006/relationships/slideMaster" Target="slideMasters/slideMaster5.xml"/><Relationship Id="rId90" Type="http://schemas.openxmlformats.org/officeDocument/2006/relationships/viewProps" Target="viewProps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77" Type="http://schemas.openxmlformats.org/officeDocument/2006/relationships/slide" Target="slides/slide67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80" Type="http://schemas.openxmlformats.org/officeDocument/2006/relationships/slide" Target="slides/slide70.xml"/><Relationship Id="rId85" Type="http://schemas.openxmlformats.org/officeDocument/2006/relationships/slide" Target="slides/slide7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slide" Target="slides/slide60.xml"/><Relationship Id="rId75" Type="http://schemas.openxmlformats.org/officeDocument/2006/relationships/slide" Target="slides/slide65.xml"/><Relationship Id="rId83" Type="http://schemas.openxmlformats.org/officeDocument/2006/relationships/slide" Target="slides/slide73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slide" Target="slides/slide63.xml"/><Relationship Id="rId78" Type="http://schemas.openxmlformats.org/officeDocument/2006/relationships/slide" Target="slides/slide68.xml"/><Relationship Id="rId81" Type="http://schemas.openxmlformats.org/officeDocument/2006/relationships/slide" Target="slides/slide71.xml"/><Relationship Id="rId86" Type="http://schemas.openxmlformats.org/officeDocument/2006/relationships/slide" Target="slides/slide7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slide" Target="slides/slide66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1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slide" Target="slides/slide56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1.xml"/><Relationship Id="rId82" Type="http://schemas.openxmlformats.org/officeDocument/2006/relationships/slide" Target="slides/slide72.xml"/><Relationship Id="rId19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6A30C-50D2-4409-8C57-B758E4448AF7}" type="datetimeFigureOut">
              <a:rPr lang="pt-BR" smtClean="0"/>
              <a:t>12/09/2022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4CFC7-C996-4863-90E8-DB58BF822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348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CBAFB-72C8-4421-82CF-2C64DCD5A75B}" type="datetimeFigureOut">
              <a:rPr lang="pt-BR" smtClean="0"/>
              <a:t>12/09/2022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F4808-22E8-406A-932F-9218A9615E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12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933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87624" y="1589798"/>
            <a:ext cx="7056784" cy="1261963"/>
          </a:xfrm>
          <a:prstGeom prst="rect">
            <a:avLst/>
          </a:prstGeom>
        </p:spPr>
        <p:txBody>
          <a:bodyPr anchor="ctr"/>
          <a:lstStyle>
            <a:lvl1pPr algn="l">
              <a:defRPr sz="5600" b="1" baseline="0">
                <a:solidFill>
                  <a:srgbClr val="474748"/>
                </a:solidFill>
              </a:defRPr>
            </a:lvl1pPr>
          </a:lstStyle>
          <a:p>
            <a:r>
              <a:rPr lang="pt-BR" dirty="0"/>
              <a:t>Título da Aula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87624" y="2908593"/>
            <a:ext cx="7056784" cy="56630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6891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707319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0" y="2131862"/>
            <a:ext cx="9144000" cy="857250"/>
          </a:xfrm>
          <a:prstGeom prst="rect">
            <a:avLst/>
          </a:prstGeom>
        </p:spPr>
        <p:txBody>
          <a:bodyPr anchor="ctr"/>
          <a:lstStyle>
            <a:lvl1pPr algn="ctr">
              <a:defRPr sz="4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Subtítulo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02834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89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132371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401533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3946" y="93385"/>
            <a:ext cx="8506526" cy="750173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38502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8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80512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Slide Com Imagem (Foto)</a:t>
            </a:r>
          </a:p>
        </p:txBody>
      </p:sp>
    </p:spTree>
    <p:extLst>
      <p:ext uri="{BB962C8B-B14F-4D97-AF65-F5344CB8AC3E}">
        <p14:creationId xmlns:p14="http://schemas.microsoft.com/office/powerpoint/2010/main" val="391671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44000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Tabela</a:t>
            </a:r>
          </a:p>
        </p:txBody>
      </p:sp>
    </p:spTree>
    <p:extLst>
      <p:ext uri="{BB962C8B-B14F-4D97-AF65-F5344CB8AC3E}">
        <p14:creationId xmlns:p14="http://schemas.microsoft.com/office/powerpoint/2010/main" val="13758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21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738" y="1586205"/>
            <a:ext cx="7464491" cy="1309396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753" y="2796988"/>
            <a:ext cx="7467600" cy="80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8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72653"/>
            <a:ext cx="9144000" cy="161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7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6463" y="176462"/>
            <a:ext cx="8799096" cy="440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1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0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4812632" cy="360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764505" cy="474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1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9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4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061411" cy="51435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088469" y="-4496"/>
            <a:ext cx="20614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8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37846" y="1589798"/>
            <a:ext cx="7306562" cy="1261963"/>
          </a:xfrm>
        </p:spPr>
        <p:txBody>
          <a:bodyPr/>
          <a:lstStyle/>
          <a:p>
            <a:r>
              <a:rPr lang="pt-BR" sz="4400" dirty="0"/>
              <a:t>Grafos Hamiltonianos e </a:t>
            </a:r>
            <a:br>
              <a:rPr lang="pt-BR" sz="4400" dirty="0"/>
            </a:br>
            <a:r>
              <a:rPr lang="pt-BR" sz="4400" dirty="0"/>
              <a:t>Grafos </a:t>
            </a:r>
            <a:r>
              <a:rPr lang="pt-BR" sz="4400" dirty="0" err="1"/>
              <a:t>Eulerianos</a:t>
            </a:r>
            <a:endParaRPr lang="pt-BR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Leonardo Vilela Cardoso</a:t>
            </a:r>
          </a:p>
        </p:txBody>
      </p:sp>
    </p:spTree>
    <p:extLst>
      <p:ext uri="{BB962C8B-B14F-4D97-AF65-F5344CB8AC3E}">
        <p14:creationId xmlns:p14="http://schemas.microsoft.com/office/powerpoint/2010/main" val="29897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caminho hamiltoniano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um caminho que passa por cada vértice de um grafo exatamente uma vez.</a:t>
            </a:r>
          </a:p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ciclo hamiltoniano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um caminho hamiltoniano que retorna ao vértice inicial (isto é, um caminho fechado).</a:t>
            </a:r>
          </a:p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grafo </a:t>
            </a:r>
            <a:r>
              <a:rPr lang="pt-BR" sz="2000" dirty="0"/>
              <a:t>é dito </a:t>
            </a:r>
            <a:r>
              <a:rPr lang="pt-BR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hamiltoniano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possuir um </a:t>
            </a:r>
            <a:r>
              <a:rPr lang="pt-BR" sz="2000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ciclo hamiltoniano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grafo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dito </a:t>
            </a:r>
            <a:r>
              <a:rPr lang="pt-BR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semi-hamiltoniano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possuir um </a:t>
            </a:r>
            <a:r>
              <a:rPr lang="pt-BR" sz="2000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caminho hamiltoniano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Logo, um grafo hamiltoniano é também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semi-hamiltoniano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70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Exemplo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727864" y="203141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574331" y="134764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568348" y="202604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574331" y="270443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BF79C61-869B-4345-B5DB-A7AFBF039BA0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1043174" y="2171086"/>
            <a:ext cx="525174" cy="537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885519" y="1492691"/>
            <a:ext cx="688812" cy="53872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1726003" y="2316129"/>
            <a:ext cx="5983" cy="38830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889641" y="1492691"/>
            <a:ext cx="676846" cy="53466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08832" y="202735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stCxn id="7" idx="6"/>
            <a:endCxn id="15" idx="2"/>
          </p:cNvCxnSpPr>
          <p:nvPr/>
        </p:nvCxnSpPr>
        <p:spPr>
          <a:xfrm>
            <a:off x="1883658" y="2171086"/>
            <a:ext cx="525174" cy="130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6"/>
            <a:endCxn id="15" idx="4"/>
          </p:cNvCxnSpPr>
          <p:nvPr/>
        </p:nvCxnSpPr>
        <p:spPr>
          <a:xfrm flipV="1">
            <a:off x="1889641" y="2317438"/>
            <a:ext cx="676846" cy="53204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2"/>
            <a:endCxn id="4" idx="4"/>
          </p:cNvCxnSpPr>
          <p:nvPr/>
        </p:nvCxnSpPr>
        <p:spPr>
          <a:xfrm flipH="1" flipV="1">
            <a:off x="885519" y="2321504"/>
            <a:ext cx="688812" cy="52797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17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Exemplo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727864" y="203141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574331" y="134764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568348" y="202604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574331" y="270443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BF79C61-869B-4345-B5DB-A7AFBF039BA0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1043174" y="2171086"/>
            <a:ext cx="525174" cy="537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885519" y="1492691"/>
            <a:ext cx="688812" cy="53872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1726003" y="2316129"/>
            <a:ext cx="5983" cy="388309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889641" y="1492691"/>
            <a:ext cx="676846" cy="53466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08832" y="202735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stCxn id="7" idx="6"/>
            <a:endCxn id="15" idx="2"/>
          </p:cNvCxnSpPr>
          <p:nvPr/>
        </p:nvCxnSpPr>
        <p:spPr>
          <a:xfrm>
            <a:off x="1883658" y="2171086"/>
            <a:ext cx="525174" cy="130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6"/>
            <a:endCxn id="15" idx="4"/>
          </p:cNvCxnSpPr>
          <p:nvPr/>
        </p:nvCxnSpPr>
        <p:spPr>
          <a:xfrm flipV="1">
            <a:off x="1889641" y="2317438"/>
            <a:ext cx="676846" cy="53204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2"/>
            <a:endCxn id="4" idx="4"/>
          </p:cNvCxnSpPr>
          <p:nvPr/>
        </p:nvCxnSpPr>
        <p:spPr>
          <a:xfrm flipH="1" flipV="1">
            <a:off x="885519" y="2321504"/>
            <a:ext cx="688812" cy="52797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E6C4B2EE-A72B-4E0E-B004-6AE573755785}"/>
              </a:ext>
            </a:extLst>
          </p:cNvPr>
          <p:cNvSpPr txBox="1"/>
          <p:nvPr/>
        </p:nvSpPr>
        <p:spPr>
          <a:xfrm>
            <a:off x="1028127" y="3127633"/>
            <a:ext cx="1402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Hamitoniano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043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Exemplo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727864" y="203141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574331" y="134764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568348" y="202604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574331" y="270443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BF79C61-869B-4345-B5DB-A7AFBF039BA0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1043174" y="2171086"/>
            <a:ext cx="525174" cy="537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885519" y="1492691"/>
            <a:ext cx="688812" cy="53872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1726003" y="2316129"/>
            <a:ext cx="5983" cy="388309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889641" y="1492691"/>
            <a:ext cx="676846" cy="53466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08832" y="202735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stCxn id="7" idx="6"/>
            <a:endCxn id="15" idx="2"/>
          </p:cNvCxnSpPr>
          <p:nvPr/>
        </p:nvCxnSpPr>
        <p:spPr>
          <a:xfrm>
            <a:off x="1883658" y="2171086"/>
            <a:ext cx="525174" cy="130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6"/>
            <a:endCxn id="15" idx="4"/>
          </p:cNvCxnSpPr>
          <p:nvPr/>
        </p:nvCxnSpPr>
        <p:spPr>
          <a:xfrm flipV="1">
            <a:off x="1889641" y="2317438"/>
            <a:ext cx="676846" cy="53204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2"/>
            <a:endCxn id="4" idx="4"/>
          </p:cNvCxnSpPr>
          <p:nvPr/>
        </p:nvCxnSpPr>
        <p:spPr>
          <a:xfrm flipH="1" flipV="1">
            <a:off x="885519" y="2321504"/>
            <a:ext cx="688812" cy="52797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E6C4B2EE-A72B-4E0E-B004-6AE573755785}"/>
              </a:ext>
            </a:extLst>
          </p:cNvPr>
          <p:cNvSpPr txBox="1"/>
          <p:nvPr/>
        </p:nvSpPr>
        <p:spPr>
          <a:xfrm>
            <a:off x="1028127" y="3127633"/>
            <a:ext cx="1402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Hamitoniano</a:t>
            </a:r>
            <a:endParaRPr lang="pt-BR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1BDA130-F0AE-430F-971D-3E855726CCD8}"/>
              </a:ext>
            </a:extLst>
          </p:cNvPr>
          <p:cNvSpPr/>
          <p:nvPr/>
        </p:nvSpPr>
        <p:spPr>
          <a:xfrm>
            <a:off x="3499106" y="331767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2C35596-4D12-4B94-A740-235AFB8C3655}"/>
              </a:ext>
            </a:extLst>
          </p:cNvPr>
          <p:cNvSpPr/>
          <p:nvPr/>
        </p:nvSpPr>
        <p:spPr>
          <a:xfrm>
            <a:off x="4345573" y="26339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FE918B45-751B-4103-82C7-E03935345A42}"/>
              </a:ext>
            </a:extLst>
          </p:cNvPr>
          <p:cNvSpPr/>
          <p:nvPr/>
        </p:nvSpPr>
        <p:spPr>
          <a:xfrm>
            <a:off x="4339590" y="331229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493B324-844A-40B8-9ACD-B46BA65207CF}"/>
              </a:ext>
            </a:extLst>
          </p:cNvPr>
          <p:cNvSpPr/>
          <p:nvPr/>
        </p:nvSpPr>
        <p:spPr>
          <a:xfrm>
            <a:off x="4345573" y="399069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D556413-B560-42F0-B2B8-925F39456D1D}"/>
              </a:ext>
            </a:extLst>
          </p:cNvPr>
          <p:cNvCxnSpPr>
            <a:stCxn id="18" idx="6"/>
            <a:endCxn id="20" idx="2"/>
          </p:cNvCxnSpPr>
          <p:nvPr/>
        </p:nvCxnSpPr>
        <p:spPr>
          <a:xfrm flipV="1">
            <a:off x="3814416" y="3457342"/>
            <a:ext cx="525174" cy="537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70EC6477-0230-4592-AF8D-EADFE61295BF}"/>
              </a:ext>
            </a:extLst>
          </p:cNvPr>
          <p:cNvCxnSpPr>
            <a:cxnSpLocks/>
            <a:stCxn id="18" idx="0"/>
            <a:endCxn id="19" idx="2"/>
          </p:cNvCxnSpPr>
          <p:nvPr/>
        </p:nvCxnSpPr>
        <p:spPr>
          <a:xfrm flipV="1">
            <a:off x="3656761" y="2778947"/>
            <a:ext cx="688812" cy="53872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EBB3393-6467-4D1D-82E4-2247A0F5571E}"/>
              </a:ext>
            </a:extLst>
          </p:cNvPr>
          <p:cNvSpPr txBox="1"/>
          <p:nvPr/>
        </p:nvSpPr>
        <p:spPr>
          <a:xfrm>
            <a:off x="3307387" y="2686586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AAD635F-C7E9-457F-884A-E91F7433BEB6}"/>
              </a:ext>
            </a:extLst>
          </p:cNvPr>
          <p:cNvCxnSpPr>
            <a:cxnSpLocks/>
            <a:stCxn id="19" idx="6"/>
            <a:endCxn id="26" idx="0"/>
          </p:cNvCxnSpPr>
          <p:nvPr/>
        </p:nvCxnSpPr>
        <p:spPr>
          <a:xfrm>
            <a:off x="4660883" y="2778947"/>
            <a:ext cx="676846" cy="53466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B76FFBB7-A247-4214-9D9B-A4F5CE80B1B9}"/>
              </a:ext>
            </a:extLst>
          </p:cNvPr>
          <p:cNvSpPr/>
          <p:nvPr/>
        </p:nvSpPr>
        <p:spPr>
          <a:xfrm>
            <a:off x="5180074" y="33136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FAFF962A-072C-436D-88E7-55A6E0F814F3}"/>
              </a:ext>
            </a:extLst>
          </p:cNvPr>
          <p:cNvCxnSpPr>
            <a:stCxn id="20" idx="6"/>
            <a:endCxn id="26" idx="2"/>
          </p:cNvCxnSpPr>
          <p:nvPr/>
        </p:nvCxnSpPr>
        <p:spPr>
          <a:xfrm>
            <a:off x="4654900" y="3457342"/>
            <a:ext cx="525174" cy="130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64E049E-68CF-4100-8F2C-411D5D78C380}"/>
              </a:ext>
            </a:extLst>
          </p:cNvPr>
          <p:cNvCxnSpPr>
            <a:cxnSpLocks/>
            <a:stCxn id="21" idx="6"/>
            <a:endCxn id="26" idx="4"/>
          </p:cNvCxnSpPr>
          <p:nvPr/>
        </p:nvCxnSpPr>
        <p:spPr>
          <a:xfrm flipV="1">
            <a:off x="4660883" y="3603694"/>
            <a:ext cx="676846" cy="53204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5020A6BB-800B-4E44-83A1-86AD76729E2D}"/>
              </a:ext>
            </a:extLst>
          </p:cNvPr>
          <p:cNvCxnSpPr>
            <a:cxnSpLocks/>
            <a:stCxn id="21" idx="2"/>
            <a:endCxn id="18" idx="4"/>
          </p:cNvCxnSpPr>
          <p:nvPr/>
        </p:nvCxnSpPr>
        <p:spPr>
          <a:xfrm flipH="1" flipV="1">
            <a:off x="3656761" y="3607760"/>
            <a:ext cx="688812" cy="52797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15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Exemplo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727864" y="203141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574331" y="134764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568348" y="202604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574331" y="270443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BF79C61-869B-4345-B5DB-A7AFBF039BA0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1043174" y="2171086"/>
            <a:ext cx="525174" cy="537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885519" y="1492691"/>
            <a:ext cx="688812" cy="53872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1726003" y="2316129"/>
            <a:ext cx="5983" cy="388309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889641" y="1492691"/>
            <a:ext cx="676846" cy="53466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08832" y="202735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stCxn id="7" idx="6"/>
            <a:endCxn id="15" idx="2"/>
          </p:cNvCxnSpPr>
          <p:nvPr/>
        </p:nvCxnSpPr>
        <p:spPr>
          <a:xfrm>
            <a:off x="1883658" y="2171086"/>
            <a:ext cx="525174" cy="130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6"/>
            <a:endCxn id="15" idx="4"/>
          </p:cNvCxnSpPr>
          <p:nvPr/>
        </p:nvCxnSpPr>
        <p:spPr>
          <a:xfrm flipV="1">
            <a:off x="1889641" y="2317438"/>
            <a:ext cx="676846" cy="53204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2"/>
            <a:endCxn id="4" idx="4"/>
          </p:cNvCxnSpPr>
          <p:nvPr/>
        </p:nvCxnSpPr>
        <p:spPr>
          <a:xfrm flipH="1" flipV="1">
            <a:off x="885519" y="2321504"/>
            <a:ext cx="688812" cy="52797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Elipse 80">
            <a:extLst>
              <a:ext uri="{FF2B5EF4-FFF2-40B4-BE49-F238E27FC236}">
                <a16:creationId xmlns:a16="http://schemas.microsoft.com/office/drawing/2014/main" id="{4D7A4A4A-FC1A-4C4D-B2D5-A0EA286D5309}"/>
              </a:ext>
            </a:extLst>
          </p:cNvPr>
          <p:cNvSpPr/>
          <p:nvPr/>
        </p:nvSpPr>
        <p:spPr>
          <a:xfrm>
            <a:off x="3499106" y="331767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2F079C13-EE82-4A9F-9359-B3BA100C1F3A}"/>
              </a:ext>
            </a:extLst>
          </p:cNvPr>
          <p:cNvSpPr/>
          <p:nvPr/>
        </p:nvSpPr>
        <p:spPr>
          <a:xfrm>
            <a:off x="4345573" y="26339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41268DFF-E192-4FEB-AF24-6A74B5848977}"/>
              </a:ext>
            </a:extLst>
          </p:cNvPr>
          <p:cNvSpPr/>
          <p:nvPr/>
        </p:nvSpPr>
        <p:spPr>
          <a:xfrm>
            <a:off x="4339590" y="331229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04D0C74A-1875-4D18-8CF8-E2A701EF377C}"/>
              </a:ext>
            </a:extLst>
          </p:cNvPr>
          <p:cNvSpPr/>
          <p:nvPr/>
        </p:nvSpPr>
        <p:spPr>
          <a:xfrm>
            <a:off x="4345573" y="399069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85" name="Conector reto 84">
            <a:extLst>
              <a:ext uri="{FF2B5EF4-FFF2-40B4-BE49-F238E27FC236}">
                <a16:creationId xmlns:a16="http://schemas.microsoft.com/office/drawing/2014/main" id="{9E1E8B53-C9DE-4B6F-BD52-3712E01F8E75}"/>
              </a:ext>
            </a:extLst>
          </p:cNvPr>
          <p:cNvCxnSpPr>
            <a:stCxn id="81" idx="6"/>
            <a:endCxn id="83" idx="2"/>
          </p:cNvCxnSpPr>
          <p:nvPr/>
        </p:nvCxnSpPr>
        <p:spPr>
          <a:xfrm flipV="1">
            <a:off x="3814416" y="3457342"/>
            <a:ext cx="525174" cy="537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9E144D81-B91E-4618-B29D-828E61CF1F34}"/>
              </a:ext>
            </a:extLst>
          </p:cNvPr>
          <p:cNvCxnSpPr>
            <a:cxnSpLocks/>
            <a:stCxn id="81" idx="0"/>
            <a:endCxn id="82" idx="2"/>
          </p:cNvCxnSpPr>
          <p:nvPr/>
        </p:nvCxnSpPr>
        <p:spPr>
          <a:xfrm flipV="1">
            <a:off x="3656761" y="2778947"/>
            <a:ext cx="688812" cy="53872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40FCA2AA-3F3F-4B63-B04B-524E49810D74}"/>
              </a:ext>
            </a:extLst>
          </p:cNvPr>
          <p:cNvSpPr txBox="1"/>
          <p:nvPr/>
        </p:nvSpPr>
        <p:spPr>
          <a:xfrm>
            <a:off x="3307387" y="2686586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69264126-CE77-4A76-B223-6BA997B8F70A}"/>
              </a:ext>
            </a:extLst>
          </p:cNvPr>
          <p:cNvCxnSpPr>
            <a:cxnSpLocks/>
            <a:stCxn id="82" idx="6"/>
            <a:endCxn id="90" idx="0"/>
          </p:cNvCxnSpPr>
          <p:nvPr/>
        </p:nvCxnSpPr>
        <p:spPr>
          <a:xfrm>
            <a:off x="4660883" y="2778947"/>
            <a:ext cx="676846" cy="53466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Elipse 89">
            <a:extLst>
              <a:ext uri="{FF2B5EF4-FFF2-40B4-BE49-F238E27FC236}">
                <a16:creationId xmlns:a16="http://schemas.microsoft.com/office/drawing/2014/main" id="{25D25926-1240-4516-82ED-E7531AA1F76D}"/>
              </a:ext>
            </a:extLst>
          </p:cNvPr>
          <p:cNvSpPr/>
          <p:nvPr/>
        </p:nvSpPr>
        <p:spPr>
          <a:xfrm>
            <a:off x="5180074" y="33136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91" name="Conector reto 90">
            <a:extLst>
              <a:ext uri="{FF2B5EF4-FFF2-40B4-BE49-F238E27FC236}">
                <a16:creationId xmlns:a16="http://schemas.microsoft.com/office/drawing/2014/main" id="{FFEE653E-019A-498C-A738-EF04E4ABCD5B}"/>
              </a:ext>
            </a:extLst>
          </p:cNvPr>
          <p:cNvCxnSpPr>
            <a:stCxn id="83" idx="6"/>
            <a:endCxn id="90" idx="2"/>
          </p:cNvCxnSpPr>
          <p:nvPr/>
        </p:nvCxnSpPr>
        <p:spPr>
          <a:xfrm>
            <a:off x="4654900" y="3457342"/>
            <a:ext cx="525174" cy="1309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1CB00699-4113-4F66-B861-094F1D43CDAE}"/>
              </a:ext>
            </a:extLst>
          </p:cNvPr>
          <p:cNvCxnSpPr>
            <a:cxnSpLocks/>
            <a:stCxn id="84" idx="6"/>
            <a:endCxn id="90" idx="4"/>
          </p:cNvCxnSpPr>
          <p:nvPr/>
        </p:nvCxnSpPr>
        <p:spPr>
          <a:xfrm flipV="1">
            <a:off x="4660883" y="3603694"/>
            <a:ext cx="676846" cy="53204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E2D8FC51-6729-40DC-8FE8-DCF351B394C0}"/>
              </a:ext>
            </a:extLst>
          </p:cNvPr>
          <p:cNvCxnSpPr>
            <a:cxnSpLocks/>
            <a:stCxn id="84" idx="2"/>
            <a:endCxn id="81" idx="4"/>
          </p:cNvCxnSpPr>
          <p:nvPr/>
        </p:nvCxnSpPr>
        <p:spPr>
          <a:xfrm flipH="1" flipV="1">
            <a:off x="3656761" y="3607760"/>
            <a:ext cx="688812" cy="52797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E6C4B2EE-A72B-4E0E-B004-6AE573755785}"/>
              </a:ext>
            </a:extLst>
          </p:cNvPr>
          <p:cNvSpPr txBox="1"/>
          <p:nvPr/>
        </p:nvSpPr>
        <p:spPr>
          <a:xfrm>
            <a:off x="1028127" y="3127633"/>
            <a:ext cx="1402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Hamitoniano</a:t>
            </a:r>
            <a:endParaRPr lang="pt-BR" dirty="0"/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B343714D-7FA5-4E8F-997A-A249BA37F349}"/>
              </a:ext>
            </a:extLst>
          </p:cNvPr>
          <p:cNvSpPr txBox="1"/>
          <p:nvPr/>
        </p:nvSpPr>
        <p:spPr>
          <a:xfrm>
            <a:off x="3529811" y="2141999"/>
            <a:ext cx="1931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err="1"/>
              <a:t>Semi-hamitoniano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818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Exemplo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727864" y="203141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574331" y="134764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568348" y="202604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574331" y="270443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BF79C61-869B-4345-B5DB-A7AFBF039BA0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1043174" y="2171086"/>
            <a:ext cx="525174" cy="537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885519" y="1492691"/>
            <a:ext cx="688812" cy="53872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1726003" y="2316129"/>
            <a:ext cx="5983" cy="388309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889641" y="1492691"/>
            <a:ext cx="676846" cy="53466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08832" y="202735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stCxn id="7" idx="6"/>
            <a:endCxn id="15" idx="2"/>
          </p:cNvCxnSpPr>
          <p:nvPr/>
        </p:nvCxnSpPr>
        <p:spPr>
          <a:xfrm>
            <a:off x="1883658" y="2171086"/>
            <a:ext cx="525174" cy="130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6"/>
            <a:endCxn id="15" idx="4"/>
          </p:cNvCxnSpPr>
          <p:nvPr/>
        </p:nvCxnSpPr>
        <p:spPr>
          <a:xfrm flipV="1">
            <a:off x="1889641" y="2317438"/>
            <a:ext cx="676846" cy="53204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2"/>
            <a:endCxn id="4" idx="4"/>
          </p:cNvCxnSpPr>
          <p:nvPr/>
        </p:nvCxnSpPr>
        <p:spPr>
          <a:xfrm flipH="1" flipV="1">
            <a:off x="885519" y="2321504"/>
            <a:ext cx="688812" cy="52797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Elipse 80">
            <a:extLst>
              <a:ext uri="{FF2B5EF4-FFF2-40B4-BE49-F238E27FC236}">
                <a16:creationId xmlns:a16="http://schemas.microsoft.com/office/drawing/2014/main" id="{4D7A4A4A-FC1A-4C4D-B2D5-A0EA286D5309}"/>
              </a:ext>
            </a:extLst>
          </p:cNvPr>
          <p:cNvSpPr/>
          <p:nvPr/>
        </p:nvSpPr>
        <p:spPr>
          <a:xfrm>
            <a:off x="3499106" y="331767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2F079C13-EE82-4A9F-9359-B3BA100C1F3A}"/>
              </a:ext>
            </a:extLst>
          </p:cNvPr>
          <p:cNvSpPr/>
          <p:nvPr/>
        </p:nvSpPr>
        <p:spPr>
          <a:xfrm>
            <a:off x="4345573" y="26339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41268DFF-E192-4FEB-AF24-6A74B5848977}"/>
              </a:ext>
            </a:extLst>
          </p:cNvPr>
          <p:cNvSpPr/>
          <p:nvPr/>
        </p:nvSpPr>
        <p:spPr>
          <a:xfrm>
            <a:off x="4339590" y="331229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04D0C74A-1875-4D18-8CF8-E2A701EF377C}"/>
              </a:ext>
            </a:extLst>
          </p:cNvPr>
          <p:cNvSpPr/>
          <p:nvPr/>
        </p:nvSpPr>
        <p:spPr>
          <a:xfrm>
            <a:off x="4345573" y="399069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85" name="Conector reto 84">
            <a:extLst>
              <a:ext uri="{FF2B5EF4-FFF2-40B4-BE49-F238E27FC236}">
                <a16:creationId xmlns:a16="http://schemas.microsoft.com/office/drawing/2014/main" id="{9E1E8B53-C9DE-4B6F-BD52-3712E01F8E75}"/>
              </a:ext>
            </a:extLst>
          </p:cNvPr>
          <p:cNvCxnSpPr>
            <a:stCxn id="81" idx="6"/>
            <a:endCxn id="83" idx="2"/>
          </p:cNvCxnSpPr>
          <p:nvPr/>
        </p:nvCxnSpPr>
        <p:spPr>
          <a:xfrm flipV="1">
            <a:off x="3814416" y="3457342"/>
            <a:ext cx="525174" cy="537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9E144D81-B91E-4618-B29D-828E61CF1F34}"/>
              </a:ext>
            </a:extLst>
          </p:cNvPr>
          <p:cNvCxnSpPr>
            <a:cxnSpLocks/>
            <a:stCxn id="81" idx="0"/>
            <a:endCxn id="82" idx="2"/>
          </p:cNvCxnSpPr>
          <p:nvPr/>
        </p:nvCxnSpPr>
        <p:spPr>
          <a:xfrm flipV="1">
            <a:off x="3656761" y="2778947"/>
            <a:ext cx="688812" cy="53872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40FCA2AA-3F3F-4B63-B04B-524E49810D74}"/>
              </a:ext>
            </a:extLst>
          </p:cNvPr>
          <p:cNvSpPr txBox="1"/>
          <p:nvPr/>
        </p:nvSpPr>
        <p:spPr>
          <a:xfrm>
            <a:off x="3307387" y="2686586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69264126-CE77-4A76-B223-6BA997B8F70A}"/>
              </a:ext>
            </a:extLst>
          </p:cNvPr>
          <p:cNvCxnSpPr>
            <a:cxnSpLocks/>
            <a:stCxn id="82" idx="6"/>
            <a:endCxn id="90" idx="0"/>
          </p:cNvCxnSpPr>
          <p:nvPr/>
        </p:nvCxnSpPr>
        <p:spPr>
          <a:xfrm>
            <a:off x="4660883" y="2778947"/>
            <a:ext cx="676846" cy="53466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Elipse 89">
            <a:extLst>
              <a:ext uri="{FF2B5EF4-FFF2-40B4-BE49-F238E27FC236}">
                <a16:creationId xmlns:a16="http://schemas.microsoft.com/office/drawing/2014/main" id="{25D25926-1240-4516-82ED-E7531AA1F76D}"/>
              </a:ext>
            </a:extLst>
          </p:cNvPr>
          <p:cNvSpPr/>
          <p:nvPr/>
        </p:nvSpPr>
        <p:spPr>
          <a:xfrm>
            <a:off x="5180074" y="33136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91" name="Conector reto 90">
            <a:extLst>
              <a:ext uri="{FF2B5EF4-FFF2-40B4-BE49-F238E27FC236}">
                <a16:creationId xmlns:a16="http://schemas.microsoft.com/office/drawing/2014/main" id="{FFEE653E-019A-498C-A738-EF04E4ABCD5B}"/>
              </a:ext>
            </a:extLst>
          </p:cNvPr>
          <p:cNvCxnSpPr>
            <a:stCxn id="83" idx="6"/>
            <a:endCxn id="90" idx="2"/>
          </p:cNvCxnSpPr>
          <p:nvPr/>
        </p:nvCxnSpPr>
        <p:spPr>
          <a:xfrm>
            <a:off x="4654900" y="3457342"/>
            <a:ext cx="525174" cy="1309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1CB00699-4113-4F66-B861-094F1D43CDAE}"/>
              </a:ext>
            </a:extLst>
          </p:cNvPr>
          <p:cNvCxnSpPr>
            <a:cxnSpLocks/>
            <a:stCxn id="84" idx="6"/>
            <a:endCxn id="90" idx="4"/>
          </p:cNvCxnSpPr>
          <p:nvPr/>
        </p:nvCxnSpPr>
        <p:spPr>
          <a:xfrm flipV="1">
            <a:off x="4660883" y="3603694"/>
            <a:ext cx="676846" cy="53204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E2D8FC51-6729-40DC-8FE8-DCF351B394C0}"/>
              </a:ext>
            </a:extLst>
          </p:cNvPr>
          <p:cNvCxnSpPr>
            <a:cxnSpLocks/>
            <a:stCxn id="84" idx="2"/>
            <a:endCxn id="81" idx="4"/>
          </p:cNvCxnSpPr>
          <p:nvPr/>
        </p:nvCxnSpPr>
        <p:spPr>
          <a:xfrm flipH="1" flipV="1">
            <a:off x="3656761" y="3607760"/>
            <a:ext cx="688812" cy="52797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Elipse 93">
            <a:extLst>
              <a:ext uri="{FF2B5EF4-FFF2-40B4-BE49-F238E27FC236}">
                <a16:creationId xmlns:a16="http://schemas.microsoft.com/office/drawing/2014/main" id="{223EB1F1-7C1F-4191-A5DC-10CB105FFB1F}"/>
              </a:ext>
            </a:extLst>
          </p:cNvPr>
          <p:cNvSpPr/>
          <p:nvPr/>
        </p:nvSpPr>
        <p:spPr>
          <a:xfrm>
            <a:off x="6407892" y="203332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C6DFFE1B-B424-4D61-91C6-23DF6593D3D8}"/>
              </a:ext>
            </a:extLst>
          </p:cNvPr>
          <p:cNvSpPr/>
          <p:nvPr/>
        </p:nvSpPr>
        <p:spPr>
          <a:xfrm>
            <a:off x="7254359" y="134955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892F1497-E8EA-4BA5-A345-7AFC7B3B52B8}"/>
              </a:ext>
            </a:extLst>
          </p:cNvPr>
          <p:cNvSpPr/>
          <p:nvPr/>
        </p:nvSpPr>
        <p:spPr>
          <a:xfrm>
            <a:off x="7248376" y="202795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7" name="Elipse 96">
            <a:extLst>
              <a:ext uri="{FF2B5EF4-FFF2-40B4-BE49-F238E27FC236}">
                <a16:creationId xmlns:a16="http://schemas.microsoft.com/office/drawing/2014/main" id="{6E2CE15A-259B-48A2-9DAD-9973BD77E670}"/>
              </a:ext>
            </a:extLst>
          </p:cNvPr>
          <p:cNvSpPr/>
          <p:nvPr/>
        </p:nvSpPr>
        <p:spPr>
          <a:xfrm>
            <a:off x="7254359" y="270634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8" name="Conector reto 97">
            <a:extLst>
              <a:ext uri="{FF2B5EF4-FFF2-40B4-BE49-F238E27FC236}">
                <a16:creationId xmlns:a16="http://schemas.microsoft.com/office/drawing/2014/main" id="{86B05CC4-0ED8-4083-840C-43D61F23014F}"/>
              </a:ext>
            </a:extLst>
          </p:cNvPr>
          <p:cNvCxnSpPr>
            <a:stCxn id="94" idx="6"/>
            <a:endCxn id="96" idx="2"/>
          </p:cNvCxnSpPr>
          <p:nvPr/>
        </p:nvCxnSpPr>
        <p:spPr>
          <a:xfrm flipV="1">
            <a:off x="6723202" y="2172994"/>
            <a:ext cx="525174" cy="537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>
            <a:extLst>
              <a:ext uri="{FF2B5EF4-FFF2-40B4-BE49-F238E27FC236}">
                <a16:creationId xmlns:a16="http://schemas.microsoft.com/office/drawing/2014/main" id="{0459AA22-C561-4BBC-8F66-95888B7D9418}"/>
              </a:ext>
            </a:extLst>
          </p:cNvPr>
          <p:cNvCxnSpPr>
            <a:cxnSpLocks/>
            <a:stCxn id="94" idx="0"/>
            <a:endCxn id="95" idx="2"/>
          </p:cNvCxnSpPr>
          <p:nvPr/>
        </p:nvCxnSpPr>
        <p:spPr>
          <a:xfrm flipV="1">
            <a:off x="6565547" y="1494599"/>
            <a:ext cx="688812" cy="53872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2649B3B9-2E56-4972-92FD-0548CEFEF9B7}"/>
              </a:ext>
            </a:extLst>
          </p:cNvPr>
          <p:cNvSpPr txBox="1"/>
          <p:nvPr/>
        </p:nvSpPr>
        <p:spPr>
          <a:xfrm>
            <a:off x="6216173" y="1402238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29B04B0D-8B7B-4FA6-B7B8-D7EDE5321269}"/>
              </a:ext>
            </a:extLst>
          </p:cNvPr>
          <p:cNvSpPr/>
          <p:nvPr/>
        </p:nvSpPr>
        <p:spPr>
          <a:xfrm>
            <a:off x="8088860" y="202926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EA2F7A9F-B3B9-4C67-BC9F-7B6B36AEBE1E}"/>
              </a:ext>
            </a:extLst>
          </p:cNvPr>
          <p:cNvCxnSpPr>
            <a:stCxn id="96" idx="6"/>
            <a:endCxn id="103" idx="2"/>
          </p:cNvCxnSpPr>
          <p:nvPr/>
        </p:nvCxnSpPr>
        <p:spPr>
          <a:xfrm>
            <a:off x="7563686" y="2172994"/>
            <a:ext cx="525174" cy="130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to 105">
            <a:extLst>
              <a:ext uri="{FF2B5EF4-FFF2-40B4-BE49-F238E27FC236}">
                <a16:creationId xmlns:a16="http://schemas.microsoft.com/office/drawing/2014/main" id="{E265F48C-0A96-457E-97FF-7BC7B23278E7}"/>
              </a:ext>
            </a:extLst>
          </p:cNvPr>
          <p:cNvCxnSpPr>
            <a:cxnSpLocks/>
            <a:stCxn id="97" idx="2"/>
            <a:endCxn id="94" idx="4"/>
          </p:cNvCxnSpPr>
          <p:nvPr/>
        </p:nvCxnSpPr>
        <p:spPr>
          <a:xfrm flipH="1" flipV="1">
            <a:off x="6565547" y="2323412"/>
            <a:ext cx="688812" cy="52797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E6C4B2EE-A72B-4E0E-B004-6AE573755785}"/>
              </a:ext>
            </a:extLst>
          </p:cNvPr>
          <p:cNvSpPr txBox="1"/>
          <p:nvPr/>
        </p:nvSpPr>
        <p:spPr>
          <a:xfrm>
            <a:off x="1028127" y="3127633"/>
            <a:ext cx="1402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Hamitoniano</a:t>
            </a:r>
            <a:endParaRPr lang="pt-BR" dirty="0"/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B343714D-7FA5-4E8F-997A-A249BA37F349}"/>
              </a:ext>
            </a:extLst>
          </p:cNvPr>
          <p:cNvSpPr txBox="1"/>
          <p:nvPr/>
        </p:nvSpPr>
        <p:spPr>
          <a:xfrm>
            <a:off x="3529811" y="2141999"/>
            <a:ext cx="1931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err="1"/>
              <a:t>Semi-hamitoniano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592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Exemplo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727864" y="203141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574331" y="134764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568348" y="202604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574331" y="270443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BF79C61-869B-4345-B5DB-A7AFBF039BA0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1043174" y="2171086"/>
            <a:ext cx="525174" cy="537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885519" y="1492691"/>
            <a:ext cx="688812" cy="53872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1726003" y="2316129"/>
            <a:ext cx="5983" cy="388309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889641" y="1492691"/>
            <a:ext cx="676846" cy="53466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08832" y="202735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stCxn id="7" idx="6"/>
            <a:endCxn id="15" idx="2"/>
          </p:cNvCxnSpPr>
          <p:nvPr/>
        </p:nvCxnSpPr>
        <p:spPr>
          <a:xfrm>
            <a:off x="1883658" y="2171086"/>
            <a:ext cx="525174" cy="130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6"/>
            <a:endCxn id="15" idx="4"/>
          </p:cNvCxnSpPr>
          <p:nvPr/>
        </p:nvCxnSpPr>
        <p:spPr>
          <a:xfrm flipV="1">
            <a:off x="1889641" y="2317438"/>
            <a:ext cx="676846" cy="53204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2"/>
            <a:endCxn id="4" idx="4"/>
          </p:cNvCxnSpPr>
          <p:nvPr/>
        </p:nvCxnSpPr>
        <p:spPr>
          <a:xfrm flipH="1" flipV="1">
            <a:off x="885519" y="2321504"/>
            <a:ext cx="688812" cy="52797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Elipse 80">
            <a:extLst>
              <a:ext uri="{FF2B5EF4-FFF2-40B4-BE49-F238E27FC236}">
                <a16:creationId xmlns:a16="http://schemas.microsoft.com/office/drawing/2014/main" id="{4D7A4A4A-FC1A-4C4D-B2D5-A0EA286D5309}"/>
              </a:ext>
            </a:extLst>
          </p:cNvPr>
          <p:cNvSpPr/>
          <p:nvPr/>
        </p:nvSpPr>
        <p:spPr>
          <a:xfrm>
            <a:off x="3499106" y="331767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2F079C13-EE82-4A9F-9359-B3BA100C1F3A}"/>
              </a:ext>
            </a:extLst>
          </p:cNvPr>
          <p:cNvSpPr/>
          <p:nvPr/>
        </p:nvSpPr>
        <p:spPr>
          <a:xfrm>
            <a:off x="4345573" y="26339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41268DFF-E192-4FEB-AF24-6A74B5848977}"/>
              </a:ext>
            </a:extLst>
          </p:cNvPr>
          <p:cNvSpPr/>
          <p:nvPr/>
        </p:nvSpPr>
        <p:spPr>
          <a:xfrm>
            <a:off x="4339590" y="331229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04D0C74A-1875-4D18-8CF8-E2A701EF377C}"/>
              </a:ext>
            </a:extLst>
          </p:cNvPr>
          <p:cNvSpPr/>
          <p:nvPr/>
        </p:nvSpPr>
        <p:spPr>
          <a:xfrm>
            <a:off x="4345573" y="399069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85" name="Conector reto 84">
            <a:extLst>
              <a:ext uri="{FF2B5EF4-FFF2-40B4-BE49-F238E27FC236}">
                <a16:creationId xmlns:a16="http://schemas.microsoft.com/office/drawing/2014/main" id="{9E1E8B53-C9DE-4B6F-BD52-3712E01F8E75}"/>
              </a:ext>
            </a:extLst>
          </p:cNvPr>
          <p:cNvCxnSpPr>
            <a:stCxn id="81" idx="6"/>
            <a:endCxn id="83" idx="2"/>
          </p:cNvCxnSpPr>
          <p:nvPr/>
        </p:nvCxnSpPr>
        <p:spPr>
          <a:xfrm flipV="1">
            <a:off x="3814416" y="3457342"/>
            <a:ext cx="525174" cy="537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9E144D81-B91E-4618-B29D-828E61CF1F34}"/>
              </a:ext>
            </a:extLst>
          </p:cNvPr>
          <p:cNvCxnSpPr>
            <a:cxnSpLocks/>
            <a:stCxn id="81" idx="0"/>
            <a:endCxn id="82" idx="2"/>
          </p:cNvCxnSpPr>
          <p:nvPr/>
        </p:nvCxnSpPr>
        <p:spPr>
          <a:xfrm flipV="1">
            <a:off x="3656761" y="2778947"/>
            <a:ext cx="688812" cy="53872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40FCA2AA-3F3F-4B63-B04B-524E49810D74}"/>
              </a:ext>
            </a:extLst>
          </p:cNvPr>
          <p:cNvSpPr txBox="1"/>
          <p:nvPr/>
        </p:nvSpPr>
        <p:spPr>
          <a:xfrm>
            <a:off x="3307387" y="2686586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69264126-CE77-4A76-B223-6BA997B8F70A}"/>
              </a:ext>
            </a:extLst>
          </p:cNvPr>
          <p:cNvCxnSpPr>
            <a:cxnSpLocks/>
            <a:stCxn id="82" idx="6"/>
            <a:endCxn id="90" idx="0"/>
          </p:cNvCxnSpPr>
          <p:nvPr/>
        </p:nvCxnSpPr>
        <p:spPr>
          <a:xfrm>
            <a:off x="4660883" y="2778947"/>
            <a:ext cx="676846" cy="53466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Elipse 89">
            <a:extLst>
              <a:ext uri="{FF2B5EF4-FFF2-40B4-BE49-F238E27FC236}">
                <a16:creationId xmlns:a16="http://schemas.microsoft.com/office/drawing/2014/main" id="{25D25926-1240-4516-82ED-E7531AA1F76D}"/>
              </a:ext>
            </a:extLst>
          </p:cNvPr>
          <p:cNvSpPr/>
          <p:nvPr/>
        </p:nvSpPr>
        <p:spPr>
          <a:xfrm>
            <a:off x="5180074" y="33136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91" name="Conector reto 90">
            <a:extLst>
              <a:ext uri="{FF2B5EF4-FFF2-40B4-BE49-F238E27FC236}">
                <a16:creationId xmlns:a16="http://schemas.microsoft.com/office/drawing/2014/main" id="{FFEE653E-019A-498C-A738-EF04E4ABCD5B}"/>
              </a:ext>
            </a:extLst>
          </p:cNvPr>
          <p:cNvCxnSpPr>
            <a:stCxn id="83" idx="6"/>
            <a:endCxn id="90" idx="2"/>
          </p:cNvCxnSpPr>
          <p:nvPr/>
        </p:nvCxnSpPr>
        <p:spPr>
          <a:xfrm>
            <a:off x="4654900" y="3457342"/>
            <a:ext cx="525174" cy="1309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1CB00699-4113-4F66-B861-094F1D43CDAE}"/>
              </a:ext>
            </a:extLst>
          </p:cNvPr>
          <p:cNvCxnSpPr>
            <a:cxnSpLocks/>
            <a:stCxn id="84" idx="6"/>
            <a:endCxn id="90" idx="4"/>
          </p:cNvCxnSpPr>
          <p:nvPr/>
        </p:nvCxnSpPr>
        <p:spPr>
          <a:xfrm flipV="1">
            <a:off x="4660883" y="3603694"/>
            <a:ext cx="676846" cy="53204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E2D8FC51-6729-40DC-8FE8-DCF351B394C0}"/>
              </a:ext>
            </a:extLst>
          </p:cNvPr>
          <p:cNvCxnSpPr>
            <a:cxnSpLocks/>
            <a:stCxn id="84" idx="2"/>
            <a:endCxn id="81" idx="4"/>
          </p:cNvCxnSpPr>
          <p:nvPr/>
        </p:nvCxnSpPr>
        <p:spPr>
          <a:xfrm flipH="1" flipV="1">
            <a:off x="3656761" y="3607760"/>
            <a:ext cx="688812" cy="52797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Elipse 93">
            <a:extLst>
              <a:ext uri="{FF2B5EF4-FFF2-40B4-BE49-F238E27FC236}">
                <a16:creationId xmlns:a16="http://schemas.microsoft.com/office/drawing/2014/main" id="{223EB1F1-7C1F-4191-A5DC-10CB105FFB1F}"/>
              </a:ext>
            </a:extLst>
          </p:cNvPr>
          <p:cNvSpPr/>
          <p:nvPr/>
        </p:nvSpPr>
        <p:spPr>
          <a:xfrm>
            <a:off x="6407892" y="203332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C6DFFE1B-B424-4D61-91C6-23DF6593D3D8}"/>
              </a:ext>
            </a:extLst>
          </p:cNvPr>
          <p:cNvSpPr/>
          <p:nvPr/>
        </p:nvSpPr>
        <p:spPr>
          <a:xfrm>
            <a:off x="7254359" y="134955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892F1497-E8EA-4BA5-A345-7AFC7B3B52B8}"/>
              </a:ext>
            </a:extLst>
          </p:cNvPr>
          <p:cNvSpPr/>
          <p:nvPr/>
        </p:nvSpPr>
        <p:spPr>
          <a:xfrm>
            <a:off x="7248376" y="202795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7" name="Elipse 96">
            <a:extLst>
              <a:ext uri="{FF2B5EF4-FFF2-40B4-BE49-F238E27FC236}">
                <a16:creationId xmlns:a16="http://schemas.microsoft.com/office/drawing/2014/main" id="{6E2CE15A-259B-48A2-9DAD-9973BD77E670}"/>
              </a:ext>
            </a:extLst>
          </p:cNvPr>
          <p:cNvSpPr/>
          <p:nvPr/>
        </p:nvSpPr>
        <p:spPr>
          <a:xfrm>
            <a:off x="7254359" y="270634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8" name="Conector reto 97">
            <a:extLst>
              <a:ext uri="{FF2B5EF4-FFF2-40B4-BE49-F238E27FC236}">
                <a16:creationId xmlns:a16="http://schemas.microsoft.com/office/drawing/2014/main" id="{86B05CC4-0ED8-4083-840C-43D61F23014F}"/>
              </a:ext>
            </a:extLst>
          </p:cNvPr>
          <p:cNvCxnSpPr>
            <a:stCxn id="94" idx="6"/>
            <a:endCxn id="96" idx="2"/>
          </p:cNvCxnSpPr>
          <p:nvPr/>
        </p:nvCxnSpPr>
        <p:spPr>
          <a:xfrm flipV="1">
            <a:off x="6723202" y="2172994"/>
            <a:ext cx="525174" cy="537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>
            <a:extLst>
              <a:ext uri="{FF2B5EF4-FFF2-40B4-BE49-F238E27FC236}">
                <a16:creationId xmlns:a16="http://schemas.microsoft.com/office/drawing/2014/main" id="{0459AA22-C561-4BBC-8F66-95888B7D9418}"/>
              </a:ext>
            </a:extLst>
          </p:cNvPr>
          <p:cNvCxnSpPr>
            <a:cxnSpLocks/>
            <a:stCxn id="94" idx="0"/>
            <a:endCxn id="95" idx="2"/>
          </p:cNvCxnSpPr>
          <p:nvPr/>
        </p:nvCxnSpPr>
        <p:spPr>
          <a:xfrm flipV="1">
            <a:off x="6565547" y="1494599"/>
            <a:ext cx="688812" cy="53872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2649B3B9-2E56-4972-92FD-0548CEFEF9B7}"/>
              </a:ext>
            </a:extLst>
          </p:cNvPr>
          <p:cNvSpPr txBox="1"/>
          <p:nvPr/>
        </p:nvSpPr>
        <p:spPr>
          <a:xfrm>
            <a:off x="6216173" y="1402238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29B04B0D-8B7B-4FA6-B7B8-D7EDE5321269}"/>
              </a:ext>
            </a:extLst>
          </p:cNvPr>
          <p:cNvSpPr/>
          <p:nvPr/>
        </p:nvSpPr>
        <p:spPr>
          <a:xfrm>
            <a:off x="8088860" y="202926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EA2F7A9F-B3B9-4C67-BC9F-7B6B36AEBE1E}"/>
              </a:ext>
            </a:extLst>
          </p:cNvPr>
          <p:cNvCxnSpPr>
            <a:stCxn id="96" idx="6"/>
            <a:endCxn id="103" idx="2"/>
          </p:cNvCxnSpPr>
          <p:nvPr/>
        </p:nvCxnSpPr>
        <p:spPr>
          <a:xfrm>
            <a:off x="7563686" y="2172994"/>
            <a:ext cx="525174" cy="130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to 105">
            <a:extLst>
              <a:ext uri="{FF2B5EF4-FFF2-40B4-BE49-F238E27FC236}">
                <a16:creationId xmlns:a16="http://schemas.microsoft.com/office/drawing/2014/main" id="{E265F48C-0A96-457E-97FF-7BC7B23278E7}"/>
              </a:ext>
            </a:extLst>
          </p:cNvPr>
          <p:cNvCxnSpPr>
            <a:cxnSpLocks/>
            <a:stCxn id="97" idx="2"/>
            <a:endCxn id="94" idx="4"/>
          </p:cNvCxnSpPr>
          <p:nvPr/>
        </p:nvCxnSpPr>
        <p:spPr>
          <a:xfrm flipH="1" flipV="1">
            <a:off x="6565547" y="2323412"/>
            <a:ext cx="688812" cy="52797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E6C4B2EE-A72B-4E0E-B004-6AE573755785}"/>
              </a:ext>
            </a:extLst>
          </p:cNvPr>
          <p:cNvSpPr txBox="1"/>
          <p:nvPr/>
        </p:nvSpPr>
        <p:spPr>
          <a:xfrm>
            <a:off x="1028127" y="3127633"/>
            <a:ext cx="1402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Hamitoniano</a:t>
            </a:r>
            <a:endParaRPr lang="pt-BR" dirty="0"/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B343714D-7FA5-4E8F-997A-A249BA37F349}"/>
              </a:ext>
            </a:extLst>
          </p:cNvPr>
          <p:cNvSpPr txBox="1"/>
          <p:nvPr/>
        </p:nvSpPr>
        <p:spPr>
          <a:xfrm>
            <a:off x="3529811" y="2141999"/>
            <a:ext cx="1931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err="1"/>
              <a:t>Semi-hamitoniano</a:t>
            </a:r>
            <a:endParaRPr lang="pt-BR" dirty="0"/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8476F882-596B-4427-9FD8-3A3110F19B07}"/>
              </a:ext>
            </a:extLst>
          </p:cNvPr>
          <p:cNvSpPr txBox="1"/>
          <p:nvPr/>
        </p:nvSpPr>
        <p:spPr>
          <a:xfrm>
            <a:off x="6490075" y="3088010"/>
            <a:ext cx="1831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Não-</a:t>
            </a:r>
            <a:r>
              <a:rPr lang="pt-BR" dirty="0" err="1"/>
              <a:t>hamitoniano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02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Condição Necessária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174700"/>
            <a:ext cx="842493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simples G com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(≥ 3) vértices é hamiltoniano, se o grau de cada um de seus vértices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≥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/2,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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V(G). (</a:t>
            </a:r>
            <a:r>
              <a:rPr lang="pt-BR" sz="2000" dirty="0">
                <a:solidFill>
                  <a:srgbClr val="0070C0"/>
                </a:solidFill>
              </a:rPr>
              <a:t>Teorema de Dirac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simples G com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(≥ 3) vértices é hamiltoniano, se, para cada par de vértices não adjacentes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w,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soma de seus graus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+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≥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{</a:t>
            </a:r>
            <a:r>
              <a:rPr lang="pt-BR" sz="20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,</a:t>
            </a:r>
            <a:r>
              <a:rPr lang="pt-BR" sz="20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>
                <a:solidFill>
                  <a:schemeClr val="tx1">
                    <a:lumMod val="65000"/>
                    <a:lumOff val="35000"/>
                  </a:schemeClr>
                </a:solidFill>
              </a:rPr>
              <a:t>} </a:t>
            </a:r>
            <a:r>
              <a:rPr lang="pt-BR" sz="200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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E(G). (</a:t>
            </a:r>
            <a:r>
              <a:rPr lang="pt-BR" sz="2000" dirty="0">
                <a:solidFill>
                  <a:srgbClr val="0070C0"/>
                </a:solidFill>
              </a:rPr>
              <a:t>Teorema de Ore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o fecho hamiltoniano de G for um grafo completo, então G é hamiltoniano. Fecho hamiltoniano de uma grafo é obtido adicionando-se arestas, enquanto for possível, entre vértices não adjacentes cuja soma de graus ≥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(</a:t>
            </a:r>
            <a:r>
              <a:rPr lang="pt-BR" sz="2000" dirty="0">
                <a:solidFill>
                  <a:srgbClr val="0070C0"/>
                </a:solidFill>
              </a:rPr>
              <a:t>Teorema de </a:t>
            </a:r>
            <a:r>
              <a:rPr lang="pt-BR" sz="2000" dirty="0" err="1">
                <a:solidFill>
                  <a:srgbClr val="0070C0"/>
                </a:solidFill>
              </a:rPr>
              <a:t>Bondy</a:t>
            </a:r>
            <a:r>
              <a:rPr lang="pt-BR" sz="2000" dirty="0">
                <a:solidFill>
                  <a:srgbClr val="0070C0"/>
                </a:solidFill>
              </a:rPr>
              <a:t> &amp; </a:t>
            </a:r>
            <a:r>
              <a:rPr lang="pt-BR" sz="2000" dirty="0" err="1">
                <a:solidFill>
                  <a:srgbClr val="0070C0"/>
                </a:solidFill>
              </a:rPr>
              <a:t>Chvátal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74616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Condição Necessária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1014891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658086" y="140033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2486632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1172546" y="1545373"/>
            <a:ext cx="485540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973396" y="1545373"/>
            <a:ext cx="493877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309618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15" idx="5"/>
          </p:cNvCxnSpPr>
          <p:nvPr/>
        </p:nvCxnSpPr>
        <p:spPr>
          <a:xfrm flipH="1" flipV="1">
            <a:off x="2578752" y="1983561"/>
            <a:ext cx="65535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50" idx="0"/>
            <a:endCxn id="4" idx="3"/>
          </p:cNvCxnSpPr>
          <p:nvPr/>
        </p:nvCxnSpPr>
        <p:spPr>
          <a:xfrm flipV="1">
            <a:off x="1014891" y="1983561"/>
            <a:ext cx="46176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C26C4577-0F9A-4912-B123-7F6EFF9703DA}"/>
              </a:ext>
            </a:extLst>
          </p:cNvPr>
          <p:cNvSpPr/>
          <p:nvPr/>
        </p:nvSpPr>
        <p:spPr>
          <a:xfrm>
            <a:off x="127084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E6DD4283-8655-4C85-8436-006FACE7B9B1}"/>
              </a:ext>
            </a:extLst>
          </p:cNvPr>
          <p:cNvSpPr/>
          <p:nvPr/>
        </p:nvSpPr>
        <p:spPr>
          <a:xfrm>
            <a:off x="857236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31AADB4-5E59-447B-898F-7B6BAE4BF18C}"/>
              </a:ext>
            </a:extLst>
          </p:cNvPr>
          <p:cNvSpPr/>
          <p:nvPr/>
        </p:nvSpPr>
        <p:spPr>
          <a:xfrm>
            <a:off x="204533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FED9EC4B-BF37-411E-99D0-C591AF147F7E}"/>
              </a:ext>
            </a:extLst>
          </p:cNvPr>
          <p:cNvCxnSpPr>
            <a:cxnSpLocks/>
            <a:stCxn id="50" idx="4"/>
            <a:endCxn id="49" idx="1"/>
          </p:cNvCxnSpPr>
          <p:nvPr/>
        </p:nvCxnSpPr>
        <p:spPr>
          <a:xfrm>
            <a:off x="1014891" y="2659406"/>
            <a:ext cx="302126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5FF601F2-D891-4988-97B2-B1FF252221FF}"/>
              </a:ext>
            </a:extLst>
          </p:cNvPr>
          <p:cNvCxnSpPr>
            <a:cxnSpLocks/>
            <a:stCxn id="8" idx="4"/>
            <a:endCxn id="51" idx="7"/>
          </p:cNvCxnSpPr>
          <p:nvPr/>
        </p:nvCxnSpPr>
        <p:spPr>
          <a:xfrm flipH="1">
            <a:off x="2314465" y="2659406"/>
            <a:ext cx="329822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92B6111E-3713-4C1A-BA0A-567B7396174D}"/>
              </a:ext>
            </a:extLst>
          </p:cNvPr>
          <p:cNvCxnSpPr>
            <a:cxnSpLocks/>
            <a:stCxn id="51" idx="2"/>
            <a:endCxn id="49" idx="6"/>
          </p:cNvCxnSpPr>
          <p:nvPr/>
        </p:nvCxnSpPr>
        <p:spPr>
          <a:xfrm flipH="1">
            <a:off x="1586151" y="3063485"/>
            <a:ext cx="45918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A096FE9B-196A-41D7-8592-95C70FC533B0}"/>
              </a:ext>
            </a:extLst>
          </p:cNvPr>
          <p:cNvCxnSpPr>
            <a:cxnSpLocks/>
            <a:stCxn id="49" idx="0"/>
            <a:endCxn id="4" idx="4"/>
          </p:cNvCxnSpPr>
          <p:nvPr/>
        </p:nvCxnSpPr>
        <p:spPr>
          <a:xfrm flipH="1" flipV="1">
            <a:off x="1172546" y="2026043"/>
            <a:ext cx="255950" cy="89239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to 124">
            <a:extLst>
              <a:ext uri="{FF2B5EF4-FFF2-40B4-BE49-F238E27FC236}">
                <a16:creationId xmlns:a16="http://schemas.microsoft.com/office/drawing/2014/main" id="{C4B98F08-6E2F-4F48-AAC0-8FA493A38F38}"/>
              </a:ext>
            </a:extLst>
          </p:cNvPr>
          <p:cNvCxnSpPr>
            <a:cxnSpLocks/>
            <a:stCxn id="51" idx="1"/>
            <a:endCxn id="4" idx="5"/>
          </p:cNvCxnSpPr>
          <p:nvPr/>
        </p:nvCxnSpPr>
        <p:spPr>
          <a:xfrm flipH="1" flipV="1">
            <a:off x="1284025" y="1983561"/>
            <a:ext cx="807482" cy="97736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AEB8AEF3-42B5-4E12-A100-4572FEAEE4B1}"/>
              </a:ext>
            </a:extLst>
          </p:cNvPr>
          <p:cNvCxnSpPr>
            <a:cxnSpLocks/>
            <a:stCxn id="6" idx="3"/>
            <a:endCxn id="50" idx="7"/>
          </p:cNvCxnSpPr>
          <p:nvPr/>
        </p:nvCxnSpPr>
        <p:spPr>
          <a:xfrm flipH="1">
            <a:off x="1126370" y="1647934"/>
            <a:ext cx="577892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to 130">
            <a:extLst>
              <a:ext uri="{FF2B5EF4-FFF2-40B4-BE49-F238E27FC236}">
                <a16:creationId xmlns:a16="http://schemas.microsoft.com/office/drawing/2014/main" id="{CC2BE2F5-4AFA-454B-AF7F-3F1A8398655B}"/>
              </a:ext>
            </a:extLst>
          </p:cNvPr>
          <p:cNvCxnSpPr>
            <a:cxnSpLocks/>
            <a:stCxn id="15" idx="2"/>
            <a:endCxn id="50" idx="6"/>
          </p:cNvCxnSpPr>
          <p:nvPr/>
        </p:nvCxnSpPr>
        <p:spPr>
          <a:xfrm flipH="1">
            <a:off x="1172546" y="1881000"/>
            <a:ext cx="1137072" cy="63336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DF6B7309-5DB3-4DFF-A740-C2A71C284801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1927220" y="1647934"/>
            <a:ext cx="605588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>
            <a:extLst>
              <a:ext uri="{FF2B5EF4-FFF2-40B4-BE49-F238E27FC236}">
                <a16:creationId xmlns:a16="http://schemas.microsoft.com/office/drawing/2014/main" id="{6EC67D00-4B86-4C46-860F-07740FC8014B}"/>
              </a:ext>
            </a:extLst>
          </p:cNvPr>
          <p:cNvCxnSpPr>
            <a:cxnSpLocks/>
            <a:stCxn id="15" idx="4"/>
            <a:endCxn id="51" idx="0"/>
          </p:cNvCxnSpPr>
          <p:nvPr/>
        </p:nvCxnSpPr>
        <p:spPr>
          <a:xfrm flipH="1">
            <a:off x="2202986" y="2026043"/>
            <a:ext cx="264287" cy="89239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reto 139">
            <a:extLst>
              <a:ext uri="{FF2B5EF4-FFF2-40B4-BE49-F238E27FC236}">
                <a16:creationId xmlns:a16="http://schemas.microsoft.com/office/drawing/2014/main" id="{99D49763-FE76-4D9E-B7FD-C400633F6D03}"/>
              </a:ext>
            </a:extLst>
          </p:cNvPr>
          <p:cNvCxnSpPr>
            <a:cxnSpLocks/>
            <a:stCxn id="8" idx="3"/>
            <a:endCxn id="49" idx="7"/>
          </p:cNvCxnSpPr>
          <p:nvPr/>
        </p:nvCxnSpPr>
        <p:spPr>
          <a:xfrm flipH="1">
            <a:off x="1539975" y="2616924"/>
            <a:ext cx="992833" cy="34400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77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Condição Necessária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1014891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658086" y="140033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2486632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1172546" y="1545373"/>
            <a:ext cx="485540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973396" y="1545373"/>
            <a:ext cx="493877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309618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15" idx="5"/>
          </p:cNvCxnSpPr>
          <p:nvPr/>
        </p:nvCxnSpPr>
        <p:spPr>
          <a:xfrm flipH="1" flipV="1">
            <a:off x="2578752" y="1983561"/>
            <a:ext cx="65535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50" idx="0"/>
            <a:endCxn id="4" idx="3"/>
          </p:cNvCxnSpPr>
          <p:nvPr/>
        </p:nvCxnSpPr>
        <p:spPr>
          <a:xfrm flipV="1">
            <a:off x="1014891" y="1983561"/>
            <a:ext cx="46176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C26C4577-0F9A-4912-B123-7F6EFF9703DA}"/>
              </a:ext>
            </a:extLst>
          </p:cNvPr>
          <p:cNvSpPr/>
          <p:nvPr/>
        </p:nvSpPr>
        <p:spPr>
          <a:xfrm>
            <a:off x="127084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E6DD4283-8655-4C85-8436-006FACE7B9B1}"/>
              </a:ext>
            </a:extLst>
          </p:cNvPr>
          <p:cNvSpPr/>
          <p:nvPr/>
        </p:nvSpPr>
        <p:spPr>
          <a:xfrm>
            <a:off x="857236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31AADB4-5E59-447B-898F-7B6BAE4BF18C}"/>
              </a:ext>
            </a:extLst>
          </p:cNvPr>
          <p:cNvSpPr/>
          <p:nvPr/>
        </p:nvSpPr>
        <p:spPr>
          <a:xfrm>
            <a:off x="204533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FED9EC4B-BF37-411E-99D0-C591AF147F7E}"/>
              </a:ext>
            </a:extLst>
          </p:cNvPr>
          <p:cNvCxnSpPr>
            <a:cxnSpLocks/>
            <a:stCxn id="50" idx="4"/>
            <a:endCxn id="49" idx="1"/>
          </p:cNvCxnSpPr>
          <p:nvPr/>
        </p:nvCxnSpPr>
        <p:spPr>
          <a:xfrm>
            <a:off x="1014891" y="2659406"/>
            <a:ext cx="302126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5FF601F2-D891-4988-97B2-B1FF252221FF}"/>
              </a:ext>
            </a:extLst>
          </p:cNvPr>
          <p:cNvCxnSpPr>
            <a:cxnSpLocks/>
            <a:stCxn id="8" idx="4"/>
            <a:endCxn id="51" idx="7"/>
          </p:cNvCxnSpPr>
          <p:nvPr/>
        </p:nvCxnSpPr>
        <p:spPr>
          <a:xfrm flipH="1">
            <a:off x="2314465" y="2659406"/>
            <a:ext cx="329822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92B6111E-3713-4C1A-BA0A-567B7396174D}"/>
              </a:ext>
            </a:extLst>
          </p:cNvPr>
          <p:cNvCxnSpPr>
            <a:cxnSpLocks/>
            <a:stCxn id="51" idx="2"/>
            <a:endCxn id="49" idx="6"/>
          </p:cNvCxnSpPr>
          <p:nvPr/>
        </p:nvCxnSpPr>
        <p:spPr>
          <a:xfrm flipH="1">
            <a:off x="1586151" y="3063485"/>
            <a:ext cx="45918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A096FE9B-196A-41D7-8592-95C70FC533B0}"/>
              </a:ext>
            </a:extLst>
          </p:cNvPr>
          <p:cNvCxnSpPr>
            <a:cxnSpLocks/>
            <a:stCxn id="49" idx="0"/>
            <a:endCxn id="4" idx="4"/>
          </p:cNvCxnSpPr>
          <p:nvPr/>
        </p:nvCxnSpPr>
        <p:spPr>
          <a:xfrm flipH="1" flipV="1">
            <a:off x="1172546" y="2026043"/>
            <a:ext cx="255950" cy="89239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to 124">
            <a:extLst>
              <a:ext uri="{FF2B5EF4-FFF2-40B4-BE49-F238E27FC236}">
                <a16:creationId xmlns:a16="http://schemas.microsoft.com/office/drawing/2014/main" id="{C4B98F08-6E2F-4F48-AAC0-8FA493A38F38}"/>
              </a:ext>
            </a:extLst>
          </p:cNvPr>
          <p:cNvCxnSpPr>
            <a:cxnSpLocks/>
            <a:stCxn id="51" idx="1"/>
            <a:endCxn id="4" idx="5"/>
          </p:cNvCxnSpPr>
          <p:nvPr/>
        </p:nvCxnSpPr>
        <p:spPr>
          <a:xfrm flipH="1" flipV="1">
            <a:off x="1284025" y="1983561"/>
            <a:ext cx="807482" cy="97736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AEB8AEF3-42B5-4E12-A100-4572FEAEE4B1}"/>
              </a:ext>
            </a:extLst>
          </p:cNvPr>
          <p:cNvCxnSpPr>
            <a:cxnSpLocks/>
            <a:stCxn id="6" idx="3"/>
            <a:endCxn id="50" idx="7"/>
          </p:cNvCxnSpPr>
          <p:nvPr/>
        </p:nvCxnSpPr>
        <p:spPr>
          <a:xfrm flipH="1">
            <a:off x="1126370" y="1647934"/>
            <a:ext cx="577892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to 130">
            <a:extLst>
              <a:ext uri="{FF2B5EF4-FFF2-40B4-BE49-F238E27FC236}">
                <a16:creationId xmlns:a16="http://schemas.microsoft.com/office/drawing/2014/main" id="{CC2BE2F5-4AFA-454B-AF7F-3F1A8398655B}"/>
              </a:ext>
            </a:extLst>
          </p:cNvPr>
          <p:cNvCxnSpPr>
            <a:cxnSpLocks/>
            <a:stCxn id="15" idx="2"/>
            <a:endCxn id="50" idx="6"/>
          </p:cNvCxnSpPr>
          <p:nvPr/>
        </p:nvCxnSpPr>
        <p:spPr>
          <a:xfrm flipH="1">
            <a:off x="1172546" y="1881000"/>
            <a:ext cx="1137072" cy="63336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DF6B7309-5DB3-4DFF-A740-C2A71C284801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1927220" y="1647934"/>
            <a:ext cx="605588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>
            <a:extLst>
              <a:ext uri="{FF2B5EF4-FFF2-40B4-BE49-F238E27FC236}">
                <a16:creationId xmlns:a16="http://schemas.microsoft.com/office/drawing/2014/main" id="{6EC67D00-4B86-4C46-860F-07740FC8014B}"/>
              </a:ext>
            </a:extLst>
          </p:cNvPr>
          <p:cNvCxnSpPr>
            <a:cxnSpLocks/>
            <a:stCxn id="15" idx="4"/>
            <a:endCxn id="51" idx="0"/>
          </p:cNvCxnSpPr>
          <p:nvPr/>
        </p:nvCxnSpPr>
        <p:spPr>
          <a:xfrm flipH="1">
            <a:off x="2202986" y="2026043"/>
            <a:ext cx="264287" cy="89239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reto 139">
            <a:extLst>
              <a:ext uri="{FF2B5EF4-FFF2-40B4-BE49-F238E27FC236}">
                <a16:creationId xmlns:a16="http://schemas.microsoft.com/office/drawing/2014/main" id="{99D49763-FE76-4D9E-B7FD-C400633F6D03}"/>
              </a:ext>
            </a:extLst>
          </p:cNvPr>
          <p:cNvCxnSpPr>
            <a:cxnSpLocks/>
            <a:stCxn id="8" idx="3"/>
            <a:endCxn id="49" idx="7"/>
          </p:cNvCxnSpPr>
          <p:nvPr/>
        </p:nvCxnSpPr>
        <p:spPr>
          <a:xfrm flipH="1">
            <a:off x="1539975" y="2616924"/>
            <a:ext cx="992833" cy="34400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04756F-2DF6-4BB9-A355-D8C17BC55916}"/>
              </a:ext>
            </a:extLst>
          </p:cNvPr>
          <p:cNvSpPr txBox="1"/>
          <p:nvPr/>
        </p:nvSpPr>
        <p:spPr>
          <a:xfrm>
            <a:off x="938823" y="1437574"/>
            <a:ext cx="214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C99B08C-5346-4771-9BF2-1EAC65EBDA2F}"/>
              </a:ext>
            </a:extLst>
          </p:cNvPr>
          <p:cNvSpPr txBox="1"/>
          <p:nvPr/>
        </p:nvSpPr>
        <p:spPr>
          <a:xfrm>
            <a:off x="1953976" y="121130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366CAC6-5EDC-4EA4-AB81-F43D1930A96B}"/>
              </a:ext>
            </a:extLst>
          </p:cNvPr>
          <p:cNvSpPr txBox="1"/>
          <p:nvPr/>
        </p:nvSpPr>
        <p:spPr>
          <a:xfrm>
            <a:off x="2525904" y="146347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04F51EC-68DC-4539-B199-E566E8BB7158}"/>
              </a:ext>
            </a:extLst>
          </p:cNvPr>
          <p:cNvSpPr txBox="1"/>
          <p:nvPr/>
        </p:nvSpPr>
        <p:spPr>
          <a:xfrm>
            <a:off x="2761979" y="250238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8F5D8CC-4EF5-41CC-97D6-54995386F64C}"/>
              </a:ext>
            </a:extLst>
          </p:cNvPr>
          <p:cNvSpPr txBox="1"/>
          <p:nvPr/>
        </p:nvSpPr>
        <p:spPr>
          <a:xfrm>
            <a:off x="2335481" y="30634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46BECFD-3C77-4B50-8204-5910DCA8B35D}"/>
              </a:ext>
            </a:extLst>
          </p:cNvPr>
          <p:cNvSpPr txBox="1"/>
          <p:nvPr/>
        </p:nvSpPr>
        <p:spPr>
          <a:xfrm>
            <a:off x="1034527" y="305463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169218F-6E80-4AFD-9D65-2ECF7F860AEF}"/>
              </a:ext>
            </a:extLst>
          </p:cNvPr>
          <p:cNvSpPr txBox="1"/>
          <p:nvPr/>
        </p:nvSpPr>
        <p:spPr>
          <a:xfrm>
            <a:off x="627374" y="248959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508C80B8-C30E-4353-AD2B-C4981DF8FB77}"/>
              </a:ext>
            </a:extLst>
          </p:cNvPr>
          <p:cNvSpPr/>
          <p:nvPr/>
        </p:nvSpPr>
        <p:spPr>
          <a:xfrm>
            <a:off x="3479116" y="2110228"/>
            <a:ext cx="777400" cy="506696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099F652-CC36-4735-A7D1-1338806168A3}"/>
              </a:ext>
            </a:extLst>
          </p:cNvPr>
          <p:cNvSpPr txBox="1"/>
          <p:nvPr/>
        </p:nvSpPr>
        <p:spPr>
          <a:xfrm>
            <a:off x="4602213" y="1609633"/>
            <a:ext cx="2837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Atende ao Teorema de Dirac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0692E99-BB71-4C82-B97C-95CF85E188EE}"/>
              </a:ext>
            </a:extLst>
          </p:cNvPr>
          <p:cNvSpPr txBox="1"/>
          <p:nvPr/>
        </p:nvSpPr>
        <p:spPr>
          <a:xfrm>
            <a:off x="4602213" y="2171705"/>
            <a:ext cx="2703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Atende ao Teorema de Ore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A5A6D37-B49F-4A9A-8218-12D4DA769F3E}"/>
              </a:ext>
            </a:extLst>
          </p:cNvPr>
          <p:cNvSpPr txBox="1"/>
          <p:nvPr/>
        </p:nvSpPr>
        <p:spPr>
          <a:xfrm>
            <a:off x="4602213" y="2733776"/>
            <a:ext cx="3904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Atende ao Teorema de </a:t>
            </a:r>
            <a:r>
              <a:rPr lang="pt-BR" dirty="0" err="1"/>
              <a:t>Bondy</a:t>
            </a:r>
            <a:r>
              <a:rPr lang="pt-BR" dirty="0"/>
              <a:t> &amp; </a:t>
            </a:r>
            <a:r>
              <a:rPr lang="pt-BR" dirty="0" err="1"/>
              <a:t>Chvátal</a:t>
            </a:r>
            <a:endParaRPr lang="pt-BR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443ACF8-2183-4864-ABA7-D36DBEA86683}"/>
              </a:ext>
            </a:extLst>
          </p:cNvPr>
          <p:cNvSpPr/>
          <p:nvPr/>
        </p:nvSpPr>
        <p:spPr>
          <a:xfrm>
            <a:off x="6413526" y="3415572"/>
            <a:ext cx="2362575" cy="77768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G</a:t>
            </a:r>
            <a:r>
              <a:rPr lang="pt-BR" sz="2000" baseline="-25000" dirty="0"/>
              <a:t>1</a:t>
            </a:r>
            <a:r>
              <a:rPr lang="pt-BR" sz="2000" dirty="0"/>
              <a:t> é hamiltoniano</a:t>
            </a:r>
          </a:p>
        </p:txBody>
      </p:sp>
      <p:sp>
        <p:nvSpPr>
          <p:cNvPr id="12" name="Seta: Dobrada para Cima 11">
            <a:extLst>
              <a:ext uri="{FF2B5EF4-FFF2-40B4-BE49-F238E27FC236}">
                <a16:creationId xmlns:a16="http://schemas.microsoft.com/office/drawing/2014/main" id="{97C01890-FE39-41E6-96BE-36AE82B5A6AC}"/>
              </a:ext>
            </a:extLst>
          </p:cNvPr>
          <p:cNvSpPr/>
          <p:nvPr/>
        </p:nvSpPr>
        <p:spPr>
          <a:xfrm rot="16200000" flipH="1" flipV="1">
            <a:off x="5461113" y="3209672"/>
            <a:ext cx="777688" cy="856759"/>
          </a:xfrm>
          <a:prstGeom prst="bentUpArrow">
            <a:avLst>
              <a:gd name="adj1" fmla="val 26678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19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35" grpId="0"/>
      <p:bldP spid="36" grpId="0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Condição Necessária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1014891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658086" y="140033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2486632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1172546" y="1545373"/>
            <a:ext cx="485540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973396" y="1545373"/>
            <a:ext cx="493877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309618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15" idx="5"/>
          </p:cNvCxnSpPr>
          <p:nvPr/>
        </p:nvCxnSpPr>
        <p:spPr>
          <a:xfrm flipH="1" flipV="1">
            <a:off x="2578752" y="1983561"/>
            <a:ext cx="65535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50" idx="0"/>
            <a:endCxn id="4" idx="3"/>
          </p:cNvCxnSpPr>
          <p:nvPr/>
        </p:nvCxnSpPr>
        <p:spPr>
          <a:xfrm flipV="1">
            <a:off x="1014891" y="1983561"/>
            <a:ext cx="46176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C26C4577-0F9A-4912-B123-7F6EFF9703DA}"/>
              </a:ext>
            </a:extLst>
          </p:cNvPr>
          <p:cNvSpPr/>
          <p:nvPr/>
        </p:nvSpPr>
        <p:spPr>
          <a:xfrm>
            <a:off x="127084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E6DD4283-8655-4C85-8436-006FACE7B9B1}"/>
              </a:ext>
            </a:extLst>
          </p:cNvPr>
          <p:cNvSpPr/>
          <p:nvPr/>
        </p:nvSpPr>
        <p:spPr>
          <a:xfrm>
            <a:off x="857236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31AADB4-5E59-447B-898F-7B6BAE4BF18C}"/>
              </a:ext>
            </a:extLst>
          </p:cNvPr>
          <p:cNvSpPr/>
          <p:nvPr/>
        </p:nvSpPr>
        <p:spPr>
          <a:xfrm>
            <a:off x="204533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FED9EC4B-BF37-411E-99D0-C591AF147F7E}"/>
              </a:ext>
            </a:extLst>
          </p:cNvPr>
          <p:cNvCxnSpPr>
            <a:cxnSpLocks/>
            <a:stCxn id="50" idx="4"/>
            <a:endCxn id="49" idx="1"/>
          </p:cNvCxnSpPr>
          <p:nvPr/>
        </p:nvCxnSpPr>
        <p:spPr>
          <a:xfrm>
            <a:off x="1014891" y="2659406"/>
            <a:ext cx="302126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5FF601F2-D891-4988-97B2-B1FF252221FF}"/>
              </a:ext>
            </a:extLst>
          </p:cNvPr>
          <p:cNvCxnSpPr>
            <a:cxnSpLocks/>
            <a:stCxn id="8" idx="4"/>
            <a:endCxn id="51" idx="7"/>
          </p:cNvCxnSpPr>
          <p:nvPr/>
        </p:nvCxnSpPr>
        <p:spPr>
          <a:xfrm flipH="1">
            <a:off x="2314465" y="2659406"/>
            <a:ext cx="329822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92B6111E-3713-4C1A-BA0A-567B7396174D}"/>
              </a:ext>
            </a:extLst>
          </p:cNvPr>
          <p:cNvCxnSpPr>
            <a:cxnSpLocks/>
            <a:stCxn id="51" idx="2"/>
            <a:endCxn id="49" idx="6"/>
          </p:cNvCxnSpPr>
          <p:nvPr/>
        </p:nvCxnSpPr>
        <p:spPr>
          <a:xfrm flipH="1">
            <a:off x="1586151" y="3063485"/>
            <a:ext cx="45918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A096FE9B-196A-41D7-8592-95C70FC533B0}"/>
              </a:ext>
            </a:extLst>
          </p:cNvPr>
          <p:cNvCxnSpPr>
            <a:cxnSpLocks/>
            <a:stCxn id="49" idx="0"/>
            <a:endCxn id="4" idx="4"/>
          </p:cNvCxnSpPr>
          <p:nvPr/>
        </p:nvCxnSpPr>
        <p:spPr>
          <a:xfrm flipH="1" flipV="1">
            <a:off x="1172546" y="2026043"/>
            <a:ext cx="255950" cy="89239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to 124">
            <a:extLst>
              <a:ext uri="{FF2B5EF4-FFF2-40B4-BE49-F238E27FC236}">
                <a16:creationId xmlns:a16="http://schemas.microsoft.com/office/drawing/2014/main" id="{C4B98F08-6E2F-4F48-AAC0-8FA493A38F38}"/>
              </a:ext>
            </a:extLst>
          </p:cNvPr>
          <p:cNvCxnSpPr>
            <a:cxnSpLocks/>
            <a:stCxn id="51" idx="1"/>
            <a:endCxn id="4" idx="5"/>
          </p:cNvCxnSpPr>
          <p:nvPr/>
        </p:nvCxnSpPr>
        <p:spPr>
          <a:xfrm flipH="1" flipV="1">
            <a:off x="1284025" y="1983561"/>
            <a:ext cx="807482" cy="97736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AEB8AEF3-42B5-4E12-A100-4572FEAEE4B1}"/>
              </a:ext>
            </a:extLst>
          </p:cNvPr>
          <p:cNvCxnSpPr>
            <a:cxnSpLocks/>
            <a:stCxn id="6" idx="3"/>
            <a:endCxn id="50" idx="7"/>
          </p:cNvCxnSpPr>
          <p:nvPr/>
        </p:nvCxnSpPr>
        <p:spPr>
          <a:xfrm flipH="1">
            <a:off x="1126370" y="1647934"/>
            <a:ext cx="577892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to 130">
            <a:extLst>
              <a:ext uri="{FF2B5EF4-FFF2-40B4-BE49-F238E27FC236}">
                <a16:creationId xmlns:a16="http://schemas.microsoft.com/office/drawing/2014/main" id="{CC2BE2F5-4AFA-454B-AF7F-3F1A8398655B}"/>
              </a:ext>
            </a:extLst>
          </p:cNvPr>
          <p:cNvCxnSpPr>
            <a:cxnSpLocks/>
            <a:stCxn id="15" idx="2"/>
            <a:endCxn id="50" idx="6"/>
          </p:cNvCxnSpPr>
          <p:nvPr/>
        </p:nvCxnSpPr>
        <p:spPr>
          <a:xfrm flipH="1">
            <a:off x="1172546" y="1881000"/>
            <a:ext cx="1137072" cy="63336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DF6B7309-5DB3-4DFF-A740-C2A71C284801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1927220" y="1647934"/>
            <a:ext cx="605588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>
            <a:extLst>
              <a:ext uri="{FF2B5EF4-FFF2-40B4-BE49-F238E27FC236}">
                <a16:creationId xmlns:a16="http://schemas.microsoft.com/office/drawing/2014/main" id="{6EC67D00-4B86-4C46-860F-07740FC8014B}"/>
              </a:ext>
            </a:extLst>
          </p:cNvPr>
          <p:cNvCxnSpPr>
            <a:cxnSpLocks/>
            <a:stCxn id="15" idx="4"/>
            <a:endCxn id="51" idx="0"/>
          </p:cNvCxnSpPr>
          <p:nvPr/>
        </p:nvCxnSpPr>
        <p:spPr>
          <a:xfrm flipH="1">
            <a:off x="2202986" y="2026043"/>
            <a:ext cx="264287" cy="89239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60ACAE42-A4D3-4975-8C64-C2DE4105096B}"/>
              </a:ext>
            </a:extLst>
          </p:cNvPr>
          <p:cNvCxnSpPr>
            <a:cxnSpLocks/>
            <a:stCxn id="49" idx="7"/>
            <a:endCxn id="6" idx="4"/>
          </p:cNvCxnSpPr>
          <p:nvPr/>
        </p:nvCxnSpPr>
        <p:spPr>
          <a:xfrm flipV="1">
            <a:off x="1539975" y="1690416"/>
            <a:ext cx="275766" cy="127050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794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Condição Necessária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1014891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658086" y="140033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2486632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1172546" y="1545373"/>
            <a:ext cx="485540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973396" y="1545373"/>
            <a:ext cx="493877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309618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15" idx="5"/>
          </p:cNvCxnSpPr>
          <p:nvPr/>
        </p:nvCxnSpPr>
        <p:spPr>
          <a:xfrm flipH="1" flipV="1">
            <a:off x="2578752" y="1983561"/>
            <a:ext cx="65535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50" idx="0"/>
            <a:endCxn id="4" idx="3"/>
          </p:cNvCxnSpPr>
          <p:nvPr/>
        </p:nvCxnSpPr>
        <p:spPr>
          <a:xfrm flipV="1">
            <a:off x="1014891" y="1983561"/>
            <a:ext cx="46176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C26C4577-0F9A-4912-B123-7F6EFF9703DA}"/>
              </a:ext>
            </a:extLst>
          </p:cNvPr>
          <p:cNvSpPr/>
          <p:nvPr/>
        </p:nvSpPr>
        <p:spPr>
          <a:xfrm>
            <a:off x="127084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E6DD4283-8655-4C85-8436-006FACE7B9B1}"/>
              </a:ext>
            </a:extLst>
          </p:cNvPr>
          <p:cNvSpPr/>
          <p:nvPr/>
        </p:nvSpPr>
        <p:spPr>
          <a:xfrm>
            <a:off x="857236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31AADB4-5E59-447B-898F-7B6BAE4BF18C}"/>
              </a:ext>
            </a:extLst>
          </p:cNvPr>
          <p:cNvSpPr/>
          <p:nvPr/>
        </p:nvSpPr>
        <p:spPr>
          <a:xfrm>
            <a:off x="204533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FED9EC4B-BF37-411E-99D0-C591AF147F7E}"/>
              </a:ext>
            </a:extLst>
          </p:cNvPr>
          <p:cNvCxnSpPr>
            <a:cxnSpLocks/>
            <a:stCxn id="50" idx="4"/>
            <a:endCxn id="49" idx="1"/>
          </p:cNvCxnSpPr>
          <p:nvPr/>
        </p:nvCxnSpPr>
        <p:spPr>
          <a:xfrm>
            <a:off x="1014891" y="2659406"/>
            <a:ext cx="302126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5FF601F2-D891-4988-97B2-B1FF252221FF}"/>
              </a:ext>
            </a:extLst>
          </p:cNvPr>
          <p:cNvCxnSpPr>
            <a:cxnSpLocks/>
            <a:stCxn id="8" idx="4"/>
            <a:endCxn id="51" idx="7"/>
          </p:cNvCxnSpPr>
          <p:nvPr/>
        </p:nvCxnSpPr>
        <p:spPr>
          <a:xfrm flipH="1">
            <a:off x="2314465" y="2659406"/>
            <a:ext cx="329822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92B6111E-3713-4C1A-BA0A-567B7396174D}"/>
              </a:ext>
            </a:extLst>
          </p:cNvPr>
          <p:cNvCxnSpPr>
            <a:cxnSpLocks/>
            <a:stCxn id="51" idx="2"/>
            <a:endCxn id="49" idx="6"/>
          </p:cNvCxnSpPr>
          <p:nvPr/>
        </p:nvCxnSpPr>
        <p:spPr>
          <a:xfrm flipH="1">
            <a:off x="1586151" y="3063485"/>
            <a:ext cx="45918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A096FE9B-196A-41D7-8592-95C70FC533B0}"/>
              </a:ext>
            </a:extLst>
          </p:cNvPr>
          <p:cNvCxnSpPr>
            <a:cxnSpLocks/>
            <a:stCxn id="49" idx="0"/>
            <a:endCxn id="4" idx="4"/>
          </p:cNvCxnSpPr>
          <p:nvPr/>
        </p:nvCxnSpPr>
        <p:spPr>
          <a:xfrm flipH="1" flipV="1">
            <a:off x="1172546" y="2026043"/>
            <a:ext cx="255950" cy="89239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to 124">
            <a:extLst>
              <a:ext uri="{FF2B5EF4-FFF2-40B4-BE49-F238E27FC236}">
                <a16:creationId xmlns:a16="http://schemas.microsoft.com/office/drawing/2014/main" id="{C4B98F08-6E2F-4F48-AAC0-8FA493A38F38}"/>
              </a:ext>
            </a:extLst>
          </p:cNvPr>
          <p:cNvCxnSpPr>
            <a:cxnSpLocks/>
            <a:stCxn id="51" idx="1"/>
            <a:endCxn id="4" idx="5"/>
          </p:cNvCxnSpPr>
          <p:nvPr/>
        </p:nvCxnSpPr>
        <p:spPr>
          <a:xfrm flipH="1" flipV="1">
            <a:off x="1284025" y="1983561"/>
            <a:ext cx="807482" cy="97736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AEB8AEF3-42B5-4E12-A100-4572FEAEE4B1}"/>
              </a:ext>
            </a:extLst>
          </p:cNvPr>
          <p:cNvCxnSpPr>
            <a:cxnSpLocks/>
            <a:stCxn id="6" idx="3"/>
            <a:endCxn id="50" idx="7"/>
          </p:cNvCxnSpPr>
          <p:nvPr/>
        </p:nvCxnSpPr>
        <p:spPr>
          <a:xfrm flipH="1">
            <a:off x="1126370" y="1647934"/>
            <a:ext cx="577892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to 130">
            <a:extLst>
              <a:ext uri="{FF2B5EF4-FFF2-40B4-BE49-F238E27FC236}">
                <a16:creationId xmlns:a16="http://schemas.microsoft.com/office/drawing/2014/main" id="{CC2BE2F5-4AFA-454B-AF7F-3F1A8398655B}"/>
              </a:ext>
            </a:extLst>
          </p:cNvPr>
          <p:cNvCxnSpPr>
            <a:cxnSpLocks/>
            <a:stCxn id="15" idx="2"/>
            <a:endCxn id="50" idx="6"/>
          </p:cNvCxnSpPr>
          <p:nvPr/>
        </p:nvCxnSpPr>
        <p:spPr>
          <a:xfrm flipH="1">
            <a:off x="1172546" y="1881000"/>
            <a:ext cx="1137072" cy="63336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DF6B7309-5DB3-4DFF-A740-C2A71C284801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1927220" y="1647934"/>
            <a:ext cx="605588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>
            <a:extLst>
              <a:ext uri="{FF2B5EF4-FFF2-40B4-BE49-F238E27FC236}">
                <a16:creationId xmlns:a16="http://schemas.microsoft.com/office/drawing/2014/main" id="{6EC67D00-4B86-4C46-860F-07740FC8014B}"/>
              </a:ext>
            </a:extLst>
          </p:cNvPr>
          <p:cNvCxnSpPr>
            <a:cxnSpLocks/>
            <a:stCxn id="15" idx="4"/>
            <a:endCxn id="51" idx="0"/>
          </p:cNvCxnSpPr>
          <p:nvPr/>
        </p:nvCxnSpPr>
        <p:spPr>
          <a:xfrm flipH="1">
            <a:off x="2202986" y="2026043"/>
            <a:ext cx="264287" cy="89239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35F9AF9-6732-435E-8925-16F21B504B9A}"/>
              </a:ext>
            </a:extLst>
          </p:cNvPr>
          <p:cNvSpPr txBox="1"/>
          <p:nvPr/>
        </p:nvSpPr>
        <p:spPr>
          <a:xfrm>
            <a:off x="938823" y="1437574"/>
            <a:ext cx="214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5E26D86-BDFF-4B79-803D-809AB4BB0D66}"/>
              </a:ext>
            </a:extLst>
          </p:cNvPr>
          <p:cNvSpPr txBox="1"/>
          <p:nvPr/>
        </p:nvSpPr>
        <p:spPr>
          <a:xfrm>
            <a:off x="1953976" y="121130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FA3E22F-DFF6-4717-9453-2EA2FE050214}"/>
              </a:ext>
            </a:extLst>
          </p:cNvPr>
          <p:cNvSpPr txBox="1"/>
          <p:nvPr/>
        </p:nvSpPr>
        <p:spPr>
          <a:xfrm>
            <a:off x="2525904" y="146347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8CE9D45-8A26-44AB-A669-971086F22AF7}"/>
              </a:ext>
            </a:extLst>
          </p:cNvPr>
          <p:cNvSpPr txBox="1"/>
          <p:nvPr/>
        </p:nvSpPr>
        <p:spPr>
          <a:xfrm>
            <a:off x="2761979" y="250238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9B98899-EEE4-42E2-82FC-89AA7A3A6F7F}"/>
              </a:ext>
            </a:extLst>
          </p:cNvPr>
          <p:cNvSpPr txBox="1"/>
          <p:nvPr/>
        </p:nvSpPr>
        <p:spPr>
          <a:xfrm>
            <a:off x="2335481" y="30634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DEDF897-497C-4737-B326-3CE718E61361}"/>
              </a:ext>
            </a:extLst>
          </p:cNvPr>
          <p:cNvSpPr txBox="1"/>
          <p:nvPr/>
        </p:nvSpPr>
        <p:spPr>
          <a:xfrm>
            <a:off x="1034527" y="305463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B45EB075-0A7B-4E41-9D5A-F6E9B9D73581}"/>
              </a:ext>
            </a:extLst>
          </p:cNvPr>
          <p:cNvSpPr txBox="1"/>
          <p:nvPr/>
        </p:nvSpPr>
        <p:spPr>
          <a:xfrm>
            <a:off x="627374" y="248959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2E4DAD12-C151-4525-ACEA-0DF418DBE1B8}"/>
              </a:ext>
            </a:extLst>
          </p:cNvPr>
          <p:cNvSpPr/>
          <p:nvPr/>
        </p:nvSpPr>
        <p:spPr>
          <a:xfrm>
            <a:off x="3479116" y="2110228"/>
            <a:ext cx="777400" cy="506696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A004306-5ADC-4625-9F6D-6B9C7B371C1F}"/>
              </a:ext>
            </a:extLst>
          </p:cNvPr>
          <p:cNvSpPr txBox="1"/>
          <p:nvPr/>
        </p:nvSpPr>
        <p:spPr>
          <a:xfrm>
            <a:off x="4602213" y="1609633"/>
            <a:ext cx="3382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Não atende ao Teorema de Dirac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EF22DD0-FC40-4F47-A2F4-58391D75EA8C}"/>
              </a:ext>
            </a:extLst>
          </p:cNvPr>
          <p:cNvSpPr txBox="1"/>
          <p:nvPr/>
        </p:nvSpPr>
        <p:spPr>
          <a:xfrm>
            <a:off x="4602213" y="2171705"/>
            <a:ext cx="2703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Atende ao Teorema de Ore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A47E31E-AF8A-49D1-80D9-F646EE9C462B}"/>
              </a:ext>
            </a:extLst>
          </p:cNvPr>
          <p:cNvSpPr txBox="1"/>
          <p:nvPr/>
        </p:nvSpPr>
        <p:spPr>
          <a:xfrm>
            <a:off x="4602213" y="2733776"/>
            <a:ext cx="3904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Atende ao Teorema de </a:t>
            </a:r>
            <a:r>
              <a:rPr lang="pt-BR" dirty="0" err="1"/>
              <a:t>Bondy</a:t>
            </a:r>
            <a:r>
              <a:rPr lang="pt-BR" dirty="0"/>
              <a:t> &amp; </a:t>
            </a:r>
            <a:r>
              <a:rPr lang="pt-BR" dirty="0" err="1"/>
              <a:t>Chvátal</a:t>
            </a:r>
            <a:endParaRPr lang="pt-BR" dirty="0"/>
          </a:p>
        </p:txBody>
      </p:sp>
      <p:sp>
        <p:nvSpPr>
          <p:cNvPr id="3" name="Símbolo de &quot;Não Permitido&quot; 2">
            <a:extLst>
              <a:ext uri="{FF2B5EF4-FFF2-40B4-BE49-F238E27FC236}">
                <a16:creationId xmlns:a16="http://schemas.microsoft.com/office/drawing/2014/main" id="{06124B0C-6F1B-4313-949C-F4C82A50A42C}"/>
              </a:ext>
            </a:extLst>
          </p:cNvPr>
          <p:cNvSpPr/>
          <p:nvPr/>
        </p:nvSpPr>
        <p:spPr>
          <a:xfrm>
            <a:off x="7848362" y="1619862"/>
            <a:ext cx="374057" cy="369332"/>
          </a:xfrm>
          <a:prstGeom prst="noSmoking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A44230CF-33FC-44F2-8526-44B04A6C8D38}"/>
              </a:ext>
            </a:extLst>
          </p:cNvPr>
          <p:cNvCxnSpPr>
            <a:cxnSpLocks/>
            <a:stCxn id="49" idx="7"/>
            <a:endCxn id="6" idx="4"/>
          </p:cNvCxnSpPr>
          <p:nvPr/>
        </p:nvCxnSpPr>
        <p:spPr>
          <a:xfrm flipV="1">
            <a:off x="1539975" y="1690416"/>
            <a:ext cx="275766" cy="127050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23B24336-130F-49BD-B2AD-6F69BD0B1428}"/>
              </a:ext>
            </a:extLst>
          </p:cNvPr>
          <p:cNvSpPr/>
          <p:nvPr/>
        </p:nvSpPr>
        <p:spPr>
          <a:xfrm>
            <a:off x="6413526" y="3415572"/>
            <a:ext cx="2362575" cy="77768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G</a:t>
            </a:r>
            <a:r>
              <a:rPr lang="pt-BR" sz="2000" baseline="-25000" dirty="0"/>
              <a:t>2</a:t>
            </a:r>
            <a:r>
              <a:rPr lang="pt-BR" sz="2000" dirty="0"/>
              <a:t> é hamiltoniano</a:t>
            </a:r>
          </a:p>
        </p:txBody>
      </p:sp>
      <p:sp>
        <p:nvSpPr>
          <p:cNvPr id="56" name="Seta: Dobrada para Cima 55">
            <a:extLst>
              <a:ext uri="{FF2B5EF4-FFF2-40B4-BE49-F238E27FC236}">
                <a16:creationId xmlns:a16="http://schemas.microsoft.com/office/drawing/2014/main" id="{248BC829-61C3-44F8-872D-65ED99C6DD3F}"/>
              </a:ext>
            </a:extLst>
          </p:cNvPr>
          <p:cNvSpPr/>
          <p:nvPr/>
        </p:nvSpPr>
        <p:spPr>
          <a:xfrm rot="16200000" flipH="1" flipV="1">
            <a:off x="5461113" y="3209672"/>
            <a:ext cx="777688" cy="856759"/>
          </a:xfrm>
          <a:prstGeom prst="bentUpArrow">
            <a:avLst>
              <a:gd name="adj1" fmla="val 26678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2451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33" grpId="0"/>
      <p:bldP spid="34" grpId="0"/>
      <p:bldP spid="3" grpId="0" animBg="1"/>
      <p:bldP spid="55" grpId="0" animBg="1"/>
      <p:bldP spid="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Condição Necessária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1014891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658086" y="140033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2486632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1172546" y="1545373"/>
            <a:ext cx="485540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973396" y="1545373"/>
            <a:ext cx="493877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309618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15" idx="5"/>
          </p:cNvCxnSpPr>
          <p:nvPr/>
        </p:nvCxnSpPr>
        <p:spPr>
          <a:xfrm flipH="1" flipV="1">
            <a:off x="2578752" y="1983561"/>
            <a:ext cx="65535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50" idx="0"/>
            <a:endCxn id="4" idx="3"/>
          </p:cNvCxnSpPr>
          <p:nvPr/>
        </p:nvCxnSpPr>
        <p:spPr>
          <a:xfrm flipV="1">
            <a:off x="1014891" y="1983561"/>
            <a:ext cx="46176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C26C4577-0F9A-4912-B123-7F6EFF9703DA}"/>
              </a:ext>
            </a:extLst>
          </p:cNvPr>
          <p:cNvSpPr/>
          <p:nvPr/>
        </p:nvSpPr>
        <p:spPr>
          <a:xfrm>
            <a:off x="127084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E6DD4283-8655-4C85-8436-006FACE7B9B1}"/>
              </a:ext>
            </a:extLst>
          </p:cNvPr>
          <p:cNvSpPr/>
          <p:nvPr/>
        </p:nvSpPr>
        <p:spPr>
          <a:xfrm>
            <a:off x="857236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31AADB4-5E59-447B-898F-7B6BAE4BF18C}"/>
              </a:ext>
            </a:extLst>
          </p:cNvPr>
          <p:cNvSpPr/>
          <p:nvPr/>
        </p:nvSpPr>
        <p:spPr>
          <a:xfrm>
            <a:off x="204533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FED9EC4B-BF37-411E-99D0-C591AF147F7E}"/>
              </a:ext>
            </a:extLst>
          </p:cNvPr>
          <p:cNvCxnSpPr>
            <a:cxnSpLocks/>
            <a:stCxn id="50" idx="4"/>
            <a:endCxn id="49" idx="1"/>
          </p:cNvCxnSpPr>
          <p:nvPr/>
        </p:nvCxnSpPr>
        <p:spPr>
          <a:xfrm>
            <a:off x="1014891" y="2659406"/>
            <a:ext cx="302126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5FF601F2-D891-4988-97B2-B1FF252221FF}"/>
              </a:ext>
            </a:extLst>
          </p:cNvPr>
          <p:cNvCxnSpPr>
            <a:cxnSpLocks/>
            <a:stCxn id="8" idx="4"/>
            <a:endCxn id="51" idx="7"/>
          </p:cNvCxnSpPr>
          <p:nvPr/>
        </p:nvCxnSpPr>
        <p:spPr>
          <a:xfrm flipH="1">
            <a:off x="2314465" y="2659406"/>
            <a:ext cx="329822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92B6111E-3713-4C1A-BA0A-567B7396174D}"/>
              </a:ext>
            </a:extLst>
          </p:cNvPr>
          <p:cNvCxnSpPr>
            <a:cxnSpLocks/>
            <a:stCxn id="51" idx="2"/>
            <a:endCxn id="49" idx="6"/>
          </p:cNvCxnSpPr>
          <p:nvPr/>
        </p:nvCxnSpPr>
        <p:spPr>
          <a:xfrm flipH="1">
            <a:off x="1586151" y="3063485"/>
            <a:ext cx="45918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A096FE9B-196A-41D7-8592-95C70FC533B0}"/>
              </a:ext>
            </a:extLst>
          </p:cNvPr>
          <p:cNvCxnSpPr>
            <a:cxnSpLocks/>
            <a:stCxn id="49" idx="0"/>
            <a:endCxn id="4" idx="4"/>
          </p:cNvCxnSpPr>
          <p:nvPr/>
        </p:nvCxnSpPr>
        <p:spPr>
          <a:xfrm flipH="1" flipV="1">
            <a:off x="1172546" y="2026043"/>
            <a:ext cx="255950" cy="89239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AEB8AEF3-42B5-4E12-A100-4572FEAEE4B1}"/>
              </a:ext>
            </a:extLst>
          </p:cNvPr>
          <p:cNvCxnSpPr>
            <a:cxnSpLocks/>
            <a:stCxn id="6" idx="3"/>
            <a:endCxn id="50" idx="7"/>
          </p:cNvCxnSpPr>
          <p:nvPr/>
        </p:nvCxnSpPr>
        <p:spPr>
          <a:xfrm flipH="1">
            <a:off x="1126370" y="1647934"/>
            <a:ext cx="577892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DF6B7309-5DB3-4DFF-A740-C2A71C284801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1927220" y="1647934"/>
            <a:ext cx="605588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69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Condição Necessária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1014891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658086" y="140033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2486632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1172546" y="1545373"/>
            <a:ext cx="485540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973396" y="1545373"/>
            <a:ext cx="493877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309618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15" idx="5"/>
          </p:cNvCxnSpPr>
          <p:nvPr/>
        </p:nvCxnSpPr>
        <p:spPr>
          <a:xfrm flipH="1" flipV="1">
            <a:off x="2578752" y="1983561"/>
            <a:ext cx="65535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50" idx="0"/>
            <a:endCxn id="4" idx="3"/>
          </p:cNvCxnSpPr>
          <p:nvPr/>
        </p:nvCxnSpPr>
        <p:spPr>
          <a:xfrm flipV="1">
            <a:off x="1014891" y="1983561"/>
            <a:ext cx="46176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C26C4577-0F9A-4912-B123-7F6EFF9703DA}"/>
              </a:ext>
            </a:extLst>
          </p:cNvPr>
          <p:cNvSpPr/>
          <p:nvPr/>
        </p:nvSpPr>
        <p:spPr>
          <a:xfrm>
            <a:off x="127084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E6DD4283-8655-4C85-8436-006FACE7B9B1}"/>
              </a:ext>
            </a:extLst>
          </p:cNvPr>
          <p:cNvSpPr/>
          <p:nvPr/>
        </p:nvSpPr>
        <p:spPr>
          <a:xfrm>
            <a:off x="857236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31AADB4-5E59-447B-898F-7B6BAE4BF18C}"/>
              </a:ext>
            </a:extLst>
          </p:cNvPr>
          <p:cNvSpPr/>
          <p:nvPr/>
        </p:nvSpPr>
        <p:spPr>
          <a:xfrm>
            <a:off x="204533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FED9EC4B-BF37-411E-99D0-C591AF147F7E}"/>
              </a:ext>
            </a:extLst>
          </p:cNvPr>
          <p:cNvCxnSpPr>
            <a:cxnSpLocks/>
            <a:stCxn id="50" idx="4"/>
            <a:endCxn id="49" idx="1"/>
          </p:cNvCxnSpPr>
          <p:nvPr/>
        </p:nvCxnSpPr>
        <p:spPr>
          <a:xfrm>
            <a:off x="1014891" y="2659406"/>
            <a:ext cx="302126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5FF601F2-D891-4988-97B2-B1FF252221FF}"/>
              </a:ext>
            </a:extLst>
          </p:cNvPr>
          <p:cNvCxnSpPr>
            <a:cxnSpLocks/>
            <a:stCxn id="8" idx="4"/>
            <a:endCxn id="51" idx="7"/>
          </p:cNvCxnSpPr>
          <p:nvPr/>
        </p:nvCxnSpPr>
        <p:spPr>
          <a:xfrm flipH="1">
            <a:off x="2314465" y="2659406"/>
            <a:ext cx="329822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92B6111E-3713-4C1A-BA0A-567B7396174D}"/>
              </a:ext>
            </a:extLst>
          </p:cNvPr>
          <p:cNvCxnSpPr>
            <a:cxnSpLocks/>
            <a:stCxn id="51" idx="2"/>
            <a:endCxn id="49" idx="6"/>
          </p:cNvCxnSpPr>
          <p:nvPr/>
        </p:nvCxnSpPr>
        <p:spPr>
          <a:xfrm flipH="1">
            <a:off x="1586151" y="3063485"/>
            <a:ext cx="45918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A096FE9B-196A-41D7-8592-95C70FC533B0}"/>
              </a:ext>
            </a:extLst>
          </p:cNvPr>
          <p:cNvCxnSpPr>
            <a:cxnSpLocks/>
            <a:stCxn id="49" idx="0"/>
            <a:endCxn id="4" idx="4"/>
          </p:cNvCxnSpPr>
          <p:nvPr/>
        </p:nvCxnSpPr>
        <p:spPr>
          <a:xfrm flipH="1" flipV="1">
            <a:off x="1172546" y="2026043"/>
            <a:ext cx="255950" cy="89239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AEB8AEF3-42B5-4E12-A100-4572FEAEE4B1}"/>
              </a:ext>
            </a:extLst>
          </p:cNvPr>
          <p:cNvCxnSpPr>
            <a:cxnSpLocks/>
            <a:stCxn id="6" idx="3"/>
            <a:endCxn id="50" idx="7"/>
          </p:cNvCxnSpPr>
          <p:nvPr/>
        </p:nvCxnSpPr>
        <p:spPr>
          <a:xfrm flipH="1">
            <a:off x="1126370" y="1647934"/>
            <a:ext cx="577892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DF6B7309-5DB3-4DFF-A740-C2A71C284801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1927220" y="1647934"/>
            <a:ext cx="605588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A88B712-2771-42E0-8572-1713597E95CE}"/>
              </a:ext>
            </a:extLst>
          </p:cNvPr>
          <p:cNvSpPr txBox="1"/>
          <p:nvPr/>
        </p:nvSpPr>
        <p:spPr>
          <a:xfrm>
            <a:off x="938823" y="1437574"/>
            <a:ext cx="214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5162842-4F3C-473F-B487-5B8228D1CD95}"/>
              </a:ext>
            </a:extLst>
          </p:cNvPr>
          <p:cNvSpPr txBox="1"/>
          <p:nvPr/>
        </p:nvSpPr>
        <p:spPr>
          <a:xfrm>
            <a:off x="1953976" y="121130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DA5A7AC-DCE0-4E74-ADA1-9687B3DCB349}"/>
              </a:ext>
            </a:extLst>
          </p:cNvPr>
          <p:cNvSpPr txBox="1"/>
          <p:nvPr/>
        </p:nvSpPr>
        <p:spPr>
          <a:xfrm>
            <a:off x="2525904" y="146347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B9EB9BA-42A3-473B-8EFC-0B63D8C130AE}"/>
              </a:ext>
            </a:extLst>
          </p:cNvPr>
          <p:cNvSpPr txBox="1"/>
          <p:nvPr/>
        </p:nvSpPr>
        <p:spPr>
          <a:xfrm>
            <a:off x="2761979" y="250238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265B807-F9A5-42A9-8B52-C98ACE6D20C4}"/>
              </a:ext>
            </a:extLst>
          </p:cNvPr>
          <p:cNvSpPr txBox="1"/>
          <p:nvPr/>
        </p:nvSpPr>
        <p:spPr>
          <a:xfrm>
            <a:off x="2335481" y="30634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5415C39-8C46-459F-B273-C8C533DFF0B2}"/>
              </a:ext>
            </a:extLst>
          </p:cNvPr>
          <p:cNvSpPr txBox="1"/>
          <p:nvPr/>
        </p:nvSpPr>
        <p:spPr>
          <a:xfrm>
            <a:off x="1034527" y="305463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49C917A-3B43-4C4A-A2E6-407040039F5B}"/>
              </a:ext>
            </a:extLst>
          </p:cNvPr>
          <p:cNvSpPr txBox="1"/>
          <p:nvPr/>
        </p:nvSpPr>
        <p:spPr>
          <a:xfrm>
            <a:off x="627374" y="248959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D3C313FC-B623-49AE-BFF0-F78E07EA0D9E}"/>
              </a:ext>
            </a:extLst>
          </p:cNvPr>
          <p:cNvSpPr/>
          <p:nvPr/>
        </p:nvSpPr>
        <p:spPr>
          <a:xfrm>
            <a:off x="3479116" y="2110228"/>
            <a:ext cx="777400" cy="506696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FBE2F86-ACAD-459D-B479-F2D206DA0DEE}"/>
              </a:ext>
            </a:extLst>
          </p:cNvPr>
          <p:cNvSpPr txBox="1"/>
          <p:nvPr/>
        </p:nvSpPr>
        <p:spPr>
          <a:xfrm>
            <a:off x="4602213" y="1609633"/>
            <a:ext cx="3382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Não atende ao Teorema de Dirac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02A1E29-B5B1-4AF2-B4A4-0287260B9C1F}"/>
              </a:ext>
            </a:extLst>
          </p:cNvPr>
          <p:cNvSpPr txBox="1"/>
          <p:nvPr/>
        </p:nvSpPr>
        <p:spPr>
          <a:xfrm>
            <a:off x="4602213" y="2171705"/>
            <a:ext cx="3160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Não atende ao Teorema de Ore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0F4E30E-181B-4194-A902-23F4E0A8CFF3}"/>
              </a:ext>
            </a:extLst>
          </p:cNvPr>
          <p:cNvSpPr txBox="1"/>
          <p:nvPr/>
        </p:nvSpPr>
        <p:spPr>
          <a:xfrm>
            <a:off x="4602213" y="2733776"/>
            <a:ext cx="3904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Atende ao Teorema de </a:t>
            </a:r>
            <a:r>
              <a:rPr lang="pt-BR" dirty="0" err="1"/>
              <a:t>Bondy</a:t>
            </a:r>
            <a:r>
              <a:rPr lang="pt-BR" dirty="0"/>
              <a:t> &amp; </a:t>
            </a:r>
            <a:r>
              <a:rPr lang="pt-BR" dirty="0" err="1"/>
              <a:t>Chvátal</a:t>
            </a:r>
            <a:endParaRPr lang="pt-BR" dirty="0"/>
          </a:p>
        </p:txBody>
      </p:sp>
      <p:sp>
        <p:nvSpPr>
          <p:cNvPr id="32" name="Símbolo de &quot;Não Permitido&quot; 31">
            <a:extLst>
              <a:ext uri="{FF2B5EF4-FFF2-40B4-BE49-F238E27FC236}">
                <a16:creationId xmlns:a16="http://schemas.microsoft.com/office/drawing/2014/main" id="{8A4358A1-3C94-48FE-8DD5-D10D8F9C2013}"/>
              </a:ext>
            </a:extLst>
          </p:cNvPr>
          <p:cNvSpPr/>
          <p:nvPr/>
        </p:nvSpPr>
        <p:spPr>
          <a:xfrm>
            <a:off x="7848362" y="1619862"/>
            <a:ext cx="374057" cy="369332"/>
          </a:xfrm>
          <a:prstGeom prst="noSmoking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3" name="Símbolo de &quot;Não Permitido&quot; 32">
            <a:extLst>
              <a:ext uri="{FF2B5EF4-FFF2-40B4-BE49-F238E27FC236}">
                <a16:creationId xmlns:a16="http://schemas.microsoft.com/office/drawing/2014/main" id="{9B11815B-6943-4991-89A1-A38582A9EE37}"/>
              </a:ext>
            </a:extLst>
          </p:cNvPr>
          <p:cNvSpPr/>
          <p:nvPr/>
        </p:nvSpPr>
        <p:spPr>
          <a:xfrm>
            <a:off x="7848362" y="2171705"/>
            <a:ext cx="374057" cy="369332"/>
          </a:xfrm>
          <a:prstGeom prst="noSmoking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EDB7FDD1-CD96-44D4-B1C2-043FCD550723}"/>
              </a:ext>
            </a:extLst>
          </p:cNvPr>
          <p:cNvSpPr/>
          <p:nvPr/>
        </p:nvSpPr>
        <p:spPr>
          <a:xfrm>
            <a:off x="6413526" y="3415572"/>
            <a:ext cx="2362575" cy="77768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G</a:t>
            </a:r>
            <a:r>
              <a:rPr lang="pt-BR" sz="2000" baseline="-25000" dirty="0"/>
              <a:t>3</a:t>
            </a:r>
            <a:r>
              <a:rPr lang="pt-BR" sz="2000" dirty="0"/>
              <a:t> é hamiltoniano</a:t>
            </a:r>
          </a:p>
        </p:txBody>
      </p:sp>
      <p:sp>
        <p:nvSpPr>
          <p:cNvPr id="35" name="Seta: Dobrada para Cima 34">
            <a:extLst>
              <a:ext uri="{FF2B5EF4-FFF2-40B4-BE49-F238E27FC236}">
                <a16:creationId xmlns:a16="http://schemas.microsoft.com/office/drawing/2014/main" id="{BD621CD7-31F8-4197-8D21-D81430BDCE22}"/>
              </a:ext>
            </a:extLst>
          </p:cNvPr>
          <p:cNvSpPr/>
          <p:nvPr/>
        </p:nvSpPr>
        <p:spPr>
          <a:xfrm rot="16200000" flipH="1" flipV="1">
            <a:off x="5461113" y="3209672"/>
            <a:ext cx="777688" cy="856759"/>
          </a:xfrm>
          <a:prstGeom prst="bentUpArrow">
            <a:avLst>
              <a:gd name="adj1" fmla="val 26678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87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30" grpId="0"/>
      <p:bldP spid="31" grpId="0"/>
      <p:bldP spid="32" grpId="0" animBg="1"/>
      <p:bldP spid="33" grpId="0" animBg="1"/>
      <p:bldP spid="34" grpId="0" animBg="1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Condição Necessária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1014891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658086" y="140033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2486632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1172546" y="1545373"/>
            <a:ext cx="485540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973396" y="1545373"/>
            <a:ext cx="493877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309618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15" idx="5"/>
          </p:cNvCxnSpPr>
          <p:nvPr/>
        </p:nvCxnSpPr>
        <p:spPr>
          <a:xfrm flipH="1" flipV="1">
            <a:off x="2578752" y="1983561"/>
            <a:ext cx="65535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50" idx="0"/>
            <a:endCxn id="4" idx="3"/>
          </p:cNvCxnSpPr>
          <p:nvPr/>
        </p:nvCxnSpPr>
        <p:spPr>
          <a:xfrm flipV="1">
            <a:off x="1014891" y="1983561"/>
            <a:ext cx="46176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C26C4577-0F9A-4912-B123-7F6EFF9703DA}"/>
              </a:ext>
            </a:extLst>
          </p:cNvPr>
          <p:cNvSpPr/>
          <p:nvPr/>
        </p:nvSpPr>
        <p:spPr>
          <a:xfrm>
            <a:off x="127084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E6DD4283-8655-4C85-8436-006FACE7B9B1}"/>
              </a:ext>
            </a:extLst>
          </p:cNvPr>
          <p:cNvSpPr/>
          <p:nvPr/>
        </p:nvSpPr>
        <p:spPr>
          <a:xfrm>
            <a:off x="857236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31AADB4-5E59-447B-898F-7B6BAE4BF18C}"/>
              </a:ext>
            </a:extLst>
          </p:cNvPr>
          <p:cNvSpPr/>
          <p:nvPr/>
        </p:nvSpPr>
        <p:spPr>
          <a:xfrm>
            <a:off x="204533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FED9EC4B-BF37-411E-99D0-C591AF147F7E}"/>
              </a:ext>
            </a:extLst>
          </p:cNvPr>
          <p:cNvCxnSpPr>
            <a:cxnSpLocks/>
            <a:stCxn id="50" idx="4"/>
            <a:endCxn id="49" idx="1"/>
          </p:cNvCxnSpPr>
          <p:nvPr/>
        </p:nvCxnSpPr>
        <p:spPr>
          <a:xfrm>
            <a:off x="1014891" y="2659406"/>
            <a:ext cx="302126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5FF601F2-D891-4988-97B2-B1FF252221FF}"/>
              </a:ext>
            </a:extLst>
          </p:cNvPr>
          <p:cNvCxnSpPr>
            <a:cxnSpLocks/>
            <a:stCxn id="8" idx="4"/>
            <a:endCxn id="51" idx="7"/>
          </p:cNvCxnSpPr>
          <p:nvPr/>
        </p:nvCxnSpPr>
        <p:spPr>
          <a:xfrm flipH="1">
            <a:off x="2314465" y="2659406"/>
            <a:ext cx="329822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92B6111E-3713-4C1A-BA0A-567B7396174D}"/>
              </a:ext>
            </a:extLst>
          </p:cNvPr>
          <p:cNvCxnSpPr>
            <a:cxnSpLocks/>
            <a:stCxn id="51" idx="2"/>
            <a:endCxn id="49" idx="6"/>
          </p:cNvCxnSpPr>
          <p:nvPr/>
        </p:nvCxnSpPr>
        <p:spPr>
          <a:xfrm flipH="1">
            <a:off x="1586151" y="3063485"/>
            <a:ext cx="45918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AEB8AEF3-42B5-4E12-A100-4572FEAEE4B1}"/>
              </a:ext>
            </a:extLst>
          </p:cNvPr>
          <p:cNvCxnSpPr>
            <a:cxnSpLocks/>
            <a:stCxn id="6" idx="3"/>
            <a:endCxn id="50" idx="7"/>
          </p:cNvCxnSpPr>
          <p:nvPr/>
        </p:nvCxnSpPr>
        <p:spPr>
          <a:xfrm flipH="1">
            <a:off x="1126370" y="1647934"/>
            <a:ext cx="577892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DF6B7309-5DB3-4DFF-A740-C2A71C284801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1927220" y="1647934"/>
            <a:ext cx="605588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56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Condição Necessária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1014891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658086" y="140033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2486632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1172546" y="1545373"/>
            <a:ext cx="485540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973396" y="1545373"/>
            <a:ext cx="493877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309618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15" idx="5"/>
          </p:cNvCxnSpPr>
          <p:nvPr/>
        </p:nvCxnSpPr>
        <p:spPr>
          <a:xfrm flipH="1" flipV="1">
            <a:off x="2578752" y="1983561"/>
            <a:ext cx="65535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50" idx="0"/>
            <a:endCxn id="4" idx="3"/>
          </p:cNvCxnSpPr>
          <p:nvPr/>
        </p:nvCxnSpPr>
        <p:spPr>
          <a:xfrm flipV="1">
            <a:off x="1014891" y="1983561"/>
            <a:ext cx="46176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C26C4577-0F9A-4912-B123-7F6EFF9703DA}"/>
              </a:ext>
            </a:extLst>
          </p:cNvPr>
          <p:cNvSpPr/>
          <p:nvPr/>
        </p:nvSpPr>
        <p:spPr>
          <a:xfrm>
            <a:off x="127084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E6DD4283-8655-4C85-8436-006FACE7B9B1}"/>
              </a:ext>
            </a:extLst>
          </p:cNvPr>
          <p:cNvSpPr/>
          <p:nvPr/>
        </p:nvSpPr>
        <p:spPr>
          <a:xfrm>
            <a:off x="857236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31AADB4-5E59-447B-898F-7B6BAE4BF18C}"/>
              </a:ext>
            </a:extLst>
          </p:cNvPr>
          <p:cNvSpPr/>
          <p:nvPr/>
        </p:nvSpPr>
        <p:spPr>
          <a:xfrm>
            <a:off x="204533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FED9EC4B-BF37-411E-99D0-C591AF147F7E}"/>
              </a:ext>
            </a:extLst>
          </p:cNvPr>
          <p:cNvCxnSpPr>
            <a:cxnSpLocks/>
            <a:stCxn id="50" idx="4"/>
            <a:endCxn id="49" idx="1"/>
          </p:cNvCxnSpPr>
          <p:nvPr/>
        </p:nvCxnSpPr>
        <p:spPr>
          <a:xfrm>
            <a:off x="1014891" y="2659406"/>
            <a:ext cx="302126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5FF601F2-D891-4988-97B2-B1FF252221FF}"/>
              </a:ext>
            </a:extLst>
          </p:cNvPr>
          <p:cNvCxnSpPr>
            <a:cxnSpLocks/>
            <a:stCxn id="8" idx="4"/>
            <a:endCxn id="51" idx="7"/>
          </p:cNvCxnSpPr>
          <p:nvPr/>
        </p:nvCxnSpPr>
        <p:spPr>
          <a:xfrm flipH="1">
            <a:off x="2314465" y="2659406"/>
            <a:ext cx="329822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92B6111E-3713-4C1A-BA0A-567B7396174D}"/>
              </a:ext>
            </a:extLst>
          </p:cNvPr>
          <p:cNvCxnSpPr>
            <a:cxnSpLocks/>
            <a:stCxn id="51" idx="2"/>
            <a:endCxn id="49" idx="6"/>
          </p:cNvCxnSpPr>
          <p:nvPr/>
        </p:nvCxnSpPr>
        <p:spPr>
          <a:xfrm flipH="1">
            <a:off x="1586151" y="3063485"/>
            <a:ext cx="45918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AEB8AEF3-42B5-4E12-A100-4572FEAEE4B1}"/>
              </a:ext>
            </a:extLst>
          </p:cNvPr>
          <p:cNvCxnSpPr>
            <a:cxnSpLocks/>
            <a:stCxn id="6" idx="3"/>
            <a:endCxn id="50" idx="7"/>
          </p:cNvCxnSpPr>
          <p:nvPr/>
        </p:nvCxnSpPr>
        <p:spPr>
          <a:xfrm flipH="1">
            <a:off x="1126370" y="1647934"/>
            <a:ext cx="577892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DF6B7309-5DB3-4DFF-A740-C2A71C284801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1927220" y="1647934"/>
            <a:ext cx="605588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351FD7F-209A-4DC7-A45A-403B00E296BD}"/>
              </a:ext>
            </a:extLst>
          </p:cNvPr>
          <p:cNvSpPr txBox="1"/>
          <p:nvPr/>
        </p:nvSpPr>
        <p:spPr>
          <a:xfrm>
            <a:off x="938823" y="1437574"/>
            <a:ext cx="214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7D5944B-4E0C-4860-AF91-6FCDCC68CFE8}"/>
              </a:ext>
            </a:extLst>
          </p:cNvPr>
          <p:cNvSpPr txBox="1"/>
          <p:nvPr/>
        </p:nvSpPr>
        <p:spPr>
          <a:xfrm>
            <a:off x="1953976" y="121130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91AB127-7A17-4469-BE30-173F127D3E4A}"/>
              </a:ext>
            </a:extLst>
          </p:cNvPr>
          <p:cNvSpPr txBox="1"/>
          <p:nvPr/>
        </p:nvSpPr>
        <p:spPr>
          <a:xfrm>
            <a:off x="2525904" y="146347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574F8DE-622A-4B79-A831-C82BDE9E59DE}"/>
              </a:ext>
            </a:extLst>
          </p:cNvPr>
          <p:cNvSpPr txBox="1"/>
          <p:nvPr/>
        </p:nvSpPr>
        <p:spPr>
          <a:xfrm>
            <a:off x="2761979" y="250238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10320B4-12A3-43BB-9A7A-FFA55945CB9C}"/>
              </a:ext>
            </a:extLst>
          </p:cNvPr>
          <p:cNvSpPr txBox="1"/>
          <p:nvPr/>
        </p:nvSpPr>
        <p:spPr>
          <a:xfrm>
            <a:off x="2335481" y="30634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93C50E3-6E6C-4042-9FFF-4DD51AED7A64}"/>
              </a:ext>
            </a:extLst>
          </p:cNvPr>
          <p:cNvSpPr txBox="1"/>
          <p:nvPr/>
        </p:nvSpPr>
        <p:spPr>
          <a:xfrm>
            <a:off x="1034527" y="305463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0154565-3000-4187-AD30-43E0BCB7A007}"/>
              </a:ext>
            </a:extLst>
          </p:cNvPr>
          <p:cNvSpPr txBox="1"/>
          <p:nvPr/>
        </p:nvSpPr>
        <p:spPr>
          <a:xfrm>
            <a:off x="627374" y="248959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B2C542DA-ADED-49B6-99E1-4053F9AC5589}"/>
              </a:ext>
            </a:extLst>
          </p:cNvPr>
          <p:cNvSpPr/>
          <p:nvPr/>
        </p:nvSpPr>
        <p:spPr>
          <a:xfrm>
            <a:off x="3128052" y="2110228"/>
            <a:ext cx="777400" cy="506696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C73289C-D22E-4C9D-95B6-E211F2B09F6C}"/>
              </a:ext>
            </a:extLst>
          </p:cNvPr>
          <p:cNvSpPr txBox="1"/>
          <p:nvPr/>
        </p:nvSpPr>
        <p:spPr>
          <a:xfrm>
            <a:off x="4047044" y="1609633"/>
            <a:ext cx="3382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Não atende ao Teorema de Dirac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537AA9E-6BD5-4020-8283-063061530B4D}"/>
              </a:ext>
            </a:extLst>
          </p:cNvPr>
          <p:cNvSpPr txBox="1"/>
          <p:nvPr/>
        </p:nvSpPr>
        <p:spPr>
          <a:xfrm>
            <a:off x="4047044" y="2171705"/>
            <a:ext cx="3160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Não atende ao Teorema de Ore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99FF15F-AB4D-4251-A918-2F20152F04D8}"/>
              </a:ext>
            </a:extLst>
          </p:cNvPr>
          <p:cNvSpPr txBox="1"/>
          <p:nvPr/>
        </p:nvSpPr>
        <p:spPr>
          <a:xfrm>
            <a:off x="4047044" y="2733776"/>
            <a:ext cx="439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Não atende ao Teorema de </a:t>
            </a:r>
            <a:r>
              <a:rPr lang="pt-BR" dirty="0" err="1"/>
              <a:t>Bondy</a:t>
            </a:r>
            <a:r>
              <a:rPr lang="pt-BR" dirty="0"/>
              <a:t> &amp; </a:t>
            </a:r>
            <a:r>
              <a:rPr lang="pt-BR" dirty="0" err="1"/>
              <a:t>Chvátal</a:t>
            </a:r>
            <a:endParaRPr lang="pt-BR" dirty="0"/>
          </a:p>
        </p:txBody>
      </p:sp>
      <p:sp>
        <p:nvSpPr>
          <p:cNvPr id="31" name="Símbolo de &quot;Não Permitido&quot; 30">
            <a:extLst>
              <a:ext uri="{FF2B5EF4-FFF2-40B4-BE49-F238E27FC236}">
                <a16:creationId xmlns:a16="http://schemas.microsoft.com/office/drawing/2014/main" id="{EFDF32DD-531B-4374-AD30-C36D65939CFC}"/>
              </a:ext>
            </a:extLst>
          </p:cNvPr>
          <p:cNvSpPr/>
          <p:nvPr/>
        </p:nvSpPr>
        <p:spPr>
          <a:xfrm>
            <a:off x="7317680" y="1619862"/>
            <a:ext cx="374057" cy="369332"/>
          </a:xfrm>
          <a:prstGeom prst="noSmoking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2" name="Símbolo de &quot;Não Permitido&quot; 31">
            <a:extLst>
              <a:ext uri="{FF2B5EF4-FFF2-40B4-BE49-F238E27FC236}">
                <a16:creationId xmlns:a16="http://schemas.microsoft.com/office/drawing/2014/main" id="{960147EF-EC17-4E74-8BB7-3ABB7E9E49F2}"/>
              </a:ext>
            </a:extLst>
          </p:cNvPr>
          <p:cNvSpPr/>
          <p:nvPr/>
        </p:nvSpPr>
        <p:spPr>
          <a:xfrm>
            <a:off x="7317679" y="2206535"/>
            <a:ext cx="374057" cy="369332"/>
          </a:xfrm>
          <a:prstGeom prst="noSmoking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3" name="Símbolo de &quot;Não Permitido&quot; 32">
            <a:extLst>
              <a:ext uri="{FF2B5EF4-FFF2-40B4-BE49-F238E27FC236}">
                <a16:creationId xmlns:a16="http://schemas.microsoft.com/office/drawing/2014/main" id="{1518999E-BB6B-4187-B7A3-E60B64A3D93D}"/>
              </a:ext>
            </a:extLst>
          </p:cNvPr>
          <p:cNvSpPr/>
          <p:nvPr/>
        </p:nvSpPr>
        <p:spPr>
          <a:xfrm>
            <a:off x="8424868" y="2725612"/>
            <a:ext cx="374057" cy="369332"/>
          </a:xfrm>
          <a:prstGeom prst="noSmoking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F5E330B1-F492-4530-B121-7B967A0962AE}"/>
              </a:ext>
            </a:extLst>
          </p:cNvPr>
          <p:cNvSpPr/>
          <p:nvPr/>
        </p:nvSpPr>
        <p:spPr>
          <a:xfrm>
            <a:off x="5765473" y="3371262"/>
            <a:ext cx="2362575" cy="77768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G</a:t>
            </a:r>
            <a:r>
              <a:rPr lang="pt-BR" sz="2000" baseline="-25000" dirty="0"/>
              <a:t>4</a:t>
            </a:r>
            <a:r>
              <a:rPr lang="pt-BR" sz="2000" dirty="0"/>
              <a:t> é hamiltoniano</a:t>
            </a:r>
          </a:p>
        </p:txBody>
      </p:sp>
      <p:sp>
        <p:nvSpPr>
          <p:cNvPr id="5" name="Seta: Entalhada para a Direita 4">
            <a:extLst>
              <a:ext uri="{FF2B5EF4-FFF2-40B4-BE49-F238E27FC236}">
                <a16:creationId xmlns:a16="http://schemas.microsoft.com/office/drawing/2014/main" id="{784085FC-10BD-4C2D-8B35-C4F07C60B4D6}"/>
              </a:ext>
            </a:extLst>
          </p:cNvPr>
          <p:cNvSpPr/>
          <p:nvPr/>
        </p:nvSpPr>
        <p:spPr>
          <a:xfrm>
            <a:off x="3785786" y="3358452"/>
            <a:ext cx="1632857" cy="777688"/>
          </a:xfrm>
          <a:prstGeom prst="notch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PORÉM</a:t>
            </a:r>
          </a:p>
        </p:txBody>
      </p:sp>
    </p:spTree>
    <p:extLst>
      <p:ext uri="{BB962C8B-B14F-4D97-AF65-F5344CB8AC3E}">
        <p14:creationId xmlns:p14="http://schemas.microsoft.com/office/powerpoint/2010/main" val="89379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29" grpId="0"/>
      <p:bldP spid="30" grpId="0"/>
      <p:bldP spid="31" grpId="0" animBg="1"/>
      <p:bldP spid="32" grpId="0" animBg="1"/>
      <p:bldP spid="33" grpId="0" animBg="1"/>
      <p:bldP spid="3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Hamiltoniano – Condição Necessária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1014891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658086" y="140033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2486632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1172546" y="1545373"/>
            <a:ext cx="485540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0"/>
          </p:cNvCxnSpPr>
          <p:nvPr/>
        </p:nvCxnSpPr>
        <p:spPr>
          <a:xfrm>
            <a:off x="1973396" y="1545373"/>
            <a:ext cx="493877" cy="19058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309618" y="173595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15" idx="5"/>
          </p:cNvCxnSpPr>
          <p:nvPr/>
        </p:nvCxnSpPr>
        <p:spPr>
          <a:xfrm flipH="1" flipV="1">
            <a:off x="2578752" y="1983561"/>
            <a:ext cx="65535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50" idx="0"/>
            <a:endCxn id="4" idx="3"/>
          </p:cNvCxnSpPr>
          <p:nvPr/>
        </p:nvCxnSpPr>
        <p:spPr>
          <a:xfrm flipV="1">
            <a:off x="1014891" y="1983561"/>
            <a:ext cx="46176" cy="38575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C26C4577-0F9A-4912-B123-7F6EFF9703DA}"/>
              </a:ext>
            </a:extLst>
          </p:cNvPr>
          <p:cNvSpPr/>
          <p:nvPr/>
        </p:nvSpPr>
        <p:spPr>
          <a:xfrm>
            <a:off x="127084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E6DD4283-8655-4C85-8436-006FACE7B9B1}"/>
              </a:ext>
            </a:extLst>
          </p:cNvPr>
          <p:cNvSpPr/>
          <p:nvPr/>
        </p:nvSpPr>
        <p:spPr>
          <a:xfrm>
            <a:off x="857236" y="236932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31AADB4-5E59-447B-898F-7B6BAE4BF18C}"/>
              </a:ext>
            </a:extLst>
          </p:cNvPr>
          <p:cNvSpPr/>
          <p:nvPr/>
        </p:nvSpPr>
        <p:spPr>
          <a:xfrm>
            <a:off x="2045331" y="291844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FED9EC4B-BF37-411E-99D0-C591AF147F7E}"/>
              </a:ext>
            </a:extLst>
          </p:cNvPr>
          <p:cNvCxnSpPr>
            <a:cxnSpLocks/>
            <a:stCxn id="50" idx="4"/>
            <a:endCxn id="49" idx="1"/>
          </p:cNvCxnSpPr>
          <p:nvPr/>
        </p:nvCxnSpPr>
        <p:spPr>
          <a:xfrm>
            <a:off x="1014891" y="2659406"/>
            <a:ext cx="302126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5FF601F2-D891-4988-97B2-B1FF252221FF}"/>
              </a:ext>
            </a:extLst>
          </p:cNvPr>
          <p:cNvCxnSpPr>
            <a:cxnSpLocks/>
            <a:stCxn id="8" idx="4"/>
            <a:endCxn id="51" idx="7"/>
          </p:cNvCxnSpPr>
          <p:nvPr/>
        </p:nvCxnSpPr>
        <p:spPr>
          <a:xfrm flipH="1">
            <a:off x="2314465" y="2659406"/>
            <a:ext cx="329822" cy="30151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92B6111E-3713-4C1A-BA0A-567B7396174D}"/>
              </a:ext>
            </a:extLst>
          </p:cNvPr>
          <p:cNvCxnSpPr>
            <a:cxnSpLocks/>
            <a:stCxn id="51" idx="2"/>
            <a:endCxn id="49" idx="6"/>
          </p:cNvCxnSpPr>
          <p:nvPr/>
        </p:nvCxnSpPr>
        <p:spPr>
          <a:xfrm flipH="1">
            <a:off x="1586151" y="3063485"/>
            <a:ext cx="45918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AEB8AEF3-42B5-4E12-A100-4572FEAEE4B1}"/>
              </a:ext>
            </a:extLst>
          </p:cNvPr>
          <p:cNvCxnSpPr>
            <a:cxnSpLocks/>
            <a:stCxn id="6" idx="3"/>
            <a:endCxn id="50" idx="7"/>
          </p:cNvCxnSpPr>
          <p:nvPr/>
        </p:nvCxnSpPr>
        <p:spPr>
          <a:xfrm flipH="1">
            <a:off x="1126370" y="1647934"/>
            <a:ext cx="577892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DF6B7309-5DB3-4DFF-A740-C2A71C284801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1927220" y="1647934"/>
            <a:ext cx="605588" cy="7638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351FD7F-209A-4DC7-A45A-403B00E296BD}"/>
              </a:ext>
            </a:extLst>
          </p:cNvPr>
          <p:cNvSpPr txBox="1"/>
          <p:nvPr/>
        </p:nvSpPr>
        <p:spPr>
          <a:xfrm>
            <a:off x="938823" y="1437574"/>
            <a:ext cx="214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7D5944B-4E0C-4860-AF91-6FCDCC68CFE8}"/>
              </a:ext>
            </a:extLst>
          </p:cNvPr>
          <p:cNvSpPr txBox="1"/>
          <p:nvPr/>
        </p:nvSpPr>
        <p:spPr>
          <a:xfrm>
            <a:off x="1953976" y="121130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91AB127-7A17-4469-BE30-173F127D3E4A}"/>
              </a:ext>
            </a:extLst>
          </p:cNvPr>
          <p:cNvSpPr txBox="1"/>
          <p:nvPr/>
        </p:nvSpPr>
        <p:spPr>
          <a:xfrm>
            <a:off x="2525904" y="146347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574F8DE-622A-4B79-A831-C82BDE9E59DE}"/>
              </a:ext>
            </a:extLst>
          </p:cNvPr>
          <p:cNvSpPr txBox="1"/>
          <p:nvPr/>
        </p:nvSpPr>
        <p:spPr>
          <a:xfrm>
            <a:off x="2761979" y="250238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10320B4-12A3-43BB-9A7A-FFA55945CB9C}"/>
              </a:ext>
            </a:extLst>
          </p:cNvPr>
          <p:cNvSpPr txBox="1"/>
          <p:nvPr/>
        </p:nvSpPr>
        <p:spPr>
          <a:xfrm>
            <a:off x="2335481" y="30634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93C50E3-6E6C-4042-9FFF-4DD51AED7A64}"/>
              </a:ext>
            </a:extLst>
          </p:cNvPr>
          <p:cNvSpPr txBox="1"/>
          <p:nvPr/>
        </p:nvSpPr>
        <p:spPr>
          <a:xfrm>
            <a:off x="1034527" y="305463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0154565-3000-4187-AD30-43E0BCB7A007}"/>
              </a:ext>
            </a:extLst>
          </p:cNvPr>
          <p:cNvSpPr txBox="1"/>
          <p:nvPr/>
        </p:nvSpPr>
        <p:spPr>
          <a:xfrm>
            <a:off x="627374" y="248959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B2C542DA-ADED-49B6-99E1-4053F9AC5589}"/>
              </a:ext>
            </a:extLst>
          </p:cNvPr>
          <p:cNvSpPr/>
          <p:nvPr/>
        </p:nvSpPr>
        <p:spPr>
          <a:xfrm>
            <a:off x="3128052" y="2110228"/>
            <a:ext cx="777400" cy="506696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C73289C-D22E-4C9D-95B6-E211F2B09F6C}"/>
              </a:ext>
            </a:extLst>
          </p:cNvPr>
          <p:cNvSpPr txBox="1"/>
          <p:nvPr/>
        </p:nvSpPr>
        <p:spPr>
          <a:xfrm>
            <a:off x="4047044" y="1609633"/>
            <a:ext cx="3382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Não atende ao Teorema de Dirac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537AA9E-6BD5-4020-8283-063061530B4D}"/>
              </a:ext>
            </a:extLst>
          </p:cNvPr>
          <p:cNvSpPr txBox="1"/>
          <p:nvPr/>
        </p:nvSpPr>
        <p:spPr>
          <a:xfrm>
            <a:off x="4047044" y="2171705"/>
            <a:ext cx="3160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Não atende ao Teorema de Ore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99FF15F-AB4D-4251-A918-2F20152F04D8}"/>
              </a:ext>
            </a:extLst>
          </p:cNvPr>
          <p:cNvSpPr txBox="1"/>
          <p:nvPr/>
        </p:nvSpPr>
        <p:spPr>
          <a:xfrm>
            <a:off x="4047044" y="2733776"/>
            <a:ext cx="439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Não atende ao Teorema de </a:t>
            </a:r>
            <a:r>
              <a:rPr lang="pt-BR" dirty="0" err="1"/>
              <a:t>Bondy</a:t>
            </a:r>
            <a:r>
              <a:rPr lang="pt-BR" dirty="0"/>
              <a:t> &amp; </a:t>
            </a:r>
            <a:r>
              <a:rPr lang="pt-BR" dirty="0" err="1"/>
              <a:t>Chvátal</a:t>
            </a:r>
            <a:endParaRPr lang="pt-BR" dirty="0"/>
          </a:p>
        </p:txBody>
      </p:sp>
      <p:sp>
        <p:nvSpPr>
          <p:cNvPr id="31" name="Símbolo de &quot;Não Permitido&quot; 30">
            <a:extLst>
              <a:ext uri="{FF2B5EF4-FFF2-40B4-BE49-F238E27FC236}">
                <a16:creationId xmlns:a16="http://schemas.microsoft.com/office/drawing/2014/main" id="{EFDF32DD-531B-4374-AD30-C36D65939CFC}"/>
              </a:ext>
            </a:extLst>
          </p:cNvPr>
          <p:cNvSpPr/>
          <p:nvPr/>
        </p:nvSpPr>
        <p:spPr>
          <a:xfrm>
            <a:off x="7317680" y="1619862"/>
            <a:ext cx="374057" cy="369332"/>
          </a:xfrm>
          <a:prstGeom prst="noSmoking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2" name="Símbolo de &quot;Não Permitido&quot; 31">
            <a:extLst>
              <a:ext uri="{FF2B5EF4-FFF2-40B4-BE49-F238E27FC236}">
                <a16:creationId xmlns:a16="http://schemas.microsoft.com/office/drawing/2014/main" id="{960147EF-EC17-4E74-8BB7-3ABB7E9E49F2}"/>
              </a:ext>
            </a:extLst>
          </p:cNvPr>
          <p:cNvSpPr/>
          <p:nvPr/>
        </p:nvSpPr>
        <p:spPr>
          <a:xfrm>
            <a:off x="7317679" y="2206535"/>
            <a:ext cx="374057" cy="369332"/>
          </a:xfrm>
          <a:prstGeom prst="noSmoking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3" name="Símbolo de &quot;Não Permitido&quot; 32">
            <a:extLst>
              <a:ext uri="{FF2B5EF4-FFF2-40B4-BE49-F238E27FC236}">
                <a16:creationId xmlns:a16="http://schemas.microsoft.com/office/drawing/2014/main" id="{1518999E-BB6B-4187-B7A3-E60B64A3D93D}"/>
              </a:ext>
            </a:extLst>
          </p:cNvPr>
          <p:cNvSpPr/>
          <p:nvPr/>
        </p:nvSpPr>
        <p:spPr>
          <a:xfrm>
            <a:off x="8424868" y="2725612"/>
            <a:ext cx="374057" cy="369332"/>
          </a:xfrm>
          <a:prstGeom prst="noSmoking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F5E330B1-F492-4530-B121-7B967A0962AE}"/>
              </a:ext>
            </a:extLst>
          </p:cNvPr>
          <p:cNvSpPr/>
          <p:nvPr/>
        </p:nvSpPr>
        <p:spPr>
          <a:xfrm>
            <a:off x="5765473" y="3371262"/>
            <a:ext cx="2362575" cy="77768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G</a:t>
            </a:r>
            <a:r>
              <a:rPr lang="pt-BR" sz="2000" baseline="-25000" dirty="0"/>
              <a:t>4</a:t>
            </a:r>
            <a:r>
              <a:rPr lang="pt-BR" sz="2000" dirty="0"/>
              <a:t> é hamiltoniano</a:t>
            </a:r>
          </a:p>
        </p:txBody>
      </p:sp>
      <p:sp>
        <p:nvSpPr>
          <p:cNvPr id="5" name="Seta: Entalhada para a Direita 4">
            <a:extLst>
              <a:ext uri="{FF2B5EF4-FFF2-40B4-BE49-F238E27FC236}">
                <a16:creationId xmlns:a16="http://schemas.microsoft.com/office/drawing/2014/main" id="{784085FC-10BD-4C2D-8B35-C4F07C60B4D6}"/>
              </a:ext>
            </a:extLst>
          </p:cNvPr>
          <p:cNvSpPr/>
          <p:nvPr/>
        </p:nvSpPr>
        <p:spPr>
          <a:xfrm>
            <a:off x="3785786" y="3358452"/>
            <a:ext cx="1632857" cy="777688"/>
          </a:xfrm>
          <a:prstGeom prst="notch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PORÉM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ADA8D5C-D02C-4507-A9BF-284B2A8C0CBF}"/>
              </a:ext>
            </a:extLst>
          </p:cNvPr>
          <p:cNvSpPr/>
          <p:nvPr/>
        </p:nvSpPr>
        <p:spPr>
          <a:xfrm>
            <a:off x="1172546" y="1762246"/>
            <a:ext cx="6845084" cy="206184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0" i="0" u="none" strike="noStrike" baseline="0" dirty="0"/>
              <a:t>Não se conhece uma condição necessária e suficiente trivial para a existência de um ciclo hamiltoniano em um grafo qualquer.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92789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</a:t>
            </a:r>
            <a:r>
              <a:rPr lang="pt-BR" dirty="0" err="1"/>
              <a:t>Euleriano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trajeto </a:t>
            </a:r>
            <a:r>
              <a:rPr lang="pt-BR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euleriano</a:t>
            </a:r>
            <a:r>
              <a:rPr lang="pt-BR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um trajeto que passa por cada aresta de um grafo exatamente uma vez.</a:t>
            </a:r>
          </a:p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ciclo </a:t>
            </a:r>
            <a:r>
              <a:rPr lang="pt-BR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euleriano</a:t>
            </a:r>
            <a:r>
              <a:rPr lang="pt-BR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um caminho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euleriano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que começa e termina no mesmo vértice (isto é, um trajeto fechado).</a:t>
            </a:r>
          </a:p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grafo </a:t>
            </a:r>
            <a:r>
              <a:rPr lang="pt-BR" sz="2000" dirty="0"/>
              <a:t>é dito </a:t>
            </a:r>
            <a:r>
              <a:rPr lang="pt-BR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euleriano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possuir um </a:t>
            </a:r>
            <a:r>
              <a:rPr lang="pt-BR" sz="2000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ciclo </a:t>
            </a:r>
            <a:r>
              <a:rPr lang="pt-BR" sz="2000" b="1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euleriano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grafo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dito </a:t>
            </a:r>
            <a:r>
              <a:rPr lang="pt-BR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semi-euleriano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possuir um </a:t>
            </a:r>
            <a:r>
              <a:rPr lang="pt-BR" sz="2000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trajeto </a:t>
            </a:r>
            <a:r>
              <a:rPr lang="pt-BR" sz="2000" b="1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euleriano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Logo, um grafo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euleriano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também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semi-euleriano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0648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</a:t>
            </a:r>
            <a:r>
              <a:rPr lang="pt-BR" dirty="0" err="1"/>
              <a:t>Euleriano</a:t>
            </a:r>
            <a:r>
              <a:rPr lang="pt-BR" dirty="0"/>
              <a:t> – Exemplo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2DE6A045-59AD-457B-BC1E-60B36C72DAE1}"/>
              </a:ext>
            </a:extLst>
          </p:cNvPr>
          <p:cNvSpPr txBox="1"/>
          <p:nvPr/>
        </p:nvSpPr>
        <p:spPr>
          <a:xfrm>
            <a:off x="1473793" y="2938280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err="1"/>
              <a:t>Euleriano</a:t>
            </a:r>
            <a:endParaRPr lang="pt-BR" dirty="0"/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7B7851EF-7C11-46E0-849A-B7438ACE39B4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9F82CBC-F864-4DA3-B75C-3985635F33F8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1EB47813-B82C-4372-B474-877FA0A6FC57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9978A02D-6A51-4F10-8734-5B9353C85B4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991FE242-D9C6-4688-B548-B310A4FA36DC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FDF9DCEB-7D2B-4E5D-8A7E-0A00420D8E03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9A6D8930-82AA-4D72-814F-662BDCAF9468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6CA7C06E-1BA6-4E12-B7A8-0A2CDCFC9B49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76BF1D03-9946-48FE-80B9-1C580505B64A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34698AB8-4895-4E74-9D98-2A9318509366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74B8A8FD-9C9B-4AEB-8E65-7DA5A534375F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8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5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</a:t>
            </a:r>
            <a:r>
              <a:rPr lang="pt-BR" dirty="0" err="1"/>
              <a:t>Euleriano</a:t>
            </a:r>
            <a:r>
              <a:rPr lang="pt-BR" dirty="0"/>
              <a:t> – Exemplo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2DE6A045-59AD-457B-BC1E-60B36C72DAE1}"/>
              </a:ext>
            </a:extLst>
          </p:cNvPr>
          <p:cNvSpPr txBox="1"/>
          <p:nvPr/>
        </p:nvSpPr>
        <p:spPr>
          <a:xfrm>
            <a:off x="1473793" y="2938280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err="1"/>
              <a:t>Euleriano</a:t>
            </a:r>
            <a:endParaRPr lang="pt-BR" dirty="0"/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7B7851EF-7C11-46E0-849A-B7438ACE39B4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9F82CBC-F864-4DA3-B75C-3985635F33F8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1EB47813-B82C-4372-B474-877FA0A6FC57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9978A02D-6A51-4F10-8734-5B9353C85B4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991FE242-D9C6-4688-B548-B310A4FA36DC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FDF9DCEB-7D2B-4E5D-8A7E-0A00420D8E03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9A6D8930-82AA-4D72-814F-662BDCAF9468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6CA7C06E-1BA6-4E12-B7A8-0A2CDCFC9B49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76BF1D03-9946-48FE-80B9-1C580505B64A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34698AB8-4895-4E74-9D98-2A9318509366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74B8A8FD-9C9B-4AEB-8E65-7DA5A534375F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BB839882-7315-4902-8644-AAE86FD2A462}"/>
              </a:ext>
            </a:extLst>
          </p:cNvPr>
          <p:cNvSpPr/>
          <p:nvPr/>
        </p:nvSpPr>
        <p:spPr>
          <a:xfrm>
            <a:off x="3560006" y="345951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8E478CE1-8CCE-46F1-AC50-2DCC10C973CF}"/>
              </a:ext>
            </a:extLst>
          </p:cNvPr>
          <p:cNvSpPr/>
          <p:nvPr/>
        </p:nvSpPr>
        <p:spPr>
          <a:xfrm>
            <a:off x="4170236" y="288177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D403D7C3-D474-476B-8D62-97DEC9F5C7EF}"/>
              </a:ext>
            </a:extLst>
          </p:cNvPr>
          <p:cNvSpPr/>
          <p:nvPr/>
        </p:nvSpPr>
        <p:spPr>
          <a:xfrm>
            <a:off x="4855159" y="345821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7ACCFF01-D643-4A12-9A39-0108F659CD4A}"/>
              </a:ext>
            </a:extLst>
          </p:cNvPr>
          <p:cNvSpPr/>
          <p:nvPr/>
        </p:nvSpPr>
        <p:spPr>
          <a:xfrm>
            <a:off x="4193571" y="403741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C3F015EB-3A9A-4775-80D0-F251A2B94853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3829140" y="3129379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DE3AC89F-4FF3-48F2-98C0-06E99E9BB6F2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4462705" y="3705815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2135D8DF-8CF5-4513-AB05-4B96DAE9CB2B}"/>
              </a:ext>
            </a:extLst>
          </p:cNvPr>
          <p:cNvSpPr txBox="1"/>
          <p:nvPr/>
        </p:nvSpPr>
        <p:spPr>
          <a:xfrm>
            <a:off x="3593854" y="3946311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F6AE8C1F-36ED-4786-9669-C90897C1520E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4485546" y="3026818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223EDCA7-61B5-4C02-91A9-FACBC586A569}"/>
              </a:ext>
            </a:extLst>
          </p:cNvPr>
          <p:cNvSpPr/>
          <p:nvPr/>
        </p:nvSpPr>
        <p:spPr>
          <a:xfrm>
            <a:off x="5488724" y="288177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44029944-F881-426F-9C83-B5B5796CDECA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5124293" y="3129379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B203F90-24C7-470C-8D2F-E8CAF79946E9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4327891" y="3171861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EB01738-F39A-4D99-A2B5-4ABD29C76407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3829140" y="3707122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107C2110-CB98-4724-A12B-F60775064890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4439370" y="3129379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C0B75E67-3414-49DF-A87B-739419EB939E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5646379" y="3171861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8C699FA8-8474-4A14-AEB3-19FE2B86BE8D}"/>
              </a:ext>
            </a:extLst>
          </p:cNvPr>
          <p:cNvSpPr/>
          <p:nvPr/>
        </p:nvSpPr>
        <p:spPr>
          <a:xfrm>
            <a:off x="5488724" y="403741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758276DC-DC7E-464B-B652-9B883B6BA91D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5124293" y="3705815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29424242-A655-442A-9C56-549CA14A5BF6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4508881" y="4182457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EB8360C1-FDA1-4A51-87F1-08FB064B52DA}"/>
              </a:ext>
            </a:extLst>
          </p:cNvPr>
          <p:cNvSpPr txBox="1"/>
          <p:nvPr/>
        </p:nvSpPr>
        <p:spPr>
          <a:xfrm>
            <a:off x="4172766" y="2421540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err="1"/>
              <a:t>Semi-euleriano</a:t>
            </a:r>
            <a:endParaRPr lang="pt-BR" dirty="0"/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C5F38E5F-A349-48CA-ACD5-BB3FDB398CD1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5646379" y="3171861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AF34CD26-A182-40D5-9063-86DC217AB2F1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5124293" y="3705815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FE5FE70A-EAB9-4119-BC55-6B0447583F04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4439370" y="3129379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CC23B1B8-5A66-416C-9783-5B08D7AEBA3C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4485546" y="3026818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8B118E14-B868-48E8-911F-B80D9756746A}"/>
              </a:ext>
            </a:extLst>
          </p:cNvPr>
          <p:cNvCxnSpPr>
            <a:cxnSpLocks/>
            <a:stCxn id="48" idx="3"/>
            <a:endCxn id="39" idx="7"/>
          </p:cNvCxnSpPr>
          <p:nvPr/>
        </p:nvCxnSpPr>
        <p:spPr>
          <a:xfrm flipH="1">
            <a:off x="5124293" y="3129379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>
            <a:extLst>
              <a:ext uri="{FF2B5EF4-FFF2-40B4-BE49-F238E27FC236}">
                <a16:creationId xmlns:a16="http://schemas.microsoft.com/office/drawing/2014/main" id="{FADB63CE-9CDD-4710-9DCC-326E15BAC91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4462705" y="3705815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2F5B451B-BE1C-44B1-B807-07702AD8DFA5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4327891" y="3171861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94FA1474-31E5-41BF-9349-C1192AE7F263}"/>
              </a:ext>
            </a:extLst>
          </p:cNvPr>
          <p:cNvCxnSpPr>
            <a:cxnSpLocks/>
            <a:stCxn id="38" idx="3"/>
            <a:endCxn id="37" idx="7"/>
          </p:cNvCxnSpPr>
          <p:nvPr/>
        </p:nvCxnSpPr>
        <p:spPr>
          <a:xfrm flipH="1">
            <a:off x="3829140" y="3129379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C1CAF372-403A-436E-BA7C-C4A08CBE8B6E}"/>
              </a:ext>
            </a:extLst>
          </p:cNvPr>
          <p:cNvCxnSpPr>
            <a:cxnSpLocks/>
          </p:cNvCxnSpPr>
          <p:nvPr/>
        </p:nvCxnSpPr>
        <p:spPr>
          <a:xfrm>
            <a:off x="3851194" y="3707122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527F0CBF-2722-4F54-AF60-800DB8853EE7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4508881" y="4182457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12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</a:t>
            </a:r>
            <a:r>
              <a:rPr lang="pt-BR" dirty="0" err="1"/>
              <a:t>Euleriano</a:t>
            </a:r>
            <a:r>
              <a:rPr lang="pt-BR" dirty="0"/>
              <a:t> – Exemplo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2DE6A045-59AD-457B-BC1E-60B36C72DAE1}"/>
              </a:ext>
            </a:extLst>
          </p:cNvPr>
          <p:cNvSpPr txBox="1"/>
          <p:nvPr/>
        </p:nvSpPr>
        <p:spPr>
          <a:xfrm>
            <a:off x="1473793" y="2938280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err="1"/>
              <a:t>Euleriano</a:t>
            </a:r>
            <a:endParaRPr lang="pt-BR" dirty="0"/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7B7851EF-7C11-46E0-849A-B7438ACE39B4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9F82CBC-F864-4DA3-B75C-3985635F33F8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1EB47813-B82C-4372-B474-877FA0A6FC57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9978A02D-6A51-4F10-8734-5B9353C85B4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991FE242-D9C6-4688-B548-B310A4FA36DC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FDF9DCEB-7D2B-4E5D-8A7E-0A00420D8E03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9A6D8930-82AA-4D72-814F-662BDCAF9468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6CA7C06E-1BA6-4E12-B7A8-0A2CDCFC9B49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76BF1D03-9946-48FE-80B9-1C580505B64A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34698AB8-4895-4E74-9D98-2A9318509366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74B8A8FD-9C9B-4AEB-8E65-7DA5A534375F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BB839882-7315-4902-8644-AAE86FD2A462}"/>
              </a:ext>
            </a:extLst>
          </p:cNvPr>
          <p:cNvSpPr/>
          <p:nvPr/>
        </p:nvSpPr>
        <p:spPr>
          <a:xfrm>
            <a:off x="3560006" y="345951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8E478CE1-8CCE-46F1-AC50-2DCC10C973CF}"/>
              </a:ext>
            </a:extLst>
          </p:cNvPr>
          <p:cNvSpPr/>
          <p:nvPr/>
        </p:nvSpPr>
        <p:spPr>
          <a:xfrm>
            <a:off x="4170236" y="288177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D403D7C3-D474-476B-8D62-97DEC9F5C7EF}"/>
              </a:ext>
            </a:extLst>
          </p:cNvPr>
          <p:cNvSpPr/>
          <p:nvPr/>
        </p:nvSpPr>
        <p:spPr>
          <a:xfrm>
            <a:off x="4855159" y="345821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7ACCFF01-D643-4A12-9A39-0108F659CD4A}"/>
              </a:ext>
            </a:extLst>
          </p:cNvPr>
          <p:cNvSpPr/>
          <p:nvPr/>
        </p:nvSpPr>
        <p:spPr>
          <a:xfrm>
            <a:off x="4193571" y="403741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C3F015EB-3A9A-4775-80D0-F251A2B94853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3829140" y="3129379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DE3AC89F-4FF3-48F2-98C0-06E99E9BB6F2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4462705" y="3705815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2135D8DF-8CF5-4513-AB05-4B96DAE9CB2B}"/>
              </a:ext>
            </a:extLst>
          </p:cNvPr>
          <p:cNvSpPr txBox="1"/>
          <p:nvPr/>
        </p:nvSpPr>
        <p:spPr>
          <a:xfrm>
            <a:off x="3593854" y="3946311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F6AE8C1F-36ED-4786-9669-C90897C1520E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4485546" y="3026818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223EDCA7-61B5-4C02-91A9-FACBC586A569}"/>
              </a:ext>
            </a:extLst>
          </p:cNvPr>
          <p:cNvSpPr/>
          <p:nvPr/>
        </p:nvSpPr>
        <p:spPr>
          <a:xfrm>
            <a:off x="5488724" y="288177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44029944-F881-426F-9C83-B5B5796CDECA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5124293" y="3129379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B203F90-24C7-470C-8D2F-E8CAF79946E9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4327891" y="3171861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EB01738-F39A-4D99-A2B5-4ABD29C76407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3829140" y="3707122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107C2110-CB98-4724-A12B-F60775064890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4439370" y="3129379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C0B75E67-3414-49DF-A87B-739419EB939E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5646379" y="3171861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8C699FA8-8474-4A14-AEB3-19FE2B86BE8D}"/>
              </a:ext>
            </a:extLst>
          </p:cNvPr>
          <p:cNvSpPr/>
          <p:nvPr/>
        </p:nvSpPr>
        <p:spPr>
          <a:xfrm>
            <a:off x="5488724" y="403741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758276DC-DC7E-464B-B652-9B883B6BA91D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5124293" y="3705815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29424242-A655-442A-9C56-549CA14A5BF6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4508881" y="4182457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EB8360C1-FDA1-4A51-87F1-08FB064B52DA}"/>
              </a:ext>
            </a:extLst>
          </p:cNvPr>
          <p:cNvSpPr txBox="1"/>
          <p:nvPr/>
        </p:nvSpPr>
        <p:spPr>
          <a:xfrm>
            <a:off x="4172766" y="2421540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err="1"/>
              <a:t>Semi-euleriano</a:t>
            </a:r>
            <a:endParaRPr lang="pt-BR" dirty="0"/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C5F38E5F-A349-48CA-ACD5-BB3FDB398CD1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5646379" y="3171861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AF34CD26-A182-40D5-9063-86DC217AB2F1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5124293" y="3705815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FE5FE70A-EAB9-4119-BC55-6B0447583F04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4439370" y="3129379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CC23B1B8-5A66-416C-9783-5B08D7AEBA3C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4485546" y="3026818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8B118E14-B868-48E8-911F-B80D9756746A}"/>
              </a:ext>
            </a:extLst>
          </p:cNvPr>
          <p:cNvCxnSpPr>
            <a:cxnSpLocks/>
            <a:stCxn id="48" idx="3"/>
            <a:endCxn id="39" idx="7"/>
          </p:cNvCxnSpPr>
          <p:nvPr/>
        </p:nvCxnSpPr>
        <p:spPr>
          <a:xfrm flipH="1">
            <a:off x="5124293" y="3129379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>
            <a:extLst>
              <a:ext uri="{FF2B5EF4-FFF2-40B4-BE49-F238E27FC236}">
                <a16:creationId xmlns:a16="http://schemas.microsoft.com/office/drawing/2014/main" id="{FADB63CE-9CDD-4710-9DCC-326E15BAC91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4462705" y="3705815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2F5B451B-BE1C-44B1-B807-07702AD8DFA5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4327891" y="3171861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94FA1474-31E5-41BF-9349-C1192AE7F263}"/>
              </a:ext>
            </a:extLst>
          </p:cNvPr>
          <p:cNvCxnSpPr>
            <a:cxnSpLocks/>
            <a:stCxn id="38" idx="3"/>
            <a:endCxn id="37" idx="7"/>
          </p:cNvCxnSpPr>
          <p:nvPr/>
        </p:nvCxnSpPr>
        <p:spPr>
          <a:xfrm flipH="1">
            <a:off x="3829140" y="3129379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C1CAF372-403A-436E-BA7C-C4A08CBE8B6E}"/>
              </a:ext>
            </a:extLst>
          </p:cNvPr>
          <p:cNvCxnSpPr>
            <a:cxnSpLocks/>
          </p:cNvCxnSpPr>
          <p:nvPr/>
        </p:nvCxnSpPr>
        <p:spPr>
          <a:xfrm>
            <a:off x="3851194" y="3707122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527F0CBF-2722-4F54-AF60-800DB8853EE7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4508881" y="4182457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Elipse 80">
            <a:extLst>
              <a:ext uri="{FF2B5EF4-FFF2-40B4-BE49-F238E27FC236}">
                <a16:creationId xmlns:a16="http://schemas.microsoft.com/office/drawing/2014/main" id="{1F44E718-3B40-4D8C-AC29-383316E53784}"/>
              </a:ext>
            </a:extLst>
          </p:cNvPr>
          <p:cNvSpPr/>
          <p:nvPr/>
        </p:nvSpPr>
        <p:spPr>
          <a:xfrm>
            <a:off x="673861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B712C73A-BA7D-422D-A53F-2D0572285A9F}"/>
              </a:ext>
            </a:extLst>
          </p:cNvPr>
          <p:cNvSpPr/>
          <p:nvPr/>
        </p:nvSpPr>
        <p:spPr>
          <a:xfrm>
            <a:off x="742353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2C16012C-FB41-4A17-9D88-3E5E1AB039C3}"/>
              </a:ext>
            </a:extLst>
          </p:cNvPr>
          <p:cNvSpPr/>
          <p:nvPr/>
        </p:nvSpPr>
        <p:spPr>
          <a:xfrm>
            <a:off x="676194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cxnSp>
        <p:nvCxnSpPr>
          <p:cNvPr id="85" name="Conector reto 84">
            <a:extLst>
              <a:ext uri="{FF2B5EF4-FFF2-40B4-BE49-F238E27FC236}">
                <a16:creationId xmlns:a16="http://schemas.microsoft.com/office/drawing/2014/main" id="{D5AB61C0-F3FF-4155-9B79-3B2503C3C3AA}"/>
              </a:ext>
            </a:extLst>
          </p:cNvPr>
          <p:cNvCxnSpPr>
            <a:cxnSpLocks/>
            <a:stCxn id="82" idx="3"/>
            <a:endCxn id="84" idx="7"/>
          </p:cNvCxnSpPr>
          <p:nvPr/>
        </p:nvCxnSpPr>
        <p:spPr>
          <a:xfrm flipH="1">
            <a:off x="703108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7D6A122B-0645-43AA-8C22-13D1CC3EEDC5}"/>
              </a:ext>
            </a:extLst>
          </p:cNvPr>
          <p:cNvSpPr txBox="1"/>
          <p:nvPr/>
        </p:nvSpPr>
        <p:spPr>
          <a:xfrm>
            <a:off x="6231584" y="1395423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cxnSp>
        <p:nvCxnSpPr>
          <p:cNvPr id="87" name="Conector reto 86">
            <a:extLst>
              <a:ext uri="{FF2B5EF4-FFF2-40B4-BE49-F238E27FC236}">
                <a16:creationId xmlns:a16="http://schemas.microsoft.com/office/drawing/2014/main" id="{1427F6D1-3DC0-49D3-ADD2-5C227D36A90C}"/>
              </a:ext>
            </a:extLst>
          </p:cNvPr>
          <p:cNvCxnSpPr>
            <a:cxnSpLocks/>
            <a:stCxn id="81" idx="6"/>
            <a:endCxn id="88" idx="2"/>
          </p:cNvCxnSpPr>
          <p:nvPr/>
        </p:nvCxnSpPr>
        <p:spPr>
          <a:xfrm>
            <a:off x="705392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Elipse 87">
            <a:extLst>
              <a:ext uri="{FF2B5EF4-FFF2-40B4-BE49-F238E27FC236}">
                <a16:creationId xmlns:a16="http://schemas.microsoft.com/office/drawing/2014/main" id="{23E9B19E-B0B8-4DD8-A120-256055465F81}"/>
              </a:ext>
            </a:extLst>
          </p:cNvPr>
          <p:cNvSpPr/>
          <p:nvPr/>
        </p:nvSpPr>
        <p:spPr>
          <a:xfrm>
            <a:off x="805710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8748ECB9-FDAA-43DB-BED9-841B98B26755}"/>
              </a:ext>
            </a:extLst>
          </p:cNvPr>
          <p:cNvCxnSpPr>
            <a:cxnSpLocks/>
            <a:stCxn id="82" idx="7"/>
            <a:endCxn id="88" idx="3"/>
          </p:cNvCxnSpPr>
          <p:nvPr/>
        </p:nvCxnSpPr>
        <p:spPr>
          <a:xfrm flipV="1">
            <a:off x="769267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38E7C6A7-33F3-498A-B6B2-7239A9D9806F}"/>
              </a:ext>
            </a:extLst>
          </p:cNvPr>
          <p:cNvCxnSpPr>
            <a:cxnSpLocks/>
            <a:stCxn id="84" idx="0"/>
            <a:endCxn id="81" idx="4"/>
          </p:cNvCxnSpPr>
          <p:nvPr/>
        </p:nvCxnSpPr>
        <p:spPr>
          <a:xfrm flipH="1" flipV="1">
            <a:off x="689626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90">
            <a:extLst>
              <a:ext uri="{FF2B5EF4-FFF2-40B4-BE49-F238E27FC236}">
                <a16:creationId xmlns:a16="http://schemas.microsoft.com/office/drawing/2014/main" id="{E3BB652D-74FD-4BA1-97F6-89971C21A97C}"/>
              </a:ext>
            </a:extLst>
          </p:cNvPr>
          <p:cNvCxnSpPr>
            <a:cxnSpLocks/>
            <a:stCxn id="82" idx="1"/>
            <a:endCxn id="81" idx="5"/>
          </p:cNvCxnSpPr>
          <p:nvPr/>
        </p:nvCxnSpPr>
        <p:spPr>
          <a:xfrm flipH="1" flipV="1">
            <a:off x="700774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457F56BE-C0FC-4992-9D87-AD99046DB59A}"/>
              </a:ext>
            </a:extLst>
          </p:cNvPr>
          <p:cNvCxnSpPr>
            <a:cxnSpLocks/>
            <a:stCxn id="93" idx="0"/>
            <a:endCxn id="88" idx="4"/>
          </p:cNvCxnSpPr>
          <p:nvPr/>
        </p:nvCxnSpPr>
        <p:spPr>
          <a:xfrm flipV="1">
            <a:off x="821475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Elipse 92">
            <a:extLst>
              <a:ext uri="{FF2B5EF4-FFF2-40B4-BE49-F238E27FC236}">
                <a16:creationId xmlns:a16="http://schemas.microsoft.com/office/drawing/2014/main" id="{9B8BE7AF-8B47-4AE8-9041-B277B7E99827}"/>
              </a:ext>
            </a:extLst>
          </p:cNvPr>
          <p:cNvSpPr/>
          <p:nvPr/>
        </p:nvSpPr>
        <p:spPr>
          <a:xfrm>
            <a:off x="805710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94" name="Conector reto 93">
            <a:extLst>
              <a:ext uri="{FF2B5EF4-FFF2-40B4-BE49-F238E27FC236}">
                <a16:creationId xmlns:a16="http://schemas.microsoft.com/office/drawing/2014/main" id="{2A29F13B-6C80-4F18-A3B9-398981DB0E5A}"/>
              </a:ext>
            </a:extLst>
          </p:cNvPr>
          <p:cNvCxnSpPr>
            <a:cxnSpLocks/>
            <a:stCxn id="82" idx="5"/>
            <a:endCxn id="93" idx="1"/>
          </p:cNvCxnSpPr>
          <p:nvPr/>
        </p:nvCxnSpPr>
        <p:spPr>
          <a:xfrm>
            <a:off x="769267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>
            <a:extLst>
              <a:ext uri="{FF2B5EF4-FFF2-40B4-BE49-F238E27FC236}">
                <a16:creationId xmlns:a16="http://schemas.microsoft.com/office/drawing/2014/main" id="{1BA6032F-A18F-404E-8E3F-BE39059A3950}"/>
              </a:ext>
            </a:extLst>
          </p:cNvPr>
          <p:cNvCxnSpPr>
            <a:cxnSpLocks/>
            <a:stCxn id="84" idx="6"/>
            <a:endCxn id="93" idx="2"/>
          </p:cNvCxnSpPr>
          <p:nvPr/>
        </p:nvCxnSpPr>
        <p:spPr>
          <a:xfrm>
            <a:off x="707725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461CAF22-A0A4-43B5-9E6A-6B6DD2B3E88F}"/>
              </a:ext>
            </a:extLst>
          </p:cNvPr>
          <p:cNvSpPr txBox="1"/>
          <p:nvPr/>
        </p:nvSpPr>
        <p:spPr>
          <a:xfrm>
            <a:off x="6816398" y="2945888"/>
            <a:ext cx="152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Não-</a:t>
            </a:r>
            <a:r>
              <a:rPr lang="pt-BR" dirty="0" err="1"/>
              <a:t>euleriano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423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</a:t>
            </a:r>
            <a:r>
              <a:rPr lang="pt-BR" dirty="0" err="1"/>
              <a:t>Euleriano</a:t>
            </a:r>
            <a:r>
              <a:rPr lang="pt-BR" dirty="0"/>
              <a:t> – Condição Suficiente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174700"/>
            <a:ext cx="842493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conexo é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euleriano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e somente se todos os seus vértices possuírem grau par. (</a:t>
            </a:r>
            <a:r>
              <a:rPr lang="pt-BR" sz="2000" dirty="0">
                <a:solidFill>
                  <a:srgbClr val="0070C0"/>
                </a:solidFill>
              </a:rPr>
              <a:t>Teorema de Euler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conexo é não-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euleriano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existirem </a:t>
            </a:r>
            <a:r>
              <a:rPr lang="pt-BR" sz="2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três ou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mais vértices de grau ímpar. </a:t>
            </a:r>
          </a:p>
          <a:p>
            <a:pPr>
              <a:spcAft>
                <a:spcPts val="18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conexo é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semi-euleriano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e somente se existem exatamente dois vértices de grau ímpar.</a:t>
            </a:r>
          </a:p>
        </p:txBody>
      </p:sp>
    </p:spTree>
    <p:extLst>
      <p:ext uri="{BB962C8B-B14F-4D97-AF65-F5344CB8AC3E}">
        <p14:creationId xmlns:p14="http://schemas.microsoft.com/office/powerpoint/2010/main" val="102518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Algoritmo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9746" y="1154975"/>
            <a:ext cx="8502733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V(G) possuir 3 ou mais vértices de grau ímpar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</a:t>
            </a:r>
          </a:p>
          <a:p>
            <a:pPr marL="457200" lvl="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>
                <a:solidFill>
                  <a:prstClr val="black">
                    <a:lumMod val="65000"/>
                    <a:lumOff val="35000"/>
                  </a:prstClr>
                </a:solidFill>
                <a:sym typeface="Symbol" panose="05050102010706020507" pitchFamily="18" charset="2"/>
              </a:rPr>
              <a:t>Seja G’ = (V’, E’) tal que V’  V(G)e  </a:t>
            </a:r>
            <a:r>
              <a:rPr lang="pt-BR" sz="2000" dirty="0" err="1">
                <a:solidFill>
                  <a:prstClr val="black">
                    <a:lumMod val="65000"/>
                    <a:lumOff val="35000"/>
                  </a:prstClr>
                </a:solidFill>
                <a:sym typeface="Symbol" panose="05050102010706020507" pitchFamily="18" charset="2"/>
              </a:rPr>
              <a:t>E</a:t>
            </a:r>
            <a:r>
              <a:rPr lang="pt-BR" sz="2000" dirty="0">
                <a:solidFill>
                  <a:prstClr val="black">
                    <a:lumMod val="65000"/>
                    <a:lumOff val="35000"/>
                  </a:prstClr>
                </a:solidFill>
                <a:sym typeface="Symbol" panose="05050102010706020507" pitchFamily="18" charset="2"/>
              </a:rPr>
              <a:t>’  E(G); 	             </a:t>
            </a:r>
            <a:r>
              <a:rPr lang="pt-BR" sz="1600" dirty="0">
                <a:solidFill>
                  <a:srgbClr val="0070C0"/>
                </a:solidFill>
                <a:sym typeface="Symbol" panose="05050102010706020507" pitchFamily="18" charset="2"/>
              </a:rPr>
              <a:t>// Inicializar grafo auxiliar</a:t>
            </a:r>
            <a:endParaRPr lang="pt-BR" sz="20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Selecionar vértice inicial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V’ (escolher v cujo grau seja ímpar, se houver)</a:t>
            </a:r>
            <a:endParaRPr lang="pt-BR" sz="2000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enquanto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E’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 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efetuar</a:t>
            </a:r>
          </a:p>
          <a:p>
            <a:pPr marL="914400" lvl="1" indent="-457200">
              <a:spcAft>
                <a:spcPts val="400"/>
              </a:spcAft>
              <a:buFont typeface="+mj-lt"/>
              <a:buAutoNum type="alphaL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&gt; 1 então</a:t>
            </a:r>
          </a:p>
          <a:p>
            <a:pPr lvl="3">
              <a:spcAft>
                <a:spcPts val="4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Selecionar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que não seja ponte em G’</a:t>
            </a:r>
          </a:p>
          <a:p>
            <a:pPr marL="914400" lvl="1" indent="-457200">
              <a:spcAft>
                <a:spcPts val="400"/>
              </a:spcAft>
              <a:buFont typeface="+mj-lt"/>
              <a:buAutoNum type="alphaL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</a:p>
          <a:p>
            <a:pPr lvl="3">
              <a:spcAft>
                <a:spcPts val="400"/>
              </a:spcAft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Selecionar a única aresta {</a:t>
            </a:r>
            <a:r>
              <a:rPr lang="pt-BR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 disponível em G’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    E’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E’ –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}; 		     </a:t>
            </a:r>
            <a:r>
              <a:rPr lang="pt-BR" sz="1600" dirty="0">
                <a:solidFill>
                  <a:srgbClr val="0070C0"/>
                </a:solidFill>
              </a:rPr>
              <a:t>// Caminhar de v para w e eliminar aresta</a:t>
            </a:r>
          </a:p>
        </p:txBody>
      </p:sp>
    </p:spTree>
    <p:extLst>
      <p:ext uri="{BB962C8B-B14F-4D97-AF65-F5344CB8AC3E}">
        <p14:creationId xmlns:p14="http://schemas.microsoft.com/office/powerpoint/2010/main" val="236353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055C19-4962-4904-8EBD-34E6197F65B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EEC7DE71-6CCB-40FE-8E83-214910EBB253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8CEFBB5-E1C2-4E1F-8C79-12664E463BC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D6E596CE-1068-417B-9B98-8DF89194098D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1A3CE94D-34D1-426A-8FB4-6346BA721936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F769E0C-A367-4063-9774-4649E18B98A7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557D1716-0867-43E6-9754-C913039D8006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8D91927-7B70-4738-BDF1-DD72117828C5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0728DBBD-71C0-491C-9D7A-E9954E9FBF68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CBDA4351-0D2C-47AF-9925-B6FEF4AE1F3E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323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1" grpId="0" animBg="1"/>
      <p:bldP spid="45" grpId="0"/>
      <p:bldP spid="48" grpId="0" animBg="1"/>
      <p:bldP spid="61" grpId="0" animBg="1"/>
      <p:bldP spid="6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97B1C922-A531-4BA9-B99A-2D25BDC98426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3E5E7265-6F3D-47FA-8D97-8D8535D890B4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6DD3A4C-FEC4-4674-A2E7-7F48B4CDA556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10B00467-59BF-4DB0-94A7-1A6A630BC6D4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0B36E00B-533A-4929-A62E-313A05EEFE5A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593F75C0-D379-401F-8B2E-DE4C1EDC213D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385A08D5-4697-4051-86BD-644FF84E7BCB}"/>
              </a:ext>
            </a:extLst>
          </p:cNvPr>
          <p:cNvSpPr txBox="1"/>
          <p:nvPr/>
        </p:nvSpPr>
        <p:spPr>
          <a:xfrm>
            <a:off x="5232626" y="223580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1C8F96-8CAE-4338-B22C-5085D63B6040}"/>
              </a:ext>
            </a:extLst>
          </p:cNvPr>
          <p:cNvSpPr txBox="1"/>
          <p:nvPr/>
        </p:nvSpPr>
        <p:spPr>
          <a:xfrm>
            <a:off x="528616" y="3503980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</a:t>
            </a:r>
          </a:p>
        </p:txBody>
      </p:sp>
    </p:spTree>
    <p:extLst>
      <p:ext uri="{BB962C8B-B14F-4D97-AF65-F5344CB8AC3E}">
        <p14:creationId xmlns:p14="http://schemas.microsoft.com/office/powerpoint/2010/main" val="126186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97B1C922-A531-4BA9-B99A-2D25BDC98426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3E5E7265-6F3D-47FA-8D97-8D8535D890B4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6DD3A4C-FEC4-4674-A2E7-7F48B4CDA556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10B00467-59BF-4DB0-94A7-1A6A630BC6D4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0B36E00B-533A-4929-A62E-313A05EEFE5A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593F75C0-D379-401F-8B2E-DE4C1EDC213D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385A08D5-4697-4051-86BD-644FF84E7BCB}"/>
              </a:ext>
            </a:extLst>
          </p:cNvPr>
          <p:cNvSpPr txBox="1"/>
          <p:nvPr/>
        </p:nvSpPr>
        <p:spPr>
          <a:xfrm>
            <a:off x="5232626" y="223580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C8122030-8551-401A-8E7F-48D9AA18D378}"/>
              </a:ext>
            </a:extLst>
          </p:cNvPr>
          <p:cNvSpPr txBox="1"/>
          <p:nvPr/>
        </p:nvSpPr>
        <p:spPr>
          <a:xfrm>
            <a:off x="6042882" y="1103209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85F9C965-C0AC-4BBD-933B-86441DB7A707}"/>
              </a:ext>
            </a:extLst>
          </p:cNvPr>
          <p:cNvSpPr txBox="1"/>
          <p:nvPr/>
        </p:nvSpPr>
        <p:spPr>
          <a:xfrm>
            <a:off x="528616" y="3503980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</a:t>
            </a:r>
          </a:p>
        </p:txBody>
      </p:sp>
    </p:spTree>
    <p:extLst>
      <p:ext uri="{BB962C8B-B14F-4D97-AF65-F5344CB8AC3E}">
        <p14:creationId xmlns:p14="http://schemas.microsoft.com/office/powerpoint/2010/main" val="210640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3E5E7265-6F3D-47FA-8D97-8D8535D890B4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6DD3A4C-FEC4-4674-A2E7-7F48B4CDA556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10B00467-59BF-4DB0-94A7-1A6A630BC6D4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0B36E00B-533A-4929-A62E-313A05EEFE5A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593F75C0-D379-401F-8B2E-DE4C1EDC213D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C8122030-8551-401A-8E7F-48D9AA18D378}"/>
              </a:ext>
            </a:extLst>
          </p:cNvPr>
          <p:cNvSpPr txBox="1"/>
          <p:nvPr/>
        </p:nvSpPr>
        <p:spPr>
          <a:xfrm>
            <a:off x="6042882" y="1103209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BE9565E-C46D-4616-9892-2DDD37DC87D0}"/>
              </a:ext>
            </a:extLst>
          </p:cNvPr>
          <p:cNvSpPr txBox="1"/>
          <p:nvPr/>
        </p:nvSpPr>
        <p:spPr>
          <a:xfrm>
            <a:off x="528616" y="350398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</a:t>
            </a:r>
          </a:p>
        </p:txBody>
      </p:sp>
    </p:spTree>
    <p:extLst>
      <p:ext uri="{BB962C8B-B14F-4D97-AF65-F5344CB8AC3E}">
        <p14:creationId xmlns:p14="http://schemas.microsoft.com/office/powerpoint/2010/main" val="382824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3E5E7265-6F3D-47FA-8D97-8D8535D890B4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6DD3A4C-FEC4-4674-A2E7-7F48B4CDA556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10B00467-59BF-4DB0-94A7-1A6A630BC6D4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0B36E00B-533A-4929-A62E-313A05EEFE5A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593F75C0-D379-401F-8B2E-DE4C1EDC213D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C8122030-8551-401A-8E7F-48D9AA18D378}"/>
              </a:ext>
            </a:extLst>
          </p:cNvPr>
          <p:cNvSpPr txBox="1"/>
          <p:nvPr/>
        </p:nvSpPr>
        <p:spPr>
          <a:xfrm>
            <a:off x="6042882" y="1103209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2936846-882E-4B79-B5EE-6A81AB426461}"/>
              </a:ext>
            </a:extLst>
          </p:cNvPr>
          <p:cNvSpPr txBox="1"/>
          <p:nvPr/>
        </p:nvSpPr>
        <p:spPr>
          <a:xfrm>
            <a:off x="6082344" y="2791604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189BB12-E7B6-4F26-9D53-0445708BA8A9}"/>
              </a:ext>
            </a:extLst>
          </p:cNvPr>
          <p:cNvSpPr txBox="1"/>
          <p:nvPr/>
        </p:nvSpPr>
        <p:spPr>
          <a:xfrm>
            <a:off x="528616" y="350398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</a:t>
            </a:r>
          </a:p>
        </p:txBody>
      </p:sp>
    </p:spTree>
    <p:extLst>
      <p:ext uri="{BB962C8B-B14F-4D97-AF65-F5344CB8AC3E}">
        <p14:creationId xmlns:p14="http://schemas.microsoft.com/office/powerpoint/2010/main" val="16979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3E5E7265-6F3D-47FA-8D97-8D8535D890B4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6DD3A4C-FEC4-4674-A2E7-7F48B4CDA556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0B36E00B-533A-4929-A62E-313A05EEFE5A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593F75C0-D379-401F-8B2E-DE4C1EDC213D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2936846-882E-4B79-B5EE-6A81AB426461}"/>
              </a:ext>
            </a:extLst>
          </p:cNvPr>
          <p:cNvSpPr txBox="1"/>
          <p:nvPr/>
        </p:nvSpPr>
        <p:spPr>
          <a:xfrm>
            <a:off x="6082344" y="279160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F937201-555E-4455-B5F8-56FF01F84546}"/>
              </a:ext>
            </a:extLst>
          </p:cNvPr>
          <p:cNvSpPr txBox="1"/>
          <p:nvPr/>
        </p:nvSpPr>
        <p:spPr>
          <a:xfrm>
            <a:off x="528616" y="350398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</a:t>
            </a:r>
          </a:p>
        </p:txBody>
      </p:sp>
    </p:spTree>
    <p:extLst>
      <p:ext uri="{BB962C8B-B14F-4D97-AF65-F5344CB8AC3E}">
        <p14:creationId xmlns:p14="http://schemas.microsoft.com/office/powerpoint/2010/main" val="238331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3E5E7265-6F3D-47FA-8D97-8D8535D890B4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6DD3A4C-FEC4-4674-A2E7-7F48B4CDA556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0B36E00B-533A-4929-A62E-313A05EEFE5A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593F75C0-D379-401F-8B2E-DE4C1EDC213D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2936846-882E-4B79-B5EE-6A81AB426461}"/>
              </a:ext>
            </a:extLst>
          </p:cNvPr>
          <p:cNvSpPr txBox="1"/>
          <p:nvPr/>
        </p:nvSpPr>
        <p:spPr>
          <a:xfrm>
            <a:off x="6082344" y="279160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47D23D2-F045-4931-958A-C60FB5F1816C}"/>
              </a:ext>
            </a:extLst>
          </p:cNvPr>
          <p:cNvSpPr txBox="1"/>
          <p:nvPr/>
        </p:nvSpPr>
        <p:spPr>
          <a:xfrm>
            <a:off x="6829865" y="1895134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DCEC1CA1-EFD9-47B6-B362-23DCA8596BE3}"/>
              </a:ext>
            </a:extLst>
          </p:cNvPr>
          <p:cNvSpPr txBox="1"/>
          <p:nvPr/>
        </p:nvSpPr>
        <p:spPr>
          <a:xfrm>
            <a:off x="528616" y="350398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</a:t>
            </a:r>
          </a:p>
        </p:txBody>
      </p:sp>
    </p:spTree>
    <p:extLst>
      <p:ext uri="{BB962C8B-B14F-4D97-AF65-F5344CB8AC3E}">
        <p14:creationId xmlns:p14="http://schemas.microsoft.com/office/powerpoint/2010/main" val="3316559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6DD3A4C-FEC4-4674-A2E7-7F48B4CDA556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0B36E00B-533A-4929-A62E-313A05EEFE5A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593F75C0-D379-401F-8B2E-DE4C1EDC213D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47D23D2-F045-4931-958A-C60FB5F1816C}"/>
              </a:ext>
            </a:extLst>
          </p:cNvPr>
          <p:cNvSpPr txBox="1"/>
          <p:nvPr/>
        </p:nvSpPr>
        <p:spPr>
          <a:xfrm>
            <a:off x="6829865" y="189513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A3FB534-C8B1-4659-8121-8F4652213CCE}"/>
              </a:ext>
            </a:extLst>
          </p:cNvPr>
          <p:cNvSpPr txBox="1"/>
          <p:nvPr/>
        </p:nvSpPr>
        <p:spPr>
          <a:xfrm>
            <a:off x="528616" y="3503980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</a:t>
            </a:r>
          </a:p>
        </p:txBody>
      </p:sp>
    </p:spTree>
    <p:extLst>
      <p:ext uri="{BB962C8B-B14F-4D97-AF65-F5344CB8AC3E}">
        <p14:creationId xmlns:p14="http://schemas.microsoft.com/office/powerpoint/2010/main" val="154786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6DD3A4C-FEC4-4674-A2E7-7F48B4CDA556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0B36E00B-533A-4929-A62E-313A05EEFE5A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593F75C0-D379-401F-8B2E-DE4C1EDC213D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2936846-882E-4B79-B5EE-6A81AB426461}"/>
              </a:ext>
            </a:extLst>
          </p:cNvPr>
          <p:cNvSpPr txBox="1"/>
          <p:nvPr/>
        </p:nvSpPr>
        <p:spPr>
          <a:xfrm>
            <a:off x="6098766" y="1152415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47D23D2-F045-4931-958A-C60FB5F1816C}"/>
              </a:ext>
            </a:extLst>
          </p:cNvPr>
          <p:cNvSpPr txBox="1"/>
          <p:nvPr/>
        </p:nvSpPr>
        <p:spPr>
          <a:xfrm>
            <a:off x="6829865" y="189513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51335738-FC7A-4EDC-9524-3C5DF4BFE53B}"/>
              </a:ext>
            </a:extLst>
          </p:cNvPr>
          <p:cNvSpPr txBox="1"/>
          <p:nvPr/>
        </p:nvSpPr>
        <p:spPr>
          <a:xfrm>
            <a:off x="528616" y="3503980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</a:t>
            </a:r>
          </a:p>
        </p:txBody>
      </p:sp>
    </p:spTree>
    <p:extLst>
      <p:ext uri="{BB962C8B-B14F-4D97-AF65-F5344CB8AC3E}">
        <p14:creationId xmlns:p14="http://schemas.microsoft.com/office/powerpoint/2010/main" val="299825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6DD3A4C-FEC4-4674-A2E7-7F48B4CDA556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593F75C0-D379-401F-8B2E-DE4C1EDC213D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2936846-882E-4B79-B5EE-6A81AB426461}"/>
              </a:ext>
            </a:extLst>
          </p:cNvPr>
          <p:cNvSpPr txBox="1"/>
          <p:nvPr/>
        </p:nvSpPr>
        <p:spPr>
          <a:xfrm>
            <a:off x="6098766" y="115241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D66826F-54B9-476A-9CA4-320E36B0F631}"/>
              </a:ext>
            </a:extLst>
          </p:cNvPr>
          <p:cNvSpPr txBox="1"/>
          <p:nvPr/>
        </p:nvSpPr>
        <p:spPr>
          <a:xfrm>
            <a:off x="528616" y="3503980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</a:t>
            </a:r>
          </a:p>
        </p:txBody>
      </p:sp>
    </p:spTree>
    <p:extLst>
      <p:ext uri="{BB962C8B-B14F-4D97-AF65-F5344CB8AC3E}">
        <p14:creationId xmlns:p14="http://schemas.microsoft.com/office/powerpoint/2010/main" val="234721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6DD3A4C-FEC4-4674-A2E7-7F48B4CDA556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593F75C0-D379-401F-8B2E-DE4C1EDC213D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2936846-882E-4B79-B5EE-6A81AB426461}"/>
              </a:ext>
            </a:extLst>
          </p:cNvPr>
          <p:cNvSpPr txBox="1"/>
          <p:nvPr/>
        </p:nvSpPr>
        <p:spPr>
          <a:xfrm>
            <a:off x="6098766" y="115241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47D23D2-F045-4931-958A-C60FB5F1816C}"/>
              </a:ext>
            </a:extLst>
          </p:cNvPr>
          <p:cNvSpPr txBox="1"/>
          <p:nvPr/>
        </p:nvSpPr>
        <p:spPr>
          <a:xfrm>
            <a:off x="7417254" y="1152415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91DE7B8C-2CCE-405D-9DCC-73974D9A5355}"/>
              </a:ext>
            </a:extLst>
          </p:cNvPr>
          <p:cNvSpPr txBox="1"/>
          <p:nvPr/>
        </p:nvSpPr>
        <p:spPr>
          <a:xfrm>
            <a:off x="528616" y="3503980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</a:t>
            </a:r>
          </a:p>
        </p:txBody>
      </p:sp>
    </p:spTree>
    <p:extLst>
      <p:ext uri="{BB962C8B-B14F-4D97-AF65-F5344CB8AC3E}">
        <p14:creationId xmlns:p14="http://schemas.microsoft.com/office/powerpoint/2010/main" val="152238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593F75C0-D379-401F-8B2E-DE4C1EDC213D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47D23D2-F045-4931-958A-C60FB5F1816C}"/>
              </a:ext>
            </a:extLst>
          </p:cNvPr>
          <p:cNvSpPr txBox="1"/>
          <p:nvPr/>
        </p:nvSpPr>
        <p:spPr>
          <a:xfrm>
            <a:off x="7417254" y="115241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945929B3-C427-4671-8B83-7D23522E7431}"/>
              </a:ext>
            </a:extLst>
          </p:cNvPr>
          <p:cNvSpPr txBox="1"/>
          <p:nvPr/>
        </p:nvSpPr>
        <p:spPr>
          <a:xfrm>
            <a:off x="528616" y="3503980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</a:t>
            </a:r>
          </a:p>
        </p:txBody>
      </p:sp>
    </p:spTree>
    <p:extLst>
      <p:ext uri="{BB962C8B-B14F-4D97-AF65-F5344CB8AC3E}">
        <p14:creationId xmlns:p14="http://schemas.microsoft.com/office/powerpoint/2010/main" val="2821330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593F75C0-D379-401F-8B2E-DE4C1EDC213D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2936846-882E-4B79-B5EE-6A81AB426461}"/>
              </a:ext>
            </a:extLst>
          </p:cNvPr>
          <p:cNvSpPr txBox="1"/>
          <p:nvPr/>
        </p:nvSpPr>
        <p:spPr>
          <a:xfrm>
            <a:off x="7432613" y="2690122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47D23D2-F045-4931-958A-C60FB5F1816C}"/>
              </a:ext>
            </a:extLst>
          </p:cNvPr>
          <p:cNvSpPr txBox="1"/>
          <p:nvPr/>
        </p:nvSpPr>
        <p:spPr>
          <a:xfrm>
            <a:off x="7417254" y="115241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FF6EBBEE-436D-4CAB-A13B-BA8954D050E4}"/>
              </a:ext>
            </a:extLst>
          </p:cNvPr>
          <p:cNvSpPr txBox="1"/>
          <p:nvPr/>
        </p:nvSpPr>
        <p:spPr>
          <a:xfrm>
            <a:off x="528616" y="3503980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</a:t>
            </a:r>
          </a:p>
        </p:txBody>
      </p:sp>
    </p:spTree>
    <p:extLst>
      <p:ext uri="{BB962C8B-B14F-4D97-AF65-F5344CB8AC3E}">
        <p14:creationId xmlns:p14="http://schemas.microsoft.com/office/powerpoint/2010/main" val="387489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2936846-882E-4B79-B5EE-6A81AB426461}"/>
              </a:ext>
            </a:extLst>
          </p:cNvPr>
          <p:cNvSpPr txBox="1"/>
          <p:nvPr/>
        </p:nvSpPr>
        <p:spPr>
          <a:xfrm>
            <a:off x="7432613" y="2690122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D5FC64C-8223-42A5-8F97-156A31AF3E86}"/>
              </a:ext>
            </a:extLst>
          </p:cNvPr>
          <p:cNvSpPr txBox="1"/>
          <p:nvPr/>
        </p:nvSpPr>
        <p:spPr>
          <a:xfrm>
            <a:off x="528616" y="3503980"/>
            <a:ext cx="2177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 / 6</a:t>
            </a:r>
          </a:p>
        </p:txBody>
      </p:sp>
    </p:spTree>
    <p:extLst>
      <p:ext uri="{BB962C8B-B14F-4D97-AF65-F5344CB8AC3E}">
        <p14:creationId xmlns:p14="http://schemas.microsoft.com/office/powerpoint/2010/main" val="130283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2936846-882E-4B79-B5EE-6A81AB426461}"/>
              </a:ext>
            </a:extLst>
          </p:cNvPr>
          <p:cNvSpPr txBox="1"/>
          <p:nvPr/>
        </p:nvSpPr>
        <p:spPr>
          <a:xfrm>
            <a:off x="7432613" y="2690122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47D23D2-F045-4931-958A-C60FB5F1816C}"/>
              </a:ext>
            </a:extLst>
          </p:cNvPr>
          <p:cNvSpPr txBox="1"/>
          <p:nvPr/>
        </p:nvSpPr>
        <p:spPr>
          <a:xfrm>
            <a:off x="6283399" y="1678447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62AA28E-FFFD-4419-B7EB-A46350715904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6204E893-A53E-43B6-A1E2-87EA66148D63}"/>
              </a:ext>
            </a:extLst>
          </p:cNvPr>
          <p:cNvSpPr txBox="1"/>
          <p:nvPr/>
        </p:nvSpPr>
        <p:spPr>
          <a:xfrm>
            <a:off x="528616" y="3503980"/>
            <a:ext cx="2177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 / 6</a:t>
            </a:r>
          </a:p>
        </p:txBody>
      </p:sp>
    </p:spTree>
    <p:extLst>
      <p:ext uri="{BB962C8B-B14F-4D97-AF65-F5344CB8AC3E}">
        <p14:creationId xmlns:p14="http://schemas.microsoft.com/office/powerpoint/2010/main" val="49295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47D23D2-F045-4931-958A-C60FB5F1816C}"/>
              </a:ext>
            </a:extLst>
          </p:cNvPr>
          <p:cNvSpPr txBox="1"/>
          <p:nvPr/>
        </p:nvSpPr>
        <p:spPr>
          <a:xfrm>
            <a:off x="6283399" y="167844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62AA28E-FFFD-4419-B7EB-A46350715904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349F464-C3A7-4688-B9DE-135415D046B5}"/>
              </a:ext>
            </a:extLst>
          </p:cNvPr>
          <p:cNvSpPr txBox="1"/>
          <p:nvPr/>
        </p:nvSpPr>
        <p:spPr>
          <a:xfrm>
            <a:off x="528616" y="3503980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 / 6 / 4</a:t>
            </a:r>
          </a:p>
        </p:txBody>
      </p:sp>
    </p:spTree>
    <p:extLst>
      <p:ext uri="{BB962C8B-B14F-4D97-AF65-F5344CB8AC3E}">
        <p14:creationId xmlns:p14="http://schemas.microsoft.com/office/powerpoint/2010/main" val="307250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47D23D2-F045-4931-958A-C60FB5F1816C}"/>
              </a:ext>
            </a:extLst>
          </p:cNvPr>
          <p:cNvSpPr txBox="1"/>
          <p:nvPr/>
        </p:nvSpPr>
        <p:spPr>
          <a:xfrm>
            <a:off x="6283399" y="167844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62AA28E-FFFD-4419-B7EB-A46350715904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07B6ADD6-C0C9-4190-B1BC-E46ACCA95FB1}"/>
              </a:ext>
            </a:extLst>
          </p:cNvPr>
          <p:cNvSpPr txBox="1"/>
          <p:nvPr/>
        </p:nvSpPr>
        <p:spPr>
          <a:xfrm>
            <a:off x="7417254" y="1152415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F0585B35-5048-47BC-B247-0E50B9B64E9D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0B9B2BF2-1308-4E42-AF84-95391E97E0BC}"/>
              </a:ext>
            </a:extLst>
          </p:cNvPr>
          <p:cNvSpPr txBox="1"/>
          <p:nvPr/>
        </p:nvSpPr>
        <p:spPr>
          <a:xfrm>
            <a:off x="528616" y="3503980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 / 6 / 4</a:t>
            </a:r>
          </a:p>
        </p:txBody>
      </p:sp>
    </p:spTree>
    <p:extLst>
      <p:ext uri="{BB962C8B-B14F-4D97-AF65-F5344CB8AC3E}">
        <p14:creationId xmlns:p14="http://schemas.microsoft.com/office/powerpoint/2010/main" val="131266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62AA28E-FFFD-4419-B7EB-A46350715904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07B6ADD6-C0C9-4190-B1BC-E46ACCA95FB1}"/>
              </a:ext>
            </a:extLst>
          </p:cNvPr>
          <p:cNvSpPr txBox="1"/>
          <p:nvPr/>
        </p:nvSpPr>
        <p:spPr>
          <a:xfrm>
            <a:off x="7417254" y="115241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F0585B35-5048-47BC-B247-0E50B9B64E9D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AD58CF8-1345-4CFC-998F-5C16283E5473}"/>
              </a:ext>
            </a:extLst>
          </p:cNvPr>
          <p:cNvSpPr txBox="1"/>
          <p:nvPr/>
        </p:nvSpPr>
        <p:spPr>
          <a:xfrm>
            <a:off x="528616" y="3503980"/>
            <a:ext cx="2802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 / 6 / 4 / 5</a:t>
            </a:r>
          </a:p>
        </p:txBody>
      </p:sp>
    </p:spTree>
    <p:extLst>
      <p:ext uri="{BB962C8B-B14F-4D97-AF65-F5344CB8AC3E}">
        <p14:creationId xmlns:p14="http://schemas.microsoft.com/office/powerpoint/2010/main" val="142481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47D23D2-F045-4931-958A-C60FB5F1816C}"/>
              </a:ext>
            </a:extLst>
          </p:cNvPr>
          <p:cNvSpPr txBox="1"/>
          <p:nvPr/>
        </p:nvSpPr>
        <p:spPr>
          <a:xfrm>
            <a:off x="8065475" y="174050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62AA28E-FFFD-4419-B7EB-A46350715904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07B6ADD6-C0C9-4190-B1BC-E46ACCA95FB1}"/>
              </a:ext>
            </a:extLst>
          </p:cNvPr>
          <p:cNvSpPr txBox="1"/>
          <p:nvPr/>
        </p:nvSpPr>
        <p:spPr>
          <a:xfrm>
            <a:off x="7417254" y="115241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F0585B35-5048-47BC-B247-0E50B9B64E9D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082540D7-8A88-4D0A-ABBB-45D75A670B4C}"/>
              </a:ext>
            </a:extLst>
          </p:cNvPr>
          <p:cNvCxnSpPr>
            <a:cxnSpLocks/>
            <a:stCxn id="15" idx="5"/>
            <a:endCxn id="69" idx="1"/>
          </p:cNvCxnSpPr>
          <p:nvPr/>
        </p:nvCxnSpPr>
        <p:spPr>
          <a:xfrm>
            <a:off x="2746105" y="1635965"/>
            <a:ext cx="410608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B913342E-B521-4515-AC24-347B23DE2189}"/>
              </a:ext>
            </a:extLst>
          </p:cNvPr>
          <p:cNvSpPr txBox="1"/>
          <p:nvPr/>
        </p:nvSpPr>
        <p:spPr>
          <a:xfrm>
            <a:off x="528616" y="3503980"/>
            <a:ext cx="2802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 / 6 / 4 / 5</a:t>
            </a:r>
          </a:p>
        </p:txBody>
      </p:sp>
    </p:spTree>
    <p:extLst>
      <p:ext uri="{BB962C8B-B14F-4D97-AF65-F5344CB8AC3E}">
        <p14:creationId xmlns:p14="http://schemas.microsoft.com/office/powerpoint/2010/main" val="13187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47D23D2-F045-4931-958A-C60FB5F1816C}"/>
              </a:ext>
            </a:extLst>
          </p:cNvPr>
          <p:cNvSpPr txBox="1"/>
          <p:nvPr/>
        </p:nvSpPr>
        <p:spPr>
          <a:xfrm>
            <a:off x="8065475" y="174050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62AA28E-FFFD-4419-B7EB-A46350715904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F0585B35-5048-47BC-B247-0E50B9B64E9D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082540D7-8A88-4D0A-ABBB-45D75A670B4C}"/>
              </a:ext>
            </a:extLst>
          </p:cNvPr>
          <p:cNvCxnSpPr>
            <a:cxnSpLocks/>
            <a:stCxn id="15" idx="5"/>
            <a:endCxn id="69" idx="1"/>
          </p:cNvCxnSpPr>
          <p:nvPr/>
        </p:nvCxnSpPr>
        <p:spPr>
          <a:xfrm>
            <a:off x="2746105" y="1635965"/>
            <a:ext cx="410608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C2C57713-80A2-47F3-8072-E13EBF8AE877}"/>
              </a:ext>
            </a:extLst>
          </p:cNvPr>
          <p:cNvSpPr txBox="1"/>
          <p:nvPr/>
        </p:nvSpPr>
        <p:spPr>
          <a:xfrm>
            <a:off x="528616" y="3503980"/>
            <a:ext cx="3114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 / 6 / 4 / 5 / 7</a:t>
            </a:r>
          </a:p>
        </p:txBody>
      </p:sp>
    </p:spTree>
    <p:extLst>
      <p:ext uri="{BB962C8B-B14F-4D97-AF65-F5344CB8AC3E}">
        <p14:creationId xmlns:p14="http://schemas.microsoft.com/office/powerpoint/2010/main" val="420157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47D23D2-F045-4931-958A-C60FB5F1816C}"/>
              </a:ext>
            </a:extLst>
          </p:cNvPr>
          <p:cNvSpPr txBox="1"/>
          <p:nvPr/>
        </p:nvSpPr>
        <p:spPr>
          <a:xfrm>
            <a:off x="8065475" y="174050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62AA28E-FFFD-4419-B7EB-A46350715904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F0585B35-5048-47BC-B247-0E50B9B64E9D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082540D7-8A88-4D0A-ABBB-45D75A670B4C}"/>
              </a:ext>
            </a:extLst>
          </p:cNvPr>
          <p:cNvCxnSpPr>
            <a:cxnSpLocks/>
            <a:stCxn id="15" idx="5"/>
            <a:endCxn id="69" idx="1"/>
          </p:cNvCxnSpPr>
          <p:nvPr/>
        </p:nvCxnSpPr>
        <p:spPr>
          <a:xfrm>
            <a:off x="2746105" y="1635965"/>
            <a:ext cx="410608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B6D7AA9D-A216-469F-939B-205675D53149}"/>
              </a:ext>
            </a:extLst>
          </p:cNvPr>
          <p:cNvSpPr txBox="1"/>
          <p:nvPr/>
        </p:nvSpPr>
        <p:spPr>
          <a:xfrm>
            <a:off x="7432613" y="2690122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CFB5A716-B790-40AC-9B88-9EBFA07396DF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9CD0CAF3-08B7-4663-967B-19D2081E5912}"/>
              </a:ext>
            </a:extLst>
          </p:cNvPr>
          <p:cNvSpPr txBox="1"/>
          <p:nvPr/>
        </p:nvSpPr>
        <p:spPr>
          <a:xfrm>
            <a:off x="528616" y="3503980"/>
            <a:ext cx="3114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 / 6 / 4 / 5 / 7</a:t>
            </a:r>
          </a:p>
        </p:txBody>
      </p:sp>
    </p:spTree>
    <p:extLst>
      <p:ext uri="{BB962C8B-B14F-4D97-AF65-F5344CB8AC3E}">
        <p14:creationId xmlns:p14="http://schemas.microsoft.com/office/powerpoint/2010/main" val="3739983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62AA28E-FFFD-4419-B7EB-A46350715904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F0585B35-5048-47BC-B247-0E50B9B64E9D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082540D7-8A88-4D0A-ABBB-45D75A670B4C}"/>
              </a:ext>
            </a:extLst>
          </p:cNvPr>
          <p:cNvCxnSpPr>
            <a:cxnSpLocks/>
            <a:stCxn id="15" idx="5"/>
            <a:endCxn id="69" idx="1"/>
          </p:cNvCxnSpPr>
          <p:nvPr/>
        </p:nvCxnSpPr>
        <p:spPr>
          <a:xfrm>
            <a:off x="2746105" y="1635965"/>
            <a:ext cx="410608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B6D7AA9D-A216-469F-939B-205675D53149}"/>
              </a:ext>
            </a:extLst>
          </p:cNvPr>
          <p:cNvSpPr txBox="1"/>
          <p:nvPr/>
        </p:nvSpPr>
        <p:spPr>
          <a:xfrm>
            <a:off x="7432613" y="2690122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CFB5A716-B790-40AC-9B88-9EBFA07396DF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4063CFD-4AE4-405A-8459-215F76AEEBA1}"/>
              </a:ext>
            </a:extLst>
          </p:cNvPr>
          <p:cNvSpPr txBox="1"/>
          <p:nvPr/>
        </p:nvSpPr>
        <p:spPr>
          <a:xfrm>
            <a:off x="528616" y="3503980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 / 6 / 4 / 5 / 7 / 6 </a:t>
            </a:r>
          </a:p>
        </p:txBody>
      </p:sp>
    </p:spTree>
    <p:extLst>
      <p:ext uri="{BB962C8B-B14F-4D97-AF65-F5344CB8AC3E}">
        <p14:creationId xmlns:p14="http://schemas.microsoft.com/office/powerpoint/2010/main" val="60021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62AA28E-FFFD-4419-B7EB-A46350715904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F0585B35-5048-47BC-B247-0E50B9B64E9D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082540D7-8A88-4D0A-ABBB-45D75A670B4C}"/>
              </a:ext>
            </a:extLst>
          </p:cNvPr>
          <p:cNvCxnSpPr>
            <a:cxnSpLocks/>
            <a:stCxn id="15" idx="5"/>
            <a:endCxn id="69" idx="1"/>
          </p:cNvCxnSpPr>
          <p:nvPr/>
        </p:nvCxnSpPr>
        <p:spPr>
          <a:xfrm>
            <a:off x="2746105" y="1635965"/>
            <a:ext cx="410608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B6D7AA9D-A216-469F-939B-205675D53149}"/>
              </a:ext>
            </a:extLst>
          </p:cNvPr>
          <p:cNvSpPr txBox="1"/>
          <p:nvPr/>
        </p:nvSpPr>
        <p:spPr>
          <a:xfrm>
            <a:off x="7432613" y="2690122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CFB5A716-B790-40AC-9B88-9EBFA07396DF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E7BBEAA8-A9A5-47A7-9BE3-CC1F3DC894D1}"/>
              </a:ext>
            </a:extLst>
          </p:cNvPr>
          <p:cNvSpPr txBox="1"/>
          <p:nvPr/>
        </p:nvSpPr>
        <p:spPr>
          <a:xfrm>
            <a:off x="5594922" y="2696951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CF3F7E5C-E9BB-487C-9143-3A73AECC044B}"/>
              </a:ext>
            </a:extLst>
          </p:cNvPr>
          <p:cNvCxnSpPr>
            <a:cxnSpLocks/>
            <a:stCxn id="56" idx="2"/>
            <a:endCxn id="8" idx="6"/>
          </p:cNvCxnSpPr>
          <p:nvPr/>
        </p:nvCxnSpPr>
        <p:spPr>
          <a:xfrm flipH="1">
            <a:off x="1497128" y="2689043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40E2DFF9-77C1-4129-9E33-5574075F9E97}"/>
              </a:ext>
            </a:extLst>
          </p:cNvPr>
          <p:cNvSpPr txBox="1"/>
          <p:nvPr/>
        </p:nvSpPr>
        <p:spPr>
          <a:xfrm>
            <a:off x="528616" y="3503980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 / 6 / 4 / 5 / 7 / 6 </a:t>
            </a:r>
          </a:p>
        </p:txBody>
      </p:sp>
    </p:spTree>
    <p:extLst>
      <p:ext uri="{BB962C8B-B14F-4D97-AF65-F5344CB8AC3E}">
        <p14:creationId xmlns:p14="http://schemas.microsoft.com/office/powerpoint/2010/main" val="316377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62AA28E-FFFD-4419-B7EB-A46350715904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F0585B35-5048-47BC-B247-0E50B9B64E9D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082540D7-8A88-4D0A-ABBB-45D75A670B4C}"/>
              </a:ext>
            </a:extLst>
          </p:cNvPr>
          <p:cNvCxnSpPr>
            <a:cxnSpLocks/>
            <a:stCxn id="15" idx="5"/>
            <a:endCxn id="69" idx="1"/>
          </p:cNvCxnSpPr>
          <p:nvPr/>
        </p:nvCxnSpPr>
        <p:spPr>
          <a:xfrm>
            <a:off x="2746105" y="1635965"/>
            <a:ext cx="410608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B6D7AA9D-A216-469F-939B-205675D53149}"/>
              </a:ext>
            </a:extLst>
          </p:cNvPr>
          <p:cNvSpPr txBox="1"/>
          <p:nvPr/>
        </p:nvSpPr>
        <p:spPr>
          <a:xfrm>
            <a:off x="5610281" y="2691974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CFB5A716-B790-40AC-9B88-9EBFA07396DF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CF3F7E5C-E9BB-487C-9143-3A73AECC044B}"/>
              </a:ext>
            </a:extLst>
          </p:cNvPr>
          <p:cNvCxnSpPr>
            <a:cxnSpLocks/>
            <a:stCxn id="56" idx="2"/>
            <a:endCxn id="8" idx="6"/>
          </p:cNvCxnSpPr>
          <p:nvPr/>
        </p:nvCxnSpPr>
        <p:spPr>
          <a:xfrm flipH="1">
            <a:off x="1497128" y="2689043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426B98E-B8FE-462D-BF32-283D5D324B65}"/>
              </a:ext>
            </a:extLst>
          </p:cNvPr>
          <p:cNvSpPr txBox="1"/>
          <p:nvPr/>
        </p:nvSpPr>
        <p:spPr>
          <a:xfrm>
            <a:off x="528616" y="3503980"/>
            <a:ext cx="3793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 / 6 / 4 / 5 / 7 / 6 / 3 </a:t>
            </a:r>
          </a:p>
        </p:txBody>
      </p:sp>
    </p:spTree>
    <p:extLst>
      <p:ext uri="{BB962C8B-B14F-4D97-AF65-F5344CB8AC3E}">
        <p14:creationId xmlns:p14="http://schemas.microsoft.com/office/powerpoint/2010/main" val="22866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62AA28E-FFFD-4419-B7EB-A46350715904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F0585B35-5048-47BC-B247-0E50B9B64E9D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082540D7-8A88-4D0A-ABBB-45D75A670B4C}"/>
              </a:ext>
            </a:extLst>
          </p:cNvPr>
          <p:cNvCxnSpPr>
            <a:cxnSpLocks/>
            <a:stCxn id="15" idx="5"/>
            <a:endCxn id="69" idx="1"/>
          </p:cNvCxnSpPr>
          <p:nvPr/>
        </p:nvCxnSpPr>
        <p:spPr>
          <a:xfrm>
            <a:off x="2746105" y="1635965"/>
            <a:ext cx="410608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B6D7AA9D-A216-469F-939B-205675D53149}"/>
              </a:ext>
            </a:extLst>
          </p:cNvPr>
          <p:cNvSpPr txBox="1"/>
          <p:nvPr/>
        </p:nvSpPr>
        <p:spPr>
          <a:xfrm>
            <a:off x="5610281" y="2691974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CFB5A716-B790-40AC-9B88-9EBFA07396DF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CF3F7E5C-E9BB-487C-9143-3A73AECC044B}"/>
              </a:ext>
            </a:extLst>
          </p:cNvPr>
          <p:cNvCxnSpPr>
            <a:cxnSpLocks/>
            <a:stCxn id="56" idx="2"/>
            <a:endCxn id="8" idx="6"/>
          </p:cNvCxnSpPr>
          <p:nvPr/>
        </p:nvCxnSpPr>
        <p:spPr>
          <a:xfrm flipH="1">
            <a:off x="1497128" y="2689043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8A84F234-E662-4C6D-91E4-58DBE4BB98CE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FC97499C-4DE4-46CE-BEEB-4F80E7F2A81B}"/>
              </a:ext>
            </a:extLst>
          </p:cNvPr>
          <p:cNvSpPr txBox="1"/>
          <p:nvPr/>
        </p:nvSpPr>
        <p:spPr>
          <a:xfrm>
            <a:off x="4938135" y="210984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BEB55B47-4E98-4556-B453-CF155F01762B}"/>
              </a:ext>
            </a:extLst>
          </p:cNvPr>
          <p:cNvSpPr txBox="1"/>
          <p:nvPr/>
        </p:nvSpPr>
        <p:spPr>
          <a:xfrm>
            <a:off x="528616" y="3503980"/>
            <a:ext cx="3793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 / 6 / 4 / 5 / 7 / 6 / 3 </a:t>
            </a:r>
          </a:p>
        </p:txBody>
      </p:sp>
    </p:spTree>
    <p:extLst>
      <p:ext uri="{BB962C8B-B14F-4D97-AF65-F5344CB8AC3E}">
        <p14:creationId xmlns:p14="http://schemas.microsoft.com/office/powerpoint/2010/main" val="303277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62AA28E-FFFD-4419-B7EB-A46350715904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F0585B35-5048-47BC-B247-0E50B9B64E9D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082540D7-8A88-4D0A-ABBB-45D75A670B4C}"/>
              </a:ext>
            </a:extLst>
          </p:cNvPr>
          <p:cNvCxnSpPr>
            <a:cxnSpLocks/>
            <a:stCxn id="15" idx="5"/>
            <a:endCxn id="69" idx="1"/>
          </p:cNvCxnSpPr>
          <p:nvPr/>
        </p:nvCxnSpPr>
        <p:spPr>
          <a:xfrm>
            <a:off x="2746105" y="1635965"/>
            <a:ext cx="410608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CFB5A716-B790-40AC-9B88-9EBFA07396DF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CF3F7E5C-E9BB-487C-9143-3A73AECC044B}"/>
              </a:ext>
            </a:extLst>
          </p:cNvPr>
          <p:cNvCxnSpPr>
            <a:cxnSpLocks/>
            <a:stCxn id="56" idx="2"/>
            <a:endCxn id="8" idx="6"/>
          </p:cNvCxnSpPr>
          <p:nvPr/>
        </p:nvCxnSpPr>
        <p:spPr>
          <a:xfrm flipH="1">
            <a:off x="1497128" y="2689043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8A84F234-E662-4C6D-91E4-58DBE4BB98CE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FC97499C-4DE4-46CE-BEEB-4F80E7F2A81B}"/>
              </a:ext>
            </a:extLst>
          </p:cNvPr>
          <p:cNvSpPr txBox="1"/>
          <p:nvPr/>
        </p:nvSpPr>
        <p:spPr>
          <a:xfrm>
            <a:off x="4938135" y="210984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7BDBAA9D-D2E2-44CF-94EA-C039B4DCF67C}"/>
              </a:ext>
            </a:extLst>
          </p:cNvPr>
          <p:cNvSpPr txBox="1"/>
          <p:nvPr/>
        </p:nvSpPr>
        <p:spPr>
          <a:xfrm>
            <a:off x="528616" y="3503980"/>
            <a:ext cx="4105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 / 6 / 4 / 5 / 7 / 6 / 3 / 1 </a:t>
            </a:r>
          </a:p>
        </p:txBody>
      </p:sp>
    </p:spTree>
    <p:extLst>
      <p:ext uri="{BB962C8B-B14F-4D97-AF65-F5344CB8AC3E}">
        <p14:creationId xmlns:p14="http://schemas.microsoft.com/office/powerpoint/2010/main" val="1335755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1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E65534C0-A29E-422B-AFCD-331123C73568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0F525B2-366E-401E-95E6-74105451575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48DDC21B-B7F8-47E7-9F74-077E408EC299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770AD9B-1444-4A7C-8547-D7A3F293E79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4F60F02-DF35-427E-A6E4-8101D569AA4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62AA28E-FFFD-4419-B7EB-A46350715904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F0585B35-5048-47BC-B247-0E50B9B64E9D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082540D7-8A88-4D0A-ABBB-45D75A670B4C}"/>
              </a:ext>
            </a:extLst>
          </p:cNvPr>
          <p:cNvCxnSpPr>
            <a:cxnSpLocks/>
            <a:stCxn id="15" idx="5"/>
            <a:endCxn id="69" idx="1"/>
          </p:cNvCxnSpPr>
          <p:nvPr/>
        </p:nvCxnSpPr>
        <p:spPr>
          <a:xfrm>
            <a:off x="2746105" y="1635965"/>
            <a:ext cx="410608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CFB5A716-B790-40AC-9B88-9EBFA07396DF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CF3F7E5C-E9BB-487C-9143-3A73AECC044B}"/>
              </a:ext>
            </a:extLst>
          </p:cNvPr>
          <p:cNvCxnSpPr>
            <a:cxnSpLocks/>
            <a:stCxn id="56" idx="2"/>
            <a:endCxn id="8" idx="6"/>
          </p:cNvCxnSpPr>
          <p:nvPr/>
        </p:nvCxnSpPr>
        <p:spPr>
          <a:xfrm flipH="1">
            <a:off x="1497128" y="2689043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8A84F234-E662-4C6D-91E4-58DBE4BB98CE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3E3EA11-F1D2-4186-92CD-2D93A951A0A6}"/>
              </a:ext>
            </a:extLst>
          </p:cNvPr>
          <p:cNvSpPr txBox="1"/>
          <p:nvPr/>
        </p:nvSpPr>
        <p:spPr>
          <a:xfrm>
            <a:off x="528616" y="3503980"/>
            <a:ext cx="4105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/ 2 / 3 / 4 / 2 / 5 / 6 / 4 / 5 / 7 / 6 / 3 / 1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8FB204-8E41-424F-B9FA-C5AEBFFDCE9A}"/>
              </a:ext>
            </a:extLst>
          </p:cNvPr>
          <p:cNvSpPr txBox="1"/>
          <p:nvPr/>
        </p:nvSpPr>
        <p:spPr>
          <a:xfrm>
            <a:off x="5310835" y="350398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Ciclo </a:t>
            </a:r>
            <a:r>
              <a:rPr lang="pt-BR" b="1" dirty="0" err="1"/>
              <a:t>euleriano</a:t>
            </a:r>
            <a:endParaRPr lang="pt-BR" b="1" dirty="0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A95ED0F4-1BDB-4D6C-8439-80C686A22719}"/>
              </a:ext>
            </a:extLst>
          </p:cNvPr>
          <p:cNvCxnSpPr>
            <a:stCxn id="36" idx="3"/>
            <a:endCxn id="3" idx="1"/>
          </p:cNvCxnSpPr>
          <p:nvPr/>
        </p:nvCxnSpPr>
        <p:spPr>
          <a:xfrm>
            <a:off x="4634227" y="3688646"/>
            <a:ext cx="67660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33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055C19-4962-4904-8EBD-34E6197F65B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EEC7DE71-6CCB-40FE-8E83-214910EBB253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8CEFBB5-E1C2-4E1F-8C79-12664E463BC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D6E596CE-1068-417B-9B98-8DF89194098D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1A3CE94D-34D1-426A-8FB4-6346BA721936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F769E0C-A367-4063-9774-4649E18B98A7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11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1" grpId="0" animBg="1"/>
      <p:bldP spid="45" grpId="0"/>
      <p:bldP spid="48" grpId="0" animBg="1"/>
      <p:bldP spid="6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055C19-4962-4904-8EBD-34E6197F65B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EEC7DE71-6CCB-40FE-8E83-214910EBB253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8CEFBB5-E1C2-4E1F-8C79-12664E463BC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D6E596CE-1068-417B-9B98-8DF89194098D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1A3CE94D-34D1-426A-8FB4-6346BA721936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F769E0C-A367-4063-9774-4649E18B98A7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985CDAC-8D8E-4E75-8D9D-ED244E0D179B}"/>
              </a:ext>
            </a:extLst>
          </p:cNvPr>
          <p:cNvSpPr txBox="1"/>
          <p:nvPr/>
        </p:nvSpPr>
        <p:spPr>
          <a:xfrm>
            <a:off x="7463430" y="121272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718AA62-5829-4688-9875-A707864A3803}"/>
              </a:ext>
            </a:extLst>
          </p:cNvPr>
          <p:cNvSpPr txBox="1"/>
          <p:nvPr/>
        </p:nvSpPr>
        <p:spPr>
          <a:xfrm>
            <a:off x="528616" y="35039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965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055C19-4962-4904-8EBD-34E6197F65B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EEC7DE71-6CCB-40FE-8E83-214910EBB253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8CEFBB5-E1C2-4E1F-8C79-12664E463BC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D6E596CE-1068-417B-9B98-8DF89194098D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1A3CE94D-34D1-426A-8FB4-6346BA721936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F769E0C-A367-4063-9774-4649E18B98A7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985CDAC-8D8E-4E75-8D9D-ED244E0D179B}"/>
              </a:ext>
            </a:extLst>
          </p:cNvPr>
          <p:cNvSpPr txBox="1"/>
          <p:nvPr/>
        </p:nvSpPr>
        <p:spPr>
          <a:xfrm>
            <a:off x="7455266" y="121272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60102EE-C93D-466A-BBFE-6FFC23F9109F}"/>
              </a:ext>
            </a:extLst>
          </p:cNvPr>
          <p:cNvSpPr txBox="1"/>
          <p:nvPr/>
        </p:nvSpPr>
        <p:spPr>
          <a:xfrm>
            <a:off x="7459196" y="264942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28CD0E75-4793-4CD2-8B6C-1EDCDC3D1A61}"/>
              </a:ext>
            </a:extLst>
          </p:cNvPr>
          <p:cNvSpPr txBox="1"/>
          <p:nvPr/>
        </p:nvSpPr>
        <p:spPr>
          <a:xfrm>
            <a:off x="528616" y="35039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1378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055C19-4962-4904-8EBD-34E6197F65B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EEC7DE71-6CCB-40FE-8E83-214910EBB253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8CEFBB5-E1C2-4E1F-8C79-12664E463BC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D6E596CE-1068-417B-9B98-8DF89194098D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F769E0C-A367-4063-9774-4649E18B98A7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60102EE-C93D-466A-BBFE-6FFC23F9109F}"/>
              </a:ext>
            </a:extLst>
          </p:cNvPr>
          <p:cNvSpPr txBox="1"/>
          <p:nvPr/>
        </p:nvSpPr>
        <p:spPr>
          <a:xfrm>
            <a:off x="7459196" y="264942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65B7F858-68F2-40F7-999C-721ED46D45AC}"/>
              </a:ext>
            </a:extLst>
          </p:cNvPr>
          <p:cNvSpPr txBox="1"/>
          <p:nvPr/>
        </p:nvSpPr>
        <p:spPr>
          <a:xfrm>
            <a:off x="528616" y="3503980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</a:t>
            </a:r>
          </a:p>
        </p:txBody>
      </p:sp>
    </p:spTree>
    <p:extLst>
      <p:ext uri="{BB962C8B-B14F-4D97-AF65-F5344CB8AC3E}">
        <p14:creationId xmlns:p14="http://schemas.microsoft.com/office/powerpoint/2010/main" val="1433177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055C19-4962-4904-8EBD-34E6197F65B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EEC7DE71-6CCB-40FE-8E83-214910EBB253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8CEFBB5-E1C2-4E1F-8C79-12664E463BC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D6E596CE-1068-417B-9B98-8DF89194098D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F769E0C-A367-4063-9774-4649E18B98A7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60102EE-C93D-466A-BBFE-6FFC23F9109F}"/>
              </a:ext>
            </a:extLst>
          </p:cNvPr>
          <p:cNvSpPr txBox="1"/>
          <p:nvPr/>
        </p:nvSpPr>
        <p:spPr>
          <a:xfrm>
            <a:off x="7459196" y="264942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6217825" y="1911123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85036F3C-9015-4C1B-B75B-C541E0175A38}"/>
              </a:ext>
            </a:extLst>
          </p:cNvPr>
          <p:cNvSpPr txBox="1"/>
          <p:nvPr/>
        </p:nvSpPr>
        <p:spPr>
          <a:xfrm>
            <a:off x="528616" y="3503980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 </a:t>
            </a:r>
          </a:p>
        </p:txBody>
      </p:sp>
    </p:spTree>
    <p:extLst>
      <p:ext uri="{BB962C8B-B14F-4D97-AF65-F5344CB8AC3E}">
        <p14:creationId xmlns:p14="http://schemas.microsoft.com/office/powerpoint/2010/main" val="171932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055C19-4962-4904-8EBD-34E6197F65B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EEC7DE71-6CCB-40FE-8E83-214910EBB253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8CEFBB5-E1C2-4E1F-8C79-12664E463BC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D6E596CE-1068-417B-9B98-8DF89194098D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60102EE-C93D-466A-BBFE-6FFC23F9109F}"/>
              </a:ext>
            </a:extLst>
          </p:cNvPr>
          <p:cNvSpPr txBox="1"/>
          <p:nvPr/>
        </p:nvSpPr>
        <p:spPr>
          <a:xfrm>
            <a:off x="6829865" y="189513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730A464-969B-490F-8D40-F5CCA0540B11}"/>
              </a:ext>
            </a:extLst>
          </p:cNvPr>
          <p:cNvSpPr txBox="1"/>
          <p:nvPr/>
        </p:nvSpPr>
        <p:spPr>
          <a:xfrm>
            <a:off x="528616" y="3503980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</a:t>
            </a:r>
          </a:p>
        </p:txBody>
      </p:sp>
    </p:spTree>
    <p:extLst>
      <p:ext uri="{BB962C8B-B14F-4D97-AF65-F5344CB8AC3E}">
        <p14:creationId xmlns:p14="http://schemas.microsoft.com/office/powerpoint/2010/main" val="868672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055C19-4962-4904-8EBD-34E6197F65B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EEC7DE71-6CCB-40FE-8E83-214910EBB253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8CEFBB5-E1C2-4E1F-8C79-12664E463BC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D6E596CE-1068-417B-9B98-8DF89194098D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60102EE-C93D-466A-BBFE-6FFC23F9109F}"/>
              </a:ext>
            </a:extLst>
          </p:cNvPr>
          <p:cNvSpPr txBox="1"/>
          <p:nvPr/>
        </p:nvSpPr>
        <p:spPr>
          <a:xfrm>
            <a:off x="6829865" y="189513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6050898" y="111279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65A933D9-8217-4884-84C2-CF73F3CB9E9C}"/>
              </a:ext>
            </a:extLst>
          </p:cNvPr>
          <p:cNvSpPr txBox="1"/>
          <p:nvPr/>
        </p:nvSpPr>
        <p:spPr>
          <a:xfrm>
            <a:off x="528616" y="3503980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</a:t>
            </a:r>
          </a:p>
        </p:txBody>
      </p:sp>
    </p:spTree>
    <p:extLst>
      <p:ext uri="{BB962C8B-B14F-4D97-AF65-F5344CB8AC3E}">
        <p14:creationId xmlns:p14="http://schemas.microsoft.com/office/powerpoint/2010/main" val="1376702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055C19-4962-4904-8EBD-34E6197F65B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EEC7DE71-6CCB-40FE-8E83-214910EBB253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8CEFBB5-E1C2-4E1F-8C79-12664E463BC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6050898" y="111279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4CD79F83-876F-4267-AE9C-E4FBE50DBF53}"/>
              </a:ext>
            </a:extLst>
          </p:cNvPr>
          <p:cNvSpPr txBox="1"/>
          <p:nvPr/>
        </p:nvSpPr>
        <p:spPr>
          <a:xfrm>
            <a:off x="528616" y="3503980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</a:t>
            </a:r>
          </a:p>
        </p:txBody>
      </p:sp>
    </p:spTree>
    <p:extLst>
      <p:ext uri="{BB962C8B-B14F-4D97-AF65-F5344CB8AC3E}">
        <p14:creationId xmlns:p14="http://schemas.microsoft.com/office/powerpoint/2010/main" val="83384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055C19-4962-4904-8EBD-34E6197F65B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EEC7DE71-6CCB-40FE-8E83-214910EBB253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8CEFBB5-E1C2-4E1F-8C79-12664E463BC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60102EE-C93D-466A-BBFE-6FFC23F9109F}"/>
              </a:ext>
            </a:extLst>
          </p:cNvPr>
          <p:cNvSpPr txBox="1"/>
          <p:nvPr/>
        </p:nvSpPr>
        <p:spPr>
          <a:xfrm>
            <a:off x="7405862" y="112333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6050898" y="111279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13F5F52-3AEB-43EC-89AB-842E32429195}"/>
              </a:ext>
            </a:extLst>
          </p:cNvPr>
          <p:cNvSpPr txBox="1"/>
          <p:nvPr/>
        </p:nvSpPr>
        <p:spPr>
          <a:xfrm>
            <a:off x="528616" y="3503980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</a:t>
            </a:r>
          </a:p>
        </p:txBody>
      </p:sp>
    </p:spTree>
    <p:extLst>
      <p:ext uri="{BB962C8B-B14F-4D97-AF65-F5344CB8AC3E}">
        <p14:creationId xmlns:p14="http://schemas.microsoft.com/office/powerpoint/2010/main" val="2536615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055C19-4962-4904-8EBD-34E6197F65B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8CEFBB5-E1C2-4E1F-8C79-12664E463BC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7426850" y="1127840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C1309BC2-8D30-4831-AA1C-7005CA1F808B}"/>
              </a:ext>
            </a:extLst>
          </p:cNvPr>
          <p:cNvSpPr txBox="1"/>
          <p:nvPr/>
        </p:nvSpPr>
        <p:spPr>
          <a:xfrm>
            <a:off x="528616" y="3503980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 / 5</a:t>
            </a:r>
          </a:p>
        </p:txBody>
      </p:sp>
    </p:spTree>
    <p:extLst>
      <p:ext uri="{BB962C8B-B14F-4D97-AF65-F5344CB8AC3E}">
        <p14:creationId xmlns:p14="http://schemas.microsoft.com/office/powerpoint/2010/main" val="101651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055C19-4962-4904-8EBD-34E6197F65B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8CEFBB5-E1C2-4E1F-8C79-12664E463BC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60102EE-C93D-466A-BBFE-6FFC23F9109F}"/>
              </a:ext>
            </a:extLst>
          </p:cNvPr>
          <p:cNvSpPr txBox="1"/>
          <p:nvPr/>
        </p:nvSpPr>
        <p:spPr>
          <a:xfrm>
            <a:off x="6814104" y="1925173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7426850" y="1127840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F4FD1782-55C5-4F0A-974F-E6BAFB470276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194D2B5-EF1E-4FC9-A5AB-9EEB9E3A01F4}"/>
              </a:ext>
            </a:extLst>
          </p:cNvPr>
          <p:cNvSpPr txBox="1"/>
          <p:nvPr/>
        </p:nvSpPr>
        <p:spPr>
          <a:xfrm>
            <a:off x="528616" y="3503980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 / 5</a:t>
            </a:r>
          </a:p>
        </p:txBody>
      </p:sp>
    </p:spTree>
    <p:extLst>
      <p:ext uri="{BB962C8B-B14F-4D97-AF65-F5344CB8AC3E}">
        <p14:creationId xmlns:p14="http://schemas.microsoft.com/office/powerpoint/2010/main" val="111732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055C19-4962-4904-8EBD-34E6197F65B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6829865" y="1914471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F4FD1782-55C5-4F0A-974F-E6BAFB470276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6A2E3F9-3B61-4D31-95A7-35E89C5A50D7}"/>
              </a:ext>
            </a:extLst>
          </p:cNvPr>
          <p:cNvSpPr txBox="1"/>
          <p:nvPr/>
        </p:nvSpPr>
        <p:spPr>
          <a:xfrm>
            <a:off x="528616" y="3503980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 / 5 / 4</a:t>
            </a:r>
          </a:p>
        </p:txBody>
      </p:sp>
    </p:spTree>
    <p:extLst>
      <p:ext uri="{BB962C8B-B14F-4D97-AF65-F5344CB8AC3E}">
        <p14:creationId xmlns:p14="http://schemas.microsoft.com/office/powerpoint/2010/main" val="4580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9055C19-4962-4904-8EBD-34E6197F65B3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60102EE-C93D-466A-BBFE-6FFC23F9109F}"/>
              </a:ext>
            </a:extLst>
          </p:cNvPr>
          <p:cNvSpPr txBox="1"/>
          <p:nvPr/>
        </p:nvSpPr>
        <p:spPr>
          <a:xfrm>
            <a:off x="6055548" y="2721941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6829865" y="1914471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F4FD1782-55C5-4F0A-974F-E6BAFB470276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9B579865-65AA-4276-B803-D91A259EEF8D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CC155064-2800-4688-9CAC-30093228A439}"/>
              </a:ext>
            </a:extLst>
          </p:cNvPr>
          <p:cNvSpPr txBox="1"/>
          <p:nvPr/>
        </p:nvSpPr>
        <p:spPr>
          <a:xfrm>
            <a:off x="528616" y="3503980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 / 5 / 4</a:t>
            </a:r>
          </a:p>
        </p:txBody>
      </p:sp>
    </p:spTree>
    <p:extLst>
      <p:ext uri="{BB962C8B-B14F-4D97-AF65-F5344CB8AC3E}">
        <p14:creationId xmlns:p14="http://schemas.microsoft.com/office/powerpoint/2010/main" val="209680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6146535" y="2700165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F4FD1782-55C5-4F0A-974F-E6BAFB470276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9B579865-65AA-4276-B803-D91A259EEF8D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9E71455-CBF8-4AF1-9797-E62CCB6668AD}"/>
              </a:ext>
            </a:extLst>
          </p:cNvPr>
          <p:cNvSpPr txBox="1"/>
          <p:nvPr/>
        </p:nvSpPr>
        <p:spPr>
          <a:xfrm>
            <a:off x="528616" y="3503980"/>
            <a:ext cx="2177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 / 5 / 4 / 3</a:t>
            </a:r>
          </a:p>
        </p:txBody>
      </p:sp>
    </p:spTree>
    <p:extLst>
      <p:ext uri="{BB962C8B-B14F-4D97-AF65-F5344CB8AC3E}">
        <p14:creationId xmlns:p14="http://schemas.microsoft.com/office/powerpoint/2010/main" val="86922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C2CA95-448F-4BBE-843D-DABE2E7E67C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60102EE-C93D-466A-BBFE-6FFC23F9109F}"/>
              </a:ext>
            </a:extLst>
          </p:cNvPr>
          <p:cNvSpPr txBox="1"/>
          <p:nvPr/>
        </p:nvSpPr>
        <p:spPr>
          <a:xfrm>
            <a:off x="6067282" y="1140757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6146535" y="2700165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F4FD1782-55C5-4F0A-974F-E6BAFB470276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9B579865-65AA-4276-B803-D91A259EEF8D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16739F74-93BA-4EBD-B11D-254D71C44096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5BA49660-5E72-44BB-93D5-81C3A672DD34}"/>
              </a:ext>
            </a:extLst>
          </p:cNvPr>
          <p:cNvSpPr txBox="1"/>
          <p:nvPr/>
        </p:nvSpPr>
        <p:spPr>
          <a:xfrm>
            <a:off x="528616" y="3503980"/>
            <a:ext cx="2177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 / 5 / 4 / 3</a:t>
            </a:r>
          </a:p>
        </p:txBody>
      </p:sp>
    </p:spTree>
    <p:extLst>
      <p:ext uri="{BB962C8B-B14F-4D97-AF65-F5344CB8AC3E}">
        <p14:creationId xmlns:p14="http://schemas.microsoft.com/office/powerpoint/2010/main" val="194628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60102EE-C93D-466A-BBFE-6FFC23F9109F}"/>
              </a:ext>
            </a:extLst>
          </p:cNvPr>
          <p:cNvSpPr txBox="1"/>
          <p:nvPr/>
        </p:nvSpPr>
        <p:spPr>
          <a:xfrm>
            <a:off x="6067282" y="114075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F4FD1782-55C5-4F0A-974F-E6BAFB470276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9B579865-65AA-4276-B803-D91A259EEF8D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16739F74-93BA-4EBD-B11D-254D71C44096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42201D65-ACED-45AD-97E9-2D6A12DFB61F}"/>
              </a:ext>
            </a:extLst>
          </p:cNvPr>
          <p:cNvSpPr txBox="1"/>
          <p:nvPr/>
        </p:nvSpPr>
        <p:spPr>
          <a:xfrm>
            <a:off x="528616" y="3503980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 / 5 / 4 / 3 / 2</a:t>
            </a:r>
          </a:p>
        </p:txBody>
      </p:sp>
    </p:spTree>
    <p:extLst>
      <p:ext uri="{BB962C8B-B14F-4D97-AF65-F5344CB8AC3E}">
        <p14:creationId xmlns:p14="http://schemas.microsoft.com/office/powerpoint/2010/main" val="3354185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6C059E1-8D59-42E3-8889-EDF21D3C7AB0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60102EE-C93D-466A-BBFE-6FFC23F9109F}"/>
              </a:ext>
            </a:extLst>
          </p:cNvPr>
          <p:cNvSpPr txBox="1"/>
          <p:nvPr/>
        </p:nvSpPr>
        <p:spPr>
          <a:xfrm>
            <a:off x="6067282" y="114075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4919030" y="1925174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F4FD1782-55C5-4F0A-974F-E6BAFB470276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9B579865-65AA-4276-B803-D91A259EEF8D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16739F74-93BA-4EBD-B11D-254D71C44096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08F1B646-5A7C-4A47-840E-EAFEDF5045D9}"/>
              </a:ext>
            </a:extLst>
          </p:cNvPr>
          <p:cNvCxnSpPr>
            <a:cxnSpLocks/>
            <a:stCxn id="6" idx="3"/>
            <a:endCxn id="4" idx="7"/>
          </p:cNvCxnSpPr>
          <p:nvPr/>
        </p:nvCxnSpPr>
        <p:spPr>
          <a:xfrm flipH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ADD00AD8-E1D6-49A8-9ADE-EFDDE44F1BB7}"/>
              </a:ext>
            </a:extLst>
          </p:cNvPr>
          <p:cNvSpPr txBox="1"/>
          <p:nvPr/>
        </p:nvSpPr>
        <p:spPr>
          <a:xfrm>
            <a:off x="528616" y="3503980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 / 5 / 4 / 3 / 2</a:t>
            </a:r>
          </a:p>
        </p:txBody>
      </p:sp>
    </p:spTree>
    <p:extLst>
      <p:ext uri="{BB962C8B-B14F-4D97-AF65-F5344CB8AC3E}">
        <p14:creationId xmlns:p14="http://schemas.microsoft.com/office/powerpoint/2010/main" val="269639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4919030" y="1925174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F4FD1782-55C5-4F0A-974F-E6BAFB470276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9B579865-65AA-4276-B803-D91A259EEF8D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16739F74-93BA-4EBD-B11D-254D71C44096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08F1B646-5A7C-4A47-840E-EAFEDF5045D9}"/>
              </a:ext>
            </a:extLst>
          </p:cNvPr>
          <p:cNvCxnSpPr>
            <a:cxnSpLocks/>
            <a:stCxn id="6" idx="3"/>
            <a:endCxn id="4" idx="7"/>
          </p:cNvCxnSpPr>
          <p:nvPr/>
        </p:nvCxnSpPr>
        <p:spPr>
          <a:xfrm flipH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712648F1-0BD6-4A62-839A-DEFC623ECAA2}"/>
              </a:ext>
            </a:extLst>
          </p:cNvPr>
          <p:cNvSpPr txBox="1"/>
          <p:nvPr/>
        </p:nvSpPr>
        <p:spPr>
          <a:xfrm>
            <a:off x="528616" y="3503980"/>
            <a:ext cx="2802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 / 5 / 4 / 3 / 2 / 1</a:t>
            </a:r>
          </a:p>
        </p:txBody>
      </p:sp>
    </p:spTree>
    <p:extLst>
      <p:ext uri="{BB962C8B-B14F-4D97-AF65-F5344CB8AC3E}">
        <p14:creationId xmlns:p14="http://schemas.microsoft.com/office/powerpoint/2010/main" val="234027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ADD93D-AFD6-44A6-AAF8-EEEE86B8CD6F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4919030" y="1925174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F4FD1782-55C5-4F0A-974F-E6BAFB470276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9B579865-65AA-4276-B803-D91A259EEF8D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16739F74-93BA-4EBD-B11D-254D71C44096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08F1B646-5A7C-4A47-840E-EAFEDF5045D9}"/>
              </a:ext>
            </a:extLst>
          </p:cNvPr>
          <p:cNvCxnSpPr>
            <a:cxnSpLocks/>
            <a:stCxn id="6" idx="3"/>
            <a:endCxn id="4" idx="7"/>
          </p:cNvCxnSpPr>
          <p:nvPr/>
        </p:nvCxnSpPr>
        <p:spPr>
          <a:xfrm flipH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4D3F04AC-BF41-498D-BE22-8141486B5B90}"/>
              </a:ext>
            </a:extLst>
          </p:cNvPr>
          <p:cNvSpPr txBox="1"/>
          <p:nvPr/>
        </p:nvSpPr>
        <p:spPr>
          <a:xfrm>
            <a:off x="6055548" y="2721941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CB29B3D-D0B0-4EBE-A4CB-5A524981F4E7}"/>
              </a:ext>
            </a:extLst>
          </p:cNvPr>
          <p:cNvCxnSpPr>
            <a:cxnSpLocks/>
            <a:stCxn id="4" idx="5"/>
            <a:endCxn id="8" idx="1"/>
          </p:cNvCxnSpPr>
          <p:nvPr/>
        </p:nvCxnSpPr>
        <p:spPr>
          <a:xfrm>
            <a:off x="817387" y="2213708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6337D3B-1DDC-40BB-8F30-D0C09C479042}"/>
              </a:ext>
            </a:extLst>
          </p:cNvPr>
          <p:cNvSpPr txBox="1"/>
          <p:nvPr/>
        </p:nvSpPr>
        <p:spPr>
          <a:xfrm>
            <a:off x="528616" y="3503980"/>
            <a:ext cx="2802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 / 5 / 4 / 3 / 2 / 1</a:t>
            </a:r>
          </a:p>
        </p:txBody>
      </p:sp>
    </p:spTree>
    <p:extLst>
      <p:ext uri="{BB962C8B-B14F-4D97-AF65-F5344CB8AC3E}">
        <p14:creationId xmlns:p14="http://schemas.microsoft.com/office/powerpoint/2010/main" val="284479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F4FD1782-55C5-4F0A-974F-E6BAFB470276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9B579865-65AA-4276-B803-D91A259EEF8D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16739F74-93BA-4EBD-B11D-254D71C44096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08F1B646-5A7C-4A47-840E-EAFEDF5045D9}"/>
              </a:ext>
            </a:extLst>
          </p:cNvPr>
          <p:cNvCxnSpPr>
            <a:cxnSpLocks/>
            <a:stCxn id="6" idx="3"/>
            <a:endCxn id="4" idx="7"/>
          </p:cNvCxnSpPr>
          <p:nvPr/>
        </p:nvCxnSpPr>
        <p:spPr>
          <a:xfrm flipH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4D3F04AC-BF41-498D-BE22-8141486B5B90}"/>
              </a:ext>
            </a:extLst>
          </p:cNvPr>
          <p:cNvSpPr txBox="1"/>
          <p:nvPr/>
        </p:nvSpPr>
        <p:spPr>
          <a:xfrm>
            <a:off x="6055548" y="272194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CB29B3D-D0B0-4EBE-A4CB-5A524981F4E7}"/>
              </a:ext>
            </a:extLst>
          </p:cNvPr>
          <p:cNvCxnSpPr>
            <a:cxnSpLocks/>
            <a:stCxn id="4" idx="5"/>
            <a:endCxn id="8" idx="1"/>
          </p:cNvCxnSpPr>
          <p:nvPr/>
        </p:nvCxnSpPr>
        <p:spPr>
          <a:xfrm>
            <a:off x="817387" y="2213708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F84A8058-4A84-4D64-AC6B-D54AC099121B}"/>
              </a:ext>
            </a:extLst>
          </p:cNvPr>
          <p:cNvSpPr txBox="1"/>
          <p:nvPr/>
        </p:nvSpPr>
        <p:spPr>
          <a:xfrm>
            <a:off x="528616" y="3503980"/>
            <a:ext cx="3114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 / 5 / 4 / 3 / 2 / 1 / 3</a:t>
            </a:r>
          </a:p>
        </p:txBody>
      </p:sp>
    </p:spTree>
    <p:extLst>
      <p:ext uri="{BB962C8B-B14F-4D97-AF65-F5344CB8AC3E}">
        <p14:creationId xmlns:p14="http://schemas.microsoft.com/office/powerpoint/2010/main" val="680138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ED6D638-C5DF-4CD3-94A4-503F5D6AA73B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7385167" y="2721941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w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F4FD1782-55C5-4F0A-974F-E6BAFB470276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9B579865-65AA-4276-B803-D91A259EEF8D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16739F74-93BA-4EBD-B11D-254D71C44096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08F1B646-5A7C-4A47-840E-EAFEDF5045D9}"/>
              </a:ext>
            </a:extLst>
          </p:cNvPr>
          <p:cNvCxnSpPr>
            <a:cxnSpLocks/>
            <a:stCxn id="6" idx="3"/>
            <a:endCxn id="4" idx="7"/>
          </p:cNvCxnSpPr>
          <p:nvPr/>
        </p:nvCxnSpPr>
        <p:spPr>
          <a:xfrm flipH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4D3F04AC-BF41-498D-BE22-8141486B5B90}"/>
              </a:ext>
            </a:extLst>
          </p:cNvPr>
          <p:cNvSpPr txBox="1"/>
          <p:nvPr/>
        </p:nvSpPr>
        <p:spPr>
          <a:xfrm>
            <a:off x="6055548" y="272194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CB29B3D-D0B0-4EBE-A4CB-5A524981F4E7}"/>
              </a:ext>
            </a:extLst>
          </p:cNvPr>
          <p:cNvCxnSpPr>
            <a:cxnSpLocks/>
            <a:stCxn id="4" idx="5"/>
            <a:endCxn id="8" idx="1"/>
          </p:cNvCxnSpPr>
          <p:nvPr/>
        </p:nvCxnSpPr>
        <p:spPr>
          <a:xfrm>
            <a:off x="817387" y="2213708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7C8A6FDD-437C-4FFD-900A-36BDA037B632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B2CC21A-ECD1-4DF5-B344-A9D3D4C7AB6D}"/>
              </a:ext>
            </a:extLst>
          </p:cNvPr>
          <p:cNvSpPr txBox="1"/>
          <p:nvPr/>
        </p:nvSpPr>
        <p:spPr>
          <a:xfrm>
            <a:off x="528616" y="3503980"/>
            <a:ext cx="3114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 / 5 / 4 / 3 / 2 / 1 / 3</a:t>
            </a:r>
          </a:p>
        </p:txBody>
      </p:sp>
    </p:spTree>
    <p:extLst>
      <p:ext uri="{BB962C8B-B14F-4D97-AF65-F5344CB8AC3E}">
        <p14:creationId xmlns:p14="http://schemas.microsoft.com/office/powerpoint/2010/main" val="142378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C750395B-6FC0-4358-AFB2-83DB1F4573E4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31D0BB5-50C6-4012-B361-FB452EAFBA89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92AB9E1-86E9-4DFE-8B85-DD71F1BA1D38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E97716F-415A-4398-AF66-201A38E3F34A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75FAC85-0C1A-4256-B440-B0C2FD93EEE5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374102B-6C85-43F3-86A8-C91921E56CE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1E21F32F-92AE-4B61-9FEA-5D6E180AA723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8C0CEEC-7415-406B-A2A8-5AA1DEA0A0ED}"/>
              </a:ext>
            </a:extLst>
          </p:cNvPr>
          <p:cNvSpPr txBox="1"/>
          <p:nvPr/>
        </p:nvSpPr>
        <p:spPr>
          <a:xfrm>
            <a:off x="7385167" y="2721941"/>
            <a:ext cx="28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F4FD1782-55C5-4F0A-974F-E6BAFB470276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9B579865-65AA-4276-B803-D91A259EEF8D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16739F74-93BA-4EBD-B11D-254D71C44096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08F1B646-5A7C-4A47-840E-EAFEDF5045D9}"/>
              </a:ext>
            </a:extLst>
          </p:cNvPr>
          <p:cNvCxnSpPr>
            <a:cxnSpLocks/>
            <a:stCxn id="6" idx="3"/>
            <a:endCxn id="4" idx="7"/>
          </p:cNvCxnSpPr>
          <p:nvPr/>
        </p:nvCxnSpPr>
        <p:spPr>
          <a:xfrm flipH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CB29B3D-D0B0-4EBE-A4CB-5A524981F4E7}"/>
              </a:ext>
            </a:extLst>
          </p:cNvPr>
          <p:cNvCxnSpPr>
            <a:cxnSpLocks/>
            <a:stCxn id="4" idx="5"/>
            <a:endCxn id="8" idx="1"/>
          </p:cNvCxnSpPr>
          <p:nvPr/>
        </p:nvCxnSpPr>
        <p:spPr>
          <a:xfrm>
            <a:off x="817387" y="2213708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7C8A6FDD-437C-4FFD-900A-36BDA037B632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1C425C6-A29E-45F2-BDB1-7F9C6603BCAC}"/>
              </a:ext>
            </a:extLst>
          </p:cNvPr>
          <p:cNvSpPr txBox="1"/>
          <p:nvPr/>
        </p:nvSpPr>
        <p:spPr>
          <a:xfrm>
            <a:off x="528616" y="3503980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 / 5 / 4 / 3 / 2 / 1 / 3 / 6 </a:t>
            </a:r>
          </a:p>
        </p:txBody>
      </p:sp>
    </p:spTree>
    <p:extLst>
      <p:ext uri="{BB962C8B-B14F-4D97-AF65-F5344CB8AC3E}">
        <p14:creationId xmlns:p14="http://schemas.microsoft.com/office/powerpoint/2010/main" val="1961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2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BD7B6A5D-968E-4CCF-902E-024D86722E60}"/>
              </a:ext>
            </a:extLst>
          </p:cNvPr>
          <p:cNvCxnSpPr>
            <a:cxnSpLocks/>
            <a:stCxn id="15" idx="4"/>
            <a:endCxn id="56" idx="0"/>
          </p:cNvCxnSpPr>
          <p:nvPr/>
        </p:nvCxnSpPr>
        <p:spPr>
          <a:xfrm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920B29C-7F29-4528-9BCC-681C488B581A}"/>
              </a:ext>
            </a:extLst>
          </p:cNvPr>
          <p:cNvCxnSpPr>
            <a:cxnSpLocks/>
            <a:stCxn id="56" idx="1"/>
            <a:endCxn id="7" idx="5"/>
          </p:cNvCxnSpPr>
          <p:nvPr/>
        </p:nvCxnSpPr>
        <p:spPr>
          <a:xfrm flipH="1" flipV="1"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5C49843-AFE5-49C7-878D-9DF405B5CD43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1CD2B6F1-F8EE-4F5B-B123-C17334FB0E8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F4FD1782-55C5-4F0A-974F-E6BAFB470276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9B579865-65AA-4276-B803-D91A259EEF8D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16739F74-93BA-4EBD-B11D-254D71C44096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08F1B646-5A7C-4A47-840E-EAFEDF5045D9}"/>
              </a:ext>
            </a:extLst>
          </p:cNvPr>
          <p:cNvCxnSpPr>
            <a:cxnSpLocks/>
            <a:stCxn id="6" idx="3"/>
            <a:endCxn id="4" idx="7"/>
          </p:cNvCxnSpPr>
          <p:nvPr/>
        </p:nvCxnSpPr>
        <p:spPr>
          <a:xfrm flipH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CB29B3D-D0B0-4EBE-A4CB-5A524981F4E7}"/>
              </a:ext>
            </a:extLst>
          </p:cNvPr>
          <p:cNvCxnSpPr>
            <a:cxnSpLocks/>
            <a:stCxn id="4" idx="5"/>
            <a:endCxn id="8" idx="1"/>
          </p:cNvCxnSpPr>
          <p:nvPr/>
        </p:nvCxnSpPr>
        <p:spPr>
          <a:xfrm>
            <a:off x="817387" y="2213708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7C8A6FDD-437C-4FFD-900A-36BDA037B632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AEBD434-6EE1-4EAB-BC43-3C4285959482}"/>
              </a:ext>
            </a:extLst>
          </p:cNvPr>
          <p:cNvSpPr txBox="1"/>
          <p:nvPr/>
        </p:nvSpPr>
        <p:spPr>
          <a:xfrm>
            <a:off x="528616" y="3503980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/ 6 / 4 / 2 / 5 / 4 / 3 / 2 / 1 / 3 / 6 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2234F255-1E85-4CE0-873A-90F26B3E0D57}"/>
              </a:ext>
            </a:extLst>
          </p:cNvPr>
          <p:cNvSpPr txBox="1"/>
          <p:nvPr/>
        </p:nvSpPr>
        <p:spPr>
          <a:xfrm>
            <a:off x="5310835" y="3503980"/>
            <a:ext cx="1813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Trajeto </a:t>
            </a:r>
            <a:r>
              <a:rPr lang="pt-BR" b="1" dirty="0" err="1"/>
              <a:t>euleriano</a:t>
            </a:r>
            <a:endParaRPr lang="pt-BR" b="1" dirty="0"/>
          </a:p>
        </p:txBody>
      </p: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277DD369-A30A-43F5-8125-7FFF39DD979D}"/>
              </a:ext>
            </a:extLst>
          </p:cNvPr>
          <p:cNvCxnSpPr>
            <a:stCxn id="42" idx="3"/>
            <a:endCxn id="51" idx="1"/>
          </p:cNvCxnSpPr>
          <p:nvPr/>
        </p:nvCxnSpPr>
        <p:spPr>
          <a:xfrm>
            <a:off x="4009056" y="3688646"/>
            <a:ext cx="130177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44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de Fleury – Exemplo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577322-7B14-42E9-887E-E558D28AB057}"/>
              </a:ext>
            </a:extLst>
          </p:cNvPr>
          <p:cNvSpPr/>
          <p:nvPr/>
        </p:nvSpPr>
        <p:spPr>
          <a:xfrm>
            <a:off x="548253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5C5AD44-FC8D-4521-833F-30FC5EC5CA78}"/>
              </a:ext>
            </a:extLst>
          </p:cNvPr>
          <p:cNvSpPr/>
          <p:nvPr/>
        </p:nvSpPr>
        <p:spPr>
          <a:xfrm>
            <a:off x="1158483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953406-BD42-4F69-98FC-BDA2D1590BD7}"/>
              </a:ext>
            </a:extLst>
          </p:cNvPr>
          <p:cNvSpPr/>
          <p:nvPr/>
        </p:nvSpPr>
        <p:spPr>
          <a:xfrm>
            <a:off x="184340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EAA349-0356-4615-B3FE-F388775588A5}"/>
              </a:ext>
            </a:extLst>
          </p:cNvPr>
          <p:cNvSpPr/>
          <p:nvPr/>
        </p:nvSpPr>
        <p:spPr>
          <a:xfrm>
            <a:off x="1181818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DE18CE1-4C3E-4309-8FD3-E61A501B7A2D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F15E4A-8A74-45BC-83DD-0BBAEF6A802E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C8ECE-ECE9-417F-BF66-9F1D4DB8E4A1}"/>
              </a:ext>
            </a:extLst>
          </p:cNvPr>
          <p:cNvSpPr txBox="1"/>
          <p:nvPr/>
        </p:nvSpPr>
        <p:spPr>
          <a:xfrm>
            <a:off x="536145" y="140033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E7792AD-0F66-4DC6-B2CE-5B545A638D88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1A77303A-5C25-46B4-BB84-2AB4438BA279}"/>
              </a:ext>
            </a:extLst>
          </p:cNvPr>
          <p:cNvSpPr/>
          <p:nvPr/>
        </p:nvSpPr>
        <p:spPr>
          <a:xfrm>
            <a:off x="2476971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DC959C9-ED44-4950-94C6-91D39F981CD1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3330A6D-B189-4CCB-A0DA-5ACC05804660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C9F3526-1909-49C3-9399-1BD860D59F46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8FF23245-BCD8-4D7A-93EF-CCF9083E6F61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9A4628F-ECA7-4C56-B462-02CC924B3BE3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B84678AE-285B-4C7B-8443-225D4FD05615}"/>
              </a:ext>
            </a:extLst>
          </p:cNvPr>
          <p:cNvSpPr/>
          <p:nvPr/>
        </p:nvSpPr>
        <p:spPr>
          <a:xfrm>
            <a:off x="2476971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BF8B2CC1-3E66-470E-8529-2234C1D150A6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06022FA6-5EC5-4527-8508-1D86EEFA751E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72FBADDD-2BB1-4F7B-B71A-20D95ED90BFA}"/>
              </a:ext>
            </a:extLst>
          </p:cNvPr>
          <p:cNvSpPr/>
          <p:nvPr/>
        </p:nvSpPr>
        <p:spPr>
          <a:xfrm>
            <a:off x="3110537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97487F0-3330-4729-838A-9924A8D71619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80706224-ADF3-44D5-BD0E-895E4FACA7EF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0BA4A0C-B897-4093-ADD4-BCB5769E4101}"/>
              </a:ext>
            </a:extLst>
          </p:cNvPr>
          <p:cNvCxnSpPr>
            <a:cxnSpLocks/>
            <a:stCxn id="4" idx="7"/>
            <a:endCxn id="6" idx="3"/>
          </p:cNvCxnSpPr>
          <p:nvPr/>
        </p:nvCxnSpPr>
        <p:spPr>
          <a:xfrm flipV="1">
            <a:off x="817387" y="1635965"/>
            <a:ext cx="387272" cy="37262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7B7851EF-7C11-46E0-849A-B7438ACE39B4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H="1" flipV="1">
            <a:off x="1316138" y="1678447"/>
            <a:ext cx="23335" cy="865553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9F82CBC-F864-4DA3-B75C-3985635F33F8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1450952" y="2212401"/>
            <a:ext cx="438630" cy="37408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1EB47813-B82C-4372-B474-877FA0A6FC57}"/>
              </a:ext>
            </a:extLst>
          </p:cNvPr>
          <p:cNvCxnSpPr>
            <a:cxnSpLocks/>
            <a:stCxn id="7" idx="1"/>
            <a:endCxn id="6" idx="5"/>
          </p:cNvCxnSpPr>
          <p:nvPr/>
        </p:nvCxnSpPr>
        <p:spPr>
          <a:xfrm flipH="1" flipV="1">
            <a:off x="1427617" y="1635965"/>
            <a:ext cx="461965" cy="37131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9978A02D-6A51-4F10-8734-5B9353C85B45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473793" y="1533404"/>
            <a:ext cx="10031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991FE242-D9C6-4688-B548-B310A4FA36DC}"/>
              </a:ext>
            </a:extLst>
          </p:cNvPr>
          <p:cNvCxnSpPr>
            <a:cxnSpLocks/>
            <a:stCxn id="7" idx="7"/>
            <a:endCxn id="15" idx="3"/>
          </p:cNvCxnSpPr>
          <p:nvPr/>
        </p:nvCxnSpPr>
        <p:spPr>
          <a:xfrm flipV="1">
            <a:off x="2112540" y="1635965"/>
            <a:ext cx="410607" cy="371314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FDF9DCEB-7D2B-4E5D-8A7E-0A00420D8E03}"/>
              </a:ext>
            </a:extLst>
          </p:cNvPr>
          <p:cNvCxnSpPr>
            <a:cxnSpLocks/>
            <a:stCxn id="7" idx="5"/>
            <a:endCxn id="56" idx="1"/>
          </p:cNvCxnSpPr>
          <p:nvPr/>
        </p:nvCxnSpPr>
        <p:spPr>
          <a:xfrm>
            <a:off x="2112540" y="2212401"/>
            <a:ext cx="410607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9A6D8930-82AA-4D72-814F-662BDCAF9468}"/>
              </a:ext>
            </a:extLst>
          </p:cNvPr>
          <p:cNvCxnSpPr>
            <a:cxnSpLocks/>
            <a:stCxn id="56" idx="0"/>
            <a:endCxn id="15" idx="4"/>
          </p:cNvCxnSpPr>
          <p:nvPr/>
        </p:nvCxnSpPr>
        <p:spPr>
          <a:xfrm flipV="1">
            <a:off x="2634626" y="1678447"/>
            <a:ext cx="0" cy="86555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245D9444-EC70-48C6-B72D-DC3886770A3D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6CA7C06E-1BA6-4E12-B7A8-0A2CDCFC9B49}"/>
              </a:ext>
            </a:extLst>
          </p:cNvPr>
          <p:cNvCxnSpPr>
            <a:cxnSpLocks/>
            <a:stCxn id="69" idx="1"/>
            <a:endCxn id="15" idx="5"/>
          </p:cNvCxnSpPr>
          <p:nvPr/>
        </p:nvCxnSpPr>
        <p:spPr>
          <a:xfrm flipH="1" flipV="1">
            <a:off x="2746105" y="1635965"/>
            <a:ext cx="410608" cy="371314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76BF1D03-9946-48FE-80B9-1C580505B64A}"/>
              </a:ext>
            </a:extLst>
          </p:cNvPr>
          <p:cNvCxnSpPr>
            <a:cxnSpLocks/>
            <a:stCxn id="69" idx="3"/>
            <a:endCxn id="56" idx="7"/>
          </p:cNvCxnSpPr>
          <p:nvPr/>
        </p:nvCxnSpPr>
        <p:spPr>
          <a:xfrm flipH="1">
            <a:off x="2746105" y="2212401"/>
            <a:ext cx="410608" cy="374081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34698AB8-4895-4E74-9D98-2A9318509366}"/>
              </a:ext>
            </a:extLst>
          </p:cNvPr>
          <p:cNvCxnSpPr>
            <a:cxnSpLocks/>
            <a:stCxn id="8" idx="6"/>
            <a:endCxn id="56" idx="2"/>
          </p:cNvCxnSpPr>
          <p:nvPr/>
        </p:nvCxnSpPr>
        <p:spPr>
          <a:xfrm>
            <a:off x="1497128" y="2689043"/>
            <a:ext cx="979843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74B8A8FD-9C9B-4AEB-8E65-7DA5A534375F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817387" y="2213708"/>
            <a:ext cx="410607" cy="3727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FFBD58EC-3B07-4EF3-9C76-9022F2E44F8E}"/>
              </a:ext>
            </a:extLst>
          </p:cNvPr>
          <p:cNvSpPr/>
          <p:nvPr/>
        </p:nvSpPr>
        <p:spPr>
          <a:xfrm>
            <a:off x="5219402" y="196610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65AAD45-439A-4900-AABC-880BC09C1494}"/>
              </a:ext>
            </a:extLst>
          </p:cNvPr>
          <p:cNvSpPr/>
          <p:nvPr/>
        </p:nvSpPr>
        <p:spPr>
          <a:xfrm>
            <a:off x="5829632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25C0C67-0135-42EF-98F0-609AFBAB7996}"/>
              </a:ext>
            </a:extLst>
          </p:cNvPr>
          <p:cNvSpPr/>
          <p:nvPr/>
        </p:nvSpPr>
        <p:spPr>
          <a:xfrm>
            <a:off x="6514555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8C94DB4-F774-48AB-96D3-C8EB878EAEB9}"/>
              </a:ext>
            </a:extLst>
          </p:cNvPr>
          <p:cNvSpPr/>
          <p:nvPr/>
        </p:nvSpPr>
        <p:spPr>
          <a:xfrm>
            <a:off x="5852967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97B1C922-A531-4BA9-B99A-2D25BDC98426}"/>
              </a:ext>
            </a:extLst>
          </p:cNvPr>
          <p:cNvCxnSpPr>
            <a:cxnSpLocks/>
            <a:stCxn id="37" idx="7"/>
            <a:endCxn id="38" idx="3"/>
          </p:cNvCxnSpPr>
          <p:nvPr/>
        </p:nvCxnSpPr>
        <p:spPr>
          <a:xfrm flipV="1">
            <a:off x="5488536" y="1635965"/>
            <a:ext cx="387272" cy="37262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3E5E7265-6F3D-47FA-8D97-8D8535D890B4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6122101" y="2212401"/>
            <a:ext cx="438630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081DAF-A52E-43FF-B388-9C2FFDD5D731}"/>
              </a:ext>
            </a:extLst>
          </p:cNvPr>
          <p:cNvSpPr txBox="1"/>
          <p:nvPr/>
        </p:nvSpPr>
        <p:spPr>
          <a:xfrm>
            <a:off x="5216110" y="140033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G’</a:t>
            </a:r>
            <a:endParaRPr lang="pt-BR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6DD3A4C-FEC4-4674-A2E7-7F48B4CDA556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>
            <a:off x="6144942" y="1533404"/>
            <a:ext cx="100317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86BA056C-7D6B-4102-9316-8951CD6ED36C}"/>
              </a:ext>
            </a:extLst>
          </p:cNvPr>
          <p:cNvSpPr/>
          <p:nvPr/>
        </p:nvSpPr>
        <p:spPr>
          <a:xfrm>
            <a:off x="7148120" y="138836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88303A67-7A24-4648-A0E5-CFF00D96E71D}"/>
              </a:ext>
            </a:extLst>
          </p:cNvPr>
          <p:cNvCxnSpPr>
            <a:cxnSpLocks/>
            <a:stCxn id="39" idx="7"/>
            <a:endCxn id="48" idx="3"/>
          </p:cNvCxnSpPr>
          <p:nvPr/>
        </p:nvCxnSpPr>
        <p:spPr>
          <a:xfrm flipV="1">
            <a:off x="6783689" y="1635965"/>
            <a:ext cx="410607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10B00467-59BF-4DB0-94A7-1A6A630BC6D4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>
          <a:xfrm flipH="1" flipV="1">
            <a:off x="5987287" y="1678447"/>
            <a:ext cx="23335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3055542-C038-4F94-B759-91034D04EDC3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5488536" y="2213708"/>
            <a:ext cx="410607" cy="37277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0B36E00B-533A-4929-A62E-313A05EEFE5A}"/>
              </a:ext>
            </a:extLst>
          </p:cNvPr>
          <p:cNvCxnSpPr>
            <a:cxnSpLocks/>
            <a:stCxn id="39" idx="1"/>
            <a:endCxn id="38" idx="5"/>
          </p:cNvCxnSpPr>
          <p:nvPr/>
        </p:nvCxnSpPr>
        <p:spPr>
          <a:xfrm flipH="1" flipV="1">
            <a:off x="6098766" y="1635965"/>
            <a:ext cx="461965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593F75C0-D379-401F-8B2E-DE4C1EDC213D}"/>
              </a:ext>
            </a:extLst>
          </p:cNvPr>
          <p:cNvCxnSpPr>
            <a:cxnSpLocks/>
            <a:stCxn id="61" idx="0"/>
            <a:endCxn id="48" idx="4"/>
          </p:cNvCxnSpPr>
          <p:nvPr/>
        </p:nvCxnSpPr>
        <p:spPr>
          <a:xfrm flipV="1">
            <a:off x="7305775" y="1678447"/>
            <a:ext cx="0" cy="8655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682AA436-5F00-48F0-8FA3-F67CE13B2E9E}"/>
              </a:ext>
            </a:extLst>
          </p:cNvPr>
          <p:cNvSpPr/>
          <p:nvPr/>
        </p:nvSpPr>
        <p:spPr>
          <a:xfrm>
            <a:off x="7148120" y="25440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5805364-02E8-45F2-A565-A0949A317E15}"/>
              </a:ext>
            </a:extLst>
          </p:cNvPr>
          <p:cNvCxnSpPr>
            <a:cxnSpLocks/>
            <a:stCxn id="39" idx="5"/>
            <a:endCxn id="61" idx="1"/>
          </p:cNvCxnSpPr>
          <p:nvPr/>
        </p:nvCxnSpPr>
        <p:spPr>
          <a:xfrm>
            <a:off x="6783689" y="2212401"/>
            <a:ext cx="410607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C5DD98D-CB8B-438B-B3DF-5B1AA1616F7F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>
            <a:off x="6168277" y="2689043"/>
            <a:ext cx="979843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9215AD6B-3DCF-4EDF-A905-24D914A48458}"/>
              </a:ext>
            </a:extLst>
          </p:cNvPr>
          <p:cNvSpPr/>
          <p:nvPr/>
        </p:nvSpPr>
        <p:spPr>
          <a:xfrm>
            <a:off x="7781686" y="19647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FDCCA8A7-3774-466D-9C1B-512E9C20E17D}"/>
              </a:ext>
            </a:extLst>
          </p:cNvPr>
          <p:cNvCxnSpPr>
            <a:cxnSpLocks/>
            <a:stCxn id="68" idx="3"/>
            <a:endCxn id="61" idx="7"/>
          </p:cNvCxnSpPr>
          <p:nvPr/>
        </p:nvCxnSpPr>
        <p:spPr>
          <a:xfrm flipH="1">
            <a:off x="7417254" y="2212401"/>
            <a:ext cx="410608" cy="374081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96E0D40F-DB0C-46B2-B2FD-9612FE7C744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6362929-FF22-42AF-A7D1-A4CF7E38D169}"/>
              </a:ext>
            </a:extLst>
          </p:cNvPr>
          <p:cNvCxnSpPr>
            <a:cxnSpLocks/>
            <a:stCxn id="68" idx="1"/>
            <a:endCxn id="48" idx="5"/>
          </p:cNvCxnSpPr>
          <p:nvPr/>
        </p:nvCxnSpPr>
        <p:spPr>
          <a:xfrm flipH="1" flipV="1">
            <a:off x="7417254" y="1635965"/>
            <a:ext cx="410608" cy="3713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01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AP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btítul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penas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ítulo e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t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ítulo, 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penas imagens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abel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Encerramen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2287</TotalTime>
  <Words>2698</Words>
  <Application>Microsoft Office PowerPoint</Application>
  <PresentationFormat>Apresentação na tela (16:9)</PresentationFormat>
  <Paragraphs>1234</Paragraphs>
  <Slides>76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10</vt:i4>
      </vt:variant>
      <vt:variant>
        <vt:lpstr>Títulos de slides</vt:lpstr>
      </vt:variant>
      <vt:variant>
        <vt:i4>76</vt:i4>
      </vt:variant>
    </vt:vector>
  </HeadingPairs>
  <TitlesOfParts>
    <vt:vector size="89" baseType="lpstr">
      <vt:lpstr>Arial</vt:lpstr>
      <vt:lpstr>Calibri</vt:lpstr>
      <vt:lpstr>Symbol</vt:lpstr>
      <vt:lpstr>CAPA</vt:lpstr>
      <vt:lpstr>Subtítulo</vt:lpstr>
      <vt:lpstr>Apenas texto corrido</vt:lpstr>
      <vt:lpstr>Título e texto corrido</vt:lpstr>
      <vt:lpstr>Item</vt:lpstr>
      <vt:lpstr>Título, texto e imagem</vt:lpstr>
      <vt:lpstr>Texto e imagem</vt:lpstr>
      <vt:lpstr>Apenas imagens</vt:lpstr>
      <vt:lpstr>Tabela</vt:lpstr>
      <vt:lpstr>Encerramento</vt:lpstr>
      <vt:lpstr>Grafos Hamiltonianos e  Grafos Eulerianos</vt:lpstr>
      <vt:lpstr>Grafo Hamiltoniano</vt:lpstr>
      <vt:lpstr>Grafo Hamiltoniano – Exemplo </vt:lpstr>
      <vt:lpstr>Grafo Hamiltoniano – Exemplo </vt:lpstr>
      <vt:lpstr>Grafo Hamiltoniano – Exemplo </vt:lpstr>
      <vt:lpstr>Grafo Hamiltoniano – Exemplo </vt:lpstr>
      <vt:lpstr>Grafo Hamiltoniano – Exemplo </vt:lpstr>
      <vt:lpstr>Grafo Hamiltoniano – Exemplo </vt:lpstr>
      <vt:lpstr>Grafo Hamiltoniano – Condição Necessária</vt:lpstr>
      <vt:lpstr>Grafo Hamiltoniano – Condição Necessária</vt:lpstr>
      <vt:lpstr>Grafo Hamiltoniano – Condição Necessária</vt:lpstr>
      <vt:lpstr>Grafo Hamiltoniano – Condição Necessária</vt:lpstr>
      <vt:lpstr>Grafo Hamiltoniano – Condição Necessária</vt:lpstr>
      <vt:lpstr>Grafo Hamiltoniano – Condição Necessária</vt:lpstr>
      <vt:lpstr>Grafo Hamiltoniano – Condição Necessária</vt:lpstr>
      <vt:lpstr>Grafo Hamiltoniano – Condição Necessária</vt:lpstr>
      <vt:lpstr>Grafo Hamiltoniano – Condição Necessária</vt:lpstr>
      <vt:lpstr>Grafo Hamiltoniano – Condição Necessária</vt:lpstr>
      <vt:lpstr>Grafo Euleriano</vt:lpstr>
      <vt:lpstr>Grafo Euleriano – Exemplo </vt:lpstr>
      <vt:lpstr>Grafo Euleriano – Exemplo </vt:lpstr>
      <vt:lpstr>Grafo Euleriano – Exemplo </vt:lpstr>
      <vt:lpstr>Grafo Euleriano – Condição Suficiente</vt:lpstr>
      <vt:lpstr>Método de Fleury – Algoritmo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1 </vt:lpstr>
      <vt:lpstr>Método de Fleury – Exemplo 2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Método de Fleury – Exemplo 2 </vt:lpstr>
      <vt:lpstr>Apresentação do PowerPoint</vt:lpstr>
      <vt:lpstr>Método de Fleury – Exemplo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Kelen da Silva Miranda</dc:creator>
  <cp:lastModifiedBy>Leonardo</cp:lastModifiedBy>
  <cp:revision>200</cp:revision>
  <dcterms:created xsi:type="dcterms:W3CDTF">2018-04-05T14:34:00Z</dcterms:created>
  <dcterms:modified xsi:type="dcterms:W3CDTF">2022-09-12T21:54:04Z</dcterms:modified>
</cp:coreProperties>
</file>