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66"/>
  </p:notesMasterIdLst>
  <p:handoutMasterIdLst>
    <p:handoutMasterId r:id="rId67"/>
  </p:handoutMasterIdLst>
  <p:sldIdLst>
    <p:sldId id="256" r:id="rId11"/>
    <p:sldId id="272" r:id="rId12"/>
    <p:sldId id="345" r:id="rId13"/>
    <p:sldId id="342" r:id="rId14"/>
    <p:sldId id="343" r:id="rId15"/>
    <p:sldId id="344" r:id="rId16"/>
    <p:sldId id="348" r:id="rId17"/>
    <p:sldId id="396" r:id="rId18"/>
    <p:sldId id="349" r:id="rId19"/>
    <p:sldId id="350" r:id="rId20"/>
    <p:sldId id="358" r:id="rId21"/>
    <p:sldId id="352" r:id="rId22"/>
    <p:sldId id="353" r:id="rId23"/>
    <p:sldId id="359" r:id="rId24"/>
    <p:sldId id="354" r:id="rId25"/>
    <p:sldId id="355" r:id="rId26"/>
    <p:sldId id="356" r:id="rId27"/>
    <p:sldId id="357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9" r:id="rId45"/>
    <p:sldId id="376" r:id="rId46"/>
    <p:sldId id="377" r:id="rId47"/>
    <p:sldId id="380" r:id="rId48"/>
    <p:sldId id="381" r:id="rId49"/>
    <p:sldId id="378" r:id="rId50"/>
    <p:sldId id="382" r:id="rId51"/>
    <p:sldId id="384" r:id="rId52"/>
    <p:sldId id="385" r:id="rId53"/>
    <p:sldId id="383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270" r:id="rId65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FF66FF"/>
    <a:srgbClr val="CC00FF"/>
    <a:srgbClr val="9900CC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Busca em Grafos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21B9C9B-8EC1-44A9-AFEA-52E7EDC736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Grafo – Introdução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Busca em grafo é um processo sistemático para se examinar vértices e arestas.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e arestas não examinados são ditos não marcados (não explorados ou não visitados).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Inicialmente, todos os vértices e arestas são não marcados.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Após terem sido examinados, eles são marcados como explorados ou visitados.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 final (de uma busca completa), todos os vértices e arestas serão marcados.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em Grafo – Processo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E),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inicialmente vértices e arestas são desmarcados.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passo inicial, marca-se um vértice escolhido de forma arbitrária.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passo geral, seleciona-se algum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seja marcado e extremo de alguma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ainda não explorada.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torna-se explorada e 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torna-se marcado (se não for).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processo termina quando todas as arestas de G tiverem sido exploradas. </a:t>
            </a:r>
          </a:p>
        </p:txBody>
      </p:sp>
    </p:spTree>
    <p:extLst>
      <p:ext uri="{BB962C8B-B14F-4D97-AF65-F5344CB8AC3E}">
        <p14:creationId xmlns:p14="http://schemas.microsoft.com/office/powerpoint/2010/main" val="302117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203959"/>
            <a:ext cx="8424936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Passo 1.	Desmarcar todos os vértices</a:t>
            </a:r>
          </a:p>
          <a:p>
            <a:pPr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Passo 2.	Escolher e marcar um vértice inicial</a:t>
            </a:r>
          </a:p>
          <a:p>
            <a:pPr marL="900000" indent="-900000"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Passo 3.	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existir algum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seja marcado e incidente a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não explorada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1371600" lvl="2" indent="-457200">
              <a:spcAft>
                <a:spcPts val="9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Escolher o vértice marcado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371600" lvl="2" indent="-457200">
              <a:spcAft>
                <a:spcPts val="900"/>
              </a:spcAft>
              <a:buFont typeface="+mj-lt"/>
              <a:buAutoNum type="alphaLcPeriod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Escolher e explorar uma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</a:p>
          <a:p>
            <a:pPr marL="1371600" lvl="2" indent="-457200">
              <a:spcAft>
                <a:spcPts val="900"/>
              </a:spcAft>
              <a:buFont typeface="+mj-lt"/>
              <a:buAutoNum type="alphaLcPeriod"/>
            </a:pP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não marcado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</a:p>
          <a:p>
            <a:pPr lvl="4">
              <a:spcAft>
                <a:spcPts val="9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Marcar 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94074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é selecionada a partir do vértice marcado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é comum dizer que 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foi explorada e que 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alcançado.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torna-se explorado somente quando todas as arestas incidentes a ele tiverem sido exploradas.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o processo de busca, um vértice pode ser alcançado várias vezes.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torna-se marcado quando a primeira aresta incidente a ele é explorada e, nesse momento, é iniciada a exploração do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77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Geralmente, o vértice inicial é denominado raiz da busca.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Uma busca em um grafo não é única pois é possível escolher: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inicial (ou raiz) da busca;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marcado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partir do qual vai se explorar uma aresta;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aresta não explorada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incidente ao vértice marcado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que será visitada.</a:t>
            </a:r>
          </a:p>
        </p:txBody>
      </p:sp>
    </p:spTree>
    <p:extLst>
      <p:ext uri="{BB962C8B-B14F-4D97-AF65-F5344CB8AC3E}">
        <p14:creationId xmlns:p14="http://schemas.microsoft.com/office/powerpoint/2010/main" val="1333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5" name="Conector de seta reta 34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08545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443885" y="3587908"/>
            <a:ext cx="1161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inicial</a:t>
            </a:r>
          </a:p>
        </p:txBody>
      </p:sp>
      <p:cxnSp>
        <p:nvCxnSpPr>
          <p:cNvPr id="30" name="Conector de seta reta 29"/>
          <p:cNvCxnSpPr/>
          <p:nvPr/>
        </p:nvCxnSpPr>
        <p:spPr>
          <a:xfrm flipV="1">
            <a:off x="1059781" y="3357447"/>
            <a:ext cx="167451" cy="2683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5" name="Conector de seta reta 34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33155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43885" y="3587908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V="1">
            <a:off x="1059781" y="3357447"/>
            <a:ext cx="167451" cy="2683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8" name="Conector de seta reta 27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09379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43885" y="3587908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cxnSp>
        <p:nvCxnSpPr>
          <p:cNvPr id="26" name="Conector de seta reta 25"/>
          <p:cNvCxnSpPr/>
          <p:nvPr/>
        </p:nvCxnSpPr>
        <p:spPr>
          <a:xfrm flipV="1">
            <a:off x="1059781" y="3357447"/>
            <a:ext cx="167451" cy="2683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11535" y="1977852"/>
            <a:ext cx="968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explorada</a:t>
            </a:r>
          </a:p>
        </p:txBody>
      </p:sp>
      <p:cxnSp>
        <p:nvCxnSpPr>
          <p:cNvPr id="28" name="Conector de seta reta 27"/>
          <p:cNvCxnSpPr/>
          <p:nvPr/>
        </p:nvCxnSpPr>
        <p:spPr>
          <a:xfrm>
            <a:off x="1315703" y="2463665"/>
            <a:ext cx="294293" cy="25573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987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43885" y="3587908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V="1">
            <a:off x="1059781" y="3357447"/>
            <a:ext cx="167451" cy="2683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18794" y="2028030"/>
            <a:ext cx="872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escolhida</a:t>
            </a:r>
          </a:p>
        </p:txBody>
      </p:sp>
      <p:cxnSp>
        <p:nvCxnSpPr>
          <p:cNvPr id="26" name="Conector de seta reta 25"/>
          <p:cNvCxnSpPr/>
          <p:nvPr/>
        </p:nvCxnSpPr>
        <p:spPr>
          <a:xfrm>
            <a:off x="1475000" y="2513843"/>
            <a:ext cx="361490" cy="3462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06465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01194" y="2028030"/>
            <a:ext cx="907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explorada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1475000" y="2513843"/>
            <a:ext cx="361490" cy="3462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8" name="Conector de seta reta 27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25568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801194" y="2028030"/>
            <a:ext cx="907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explorada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1475000" y="2513843"/>
            <a:ext cx="361490" cy="3462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1306878" y="3804995"/>
            <a:ext cx="1148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Novo 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cxnSp>
        <p:nvCxnSpPr>
          <p:cNvPr id="26" name="Conector de seta reta 25"/>
          <p:cNvCxnSpPr/>
          <p:nvPr/>
        </p:nvCxnSpPr>
        <p:spPr>
          <a:xfrm flipV="1">
            <a:off x="1909156" y="2906701"/>
            <a:ext cx="411528" cy="9167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9" name="Conector de seta reta 28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816613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36482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7" name="Conector de seta reta 26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983689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57358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442917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34631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170462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51860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368853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9839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631653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731823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211335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47953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326713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276782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381341" y="3815334"/>
            <a:ext cx="915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explorado</a:t>
            </a:r>
          </a:p>
        </p:txBody>
      </p:sp>
      <p:cxnSp>
        <p:nvCxnSpPr>
          <p:cNvPr id="38" name="Conector de seta reta 37"/>
          <p:cNvCxnSpPr/>
          <p:nvPr/>
        </p:nvCxnSpPr>
        <p:spPr>
          <a:xfrm flipV="1">
            <a:off x="1909156" y="2906701"/>
            <a:ext cx="411528" cy="91678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459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2348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420028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976839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489586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707695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856555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716625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817983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004513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95178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667278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580628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957679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5932241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5324748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1293292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012723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554138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554976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22187187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13962157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898585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3941385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 – Exemplo</a:t>
            </a:r>
          </a:p>
        </p:txBody>
      </p:sp>
      <p:cxnSp>
        <p:nvCxnSpPr>
          <p:cNvPr id="13" name="Conector de seta reta 12"/>
          <p:cNvCxnSpPr>
            <a:stCxn id="6" idx="7"/>
            <a:endCxn id="5" idx="2"/>
          </p:cNvCxnSpPr>
          <p:nvPr/>
        </p:nvCxnSpPr>
        <p:spPr>
          <a:xfrm flipV="1">
            <a:off x="1434586" y="2762084"/>
            <a:ext cx="832806" cy="35622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6" idx="0"/>
            <a:endCxn id="8" idx="2"/>
          </p:cNvCxnSpPr>
          <p:nvPr/>
        </p:nvCxnSpPr>
        <p:spPr>
          <a:xfrm flipV="1">
            <a:off x="1353235" y="1606690"/>
            <a:ext cx="1511320" cy="147867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5"/>
            <a:endCxn id="9" idx="1"/>
          </p:cNvCxnSpPr>
          <p:nvPr/>
        </p:nvCxnSpPr>
        <p:spPr>
          <a:xfrm>
            <a:off x="3183927" y="3310330"/>
            <a:ext cx="744738" cy="63083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5"/>
            <a:endCxn id="9" idx="0"/>
          </p:cNvCxnSpPr>
          <p:nvPr/>
        </p:nvCxnSpPr>
        <p:spPr>
          <a:xfrm>
            <a:off x="3060955" y="1686227"/>
            <a:ext cx="949062" cy="222199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7"/>
            <a:endCxn id="10" idx="4"/>
          </p:cNvCxnSpPr>
          <p:nvPr/>
        </p:nvCxnSpPr>
        <p:spPr>
          <a:xfrm flipV="1">
            <a:off x="4091368" y="2750464"/>
            <a:ext cx="218647" cy="119070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>
            <a:off x="1468283" y="3197848"/>
            <a:ext cx="1519244" cy="3294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6"/>
            <a:endCxn id="10" idx="1"/>
          </p:cNvCxnSpPr>
          <p:nvPr/>
        </p:nvCxnSpPr>
        <p:spPr>
          <a:xfrm>
            <a:off x="3094652" y="1606690"/>
            <a:ext cx="1134011" cy="9517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114628" y="138061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2" name="Conector de seta reta 71"/>
          <p:cNvCxnSpPr>
            <a:endCxn id="9" idx="2"/>
          </p:cNvCxnSpPr>
          <p:nvPr/>
        </p:nvCxnSpPr>
        <p:spPr>
          <a:xfrm>
            <a:off x="1410155" y="3303691"/>
            <a:ext cx="2484813" cy="71701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5" idx="0"/>
            <a:endCxn id="8" idx="3"/>
          </p:cNvCxnSpPr>
          <p:nvPr/>
        </p:nvCxnSpPr>
        <p:spPr>
          <a:xfrm flipV="1">
            <a:off x="2382441" y="1686227"/>
            <a:ext cx="515811" cy="96337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>
            <a:stCxn id="7" idx="0"/>
            <a:endCxn id="8" idx="4"/>
          </p:cNvCxnSpPr>
          <p:nvPr/>
        </p:nvCxnSpPr>
        <p:spPr>
          <a:xfrm flipH="1" flipV="1">
            <a:off x="2979604" y="1719172"/>
            <a:ext cx="122972" cy="1399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" idx="1"/>
            <a:endCxn id="5" idx="5"/>
          </p:cNvCxnSpPr>
          <p:nvPr/>
        </p:nvCxnSpPr>
        <p:spPr>
          <a:xfrm flipH="1" flipV="1">
            <a:off x="2463792" y="2841621"/>
            <a:ext cx="557432" cy="30963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/>
          <p:cNvSpPr/>
          <p:nvPr/>
        </p:nvSpPr>
        <p:spPr>
          <a:xfrm>
            <a:off x="1238186" y="308536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2267392" y="2649601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864555" y="1494207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7" name="Elipse 6"/>
          <p:cNvSpPr/>
          <p:nvPr/>
        </p:nvSpPr>
        <p:spPr>
          <a:xfrm>
            <a:off x="2987527" y="311831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3894968" y="3908220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0" name="Elipse 9"/>
          <p:cNvSpPr/>
          <p:nvPr/>
        </p:nvSpPr>
        <p:spPr>
          <a:xfrm>
            <a:off x="4194966" y="2525499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22" name="Elipse 21"/>
          <p:cNvSpPr/>
          <p:nvPr/>
        </p:nvSpPr>
        <p:spPr>
          <a:xfrm>
            <a:off x="5358079" y="1551086"/>
            <a:ext cx="184078" cy="185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3" name="Conector de seta reta 22"/>
          <p:cNvCxnSpPr/>
          <p:nvPr/>
        </p:nvCxnSpPr>
        <p:spPr>
          <a:xfrm flipH="1">
            <a:off x="5318878" y="2011769"/>
            <a:ext cx="262480" cy="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>
            <a:spLocks noChangeAspect="1"/>
          </p:cNvSpPr>
          <p:nvPr/>
        </p:nvSpPr>
        <p:spPr>
          <a:xfrm>
            <a:off x="5358079" y="2287067"/>
            <a:ext cx="184078" cy="18538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5318878" y="282001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flipH="1">
            <a:off x="5318878" y="3260269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318878" y="3628261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>
            <a:spLocks noChangeAspect="1"/>
          </p:cNvSpPr>
          <p:nvPr/>
        </p:nvSpPr>
        <p:spPr>
          <a:xfrm>
            <a:off x="5358079" y="3903561"/>
            <a:ext cx="184078" cy="185387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5708168" y="1474501"/>
            <a:ext cx="201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5708168" y="1842492"/>
            <a:ext cx="1945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708168" y="2210483"/>
            <a:ext cx="1546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708168" y="3826977"/>
            <a:ext cx="1649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708168" y="2578474"/>
            <a:ext cx="2906110" cy="4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 incidente a vértice marcado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08168" y="3090992"/>
            <a:ext cx="1748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selecionada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708168" y="3458984"/>
            <a:ext cx="158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explorada</a:t>
            </a:r>
          </a:p>
        </p:txBody>
      </p:sp>
    </p:spTree>
    <p:extLst>
      <p:ext uri="{BB962C8B-B14F-4D97-AF65-F5344CB8AC3E}">
        <p14:creationId xmlns:p14="http://schemas.microsoft.com/office/powerpoint/2010/main" val="4092094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Genérica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Critério para escolha do vértice marcado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produz diferentes buscas: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Busca em Profundidade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“dentre todos os vértices marcados e incidentes a alguma aresta ainda não 	explorada, escolher aquele </a:t>
            </a:r>
            <a:r>
              <a:rPr lang="pt-BR" b="1" dirty="0">
                <a:solidFill>
                  <a:srgbClr val="FF0000"/>
                </a:solidFill>
              </a:rPr>
              <a:t>mais recentemente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alcançado na busca”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Busca em Largura</a:t>
            </a:r>
          </a:p>
          <a:p>
            <a:pPr lvl="1"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“dentre todos os vértices marcados e incidentes a alguma aresta ainda não 	explorada, escolher aquele </a:t>
            </a:r>
            <a:r>
              <a:rPr lang="pt-BR" b="1" dirty="0">
                <a:solidFill>
                  <a:srgbClr val="FF0000"/>
                </a:solidFill>
              </a:rPr>
              <a:t>menos recentemente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alcançado na busca”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46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2008</Words>
  <Application>Microsoft Office PowerPoint</Application>
  <PresentationFormat>Apresentação na tela (16:9)</PresentationFormat>
  <Paragraphs>772</Paragraphs>
  <Slides>55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55</vt:i4>
      </vt:variant>
    </vt:vector>
  </HeadingPairs>
  <TitlesOfParts>
    <vt:vector size="67" baseType="lpstr">
      <vt:lpstr>Arial</vt:lpstr>
      <vt:lpstr>Calibri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Busca em Grafos</vt:lpstr>
      <vt:lpstr>Busca em Grafo – Introdução</vt:lpstr>
      <vt:lpstr>Busca Genérica em Grafo – Processo</vt:lpstr>
      <vt:lpstr>Busca Genérica – Algoritmo</vt:lpstr>
      <vt:lpstr>Busca Genérica</vt:lpstr>
      <vt:lpstr>Busca Genérica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 – Exemplo</vt:lpstr>
      <vt:lpstr>Busca Genérica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154</cp:revision>
  <dcterms:created xsi:type="dcterms:W3CDTF">2018-04-05T14:34:00Z</dcterms:created>
  <dcterms:modified xsi:type="dcterms:W3CDTF">2022-07-30T22:53:00Z</dcterms:modified>
</cp:coreProperties>
</file>