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slideLayouts/slideLayout8.xml" ContentType="application/vnd.openxmlformats-officedocument.presentationml.slideLayout+xml"/>
  <Override PartName="/ppt/theme/theme6.xml" ContentType="application/vnd.openxmlformats-officedocument.theme+xml"/>
  <Override PartName="/ppt/slideLayouts/slideLayout9.xml" ContentType="application/vnd.openxmlformats-officedocument.presentationml.slideLayout+xml"/>
  <Override PartName="/ppt/theme/theme7.xml" ContentType="application/vnd.openxmlformats-officedocument.theme+xml"/>
  <Override PartName="/ppt/slideLayouts/slideLayout10.xml" ContentType="application/vnd.openxmlformats-officedocument.presentationml.slideLayout+xml"/>
  <Override PartName="/ppt/theme/theme8.xml" ContentType="application/vnd.openxmlformats-officedocument.theme+xml"/>
  <Override PartName="/ppt/slideLayouts/slideLayout11.xml" ContentType="application/vnd.openxmlformats-officedocument.presentationml.slideLayout+xml"/>
  <Override PartName="/ppt/theme/theme9.xml" ContentType="application/vnd.openxmlformats-officedocument.theme+xml"/>
  <Override PartName="/ppt/slideLayouts/slideLayout1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  <p:sldMasterId id="2147483655" r:id="rId3"/>
    <p:sldMasterId id="2147483657" r:id="rId4"/>
    <p:sldMasterId id="2147483670" r:id="rId5"/>
    <p:sldMasterId id="2147483659" r:id="rId6"/>
    <p:sldMasterId id="2147483661" r:id="rId7"/>
    <p:sldMasterId id="2147483663" r:id="rId8"/>
    <p:sldMasterId id="2147483665" r:id="rId9"/>
    <p:sldMasterId id="2147483667" r:id="rId10"/>
  </p:sldMasterIdLst>
  <p:notesMasterIdLst>
    <p:notesMasterId r:id="rId81"/>
  </p:notesMasterIdLst>
  <p:handoutMasterIdLst>
    <p:handoutMasterId r:id="rId82"/>
  </p:handoutMasterIdLst>
  <p:sldIdLst>
    <p:sldId id="256" r:id="rId11"/>
    <p:sldId id="272" r:id="rId12"/>
    <p:sldId id="291" r:id="rId13"/>
    <p:sldId id="292" r:id="rId14"/>
    <p:sldId id="279" r:id="rId15"/>
    <p:sldId id="295" r:id="rId16"/>
    <p:sldId id="296" r:id="rId17"/>
    <p:sldId id="297" r:id="rId18"/>
    <p:sldId id="286" r:id="rId19"/>
    <p:sldId id="280" r:id="rId20"/>
    <p:sldId id="287" r:id="rId21"/>
    <p:sldId id="281" r:id="rId22"/>
    <p:sldId id="352" r:id="rId23"/>
    <p:sldId id="282" r:id="rId24"/>
    <p:sldId id="318" r:id="rId25"/>
    <p:sldId id="321" r:id="rId26"/>
    <p:sldId id="320" r:id="rId27"/>
    <p:sldId id="319" r:id="rId28"/>
    <p:sldId id="322" r:id="rId29"/>
    <p:sldId id="323" r:id="rId30"/>
    <p:sldId id="324" r:id="rId31"/>
    <p:sldId id="326" r:id="rId32"/>
    <p:sldId id="327" r:id="rId33"/>
    <p:sldId id="328" r:id="rId34"/>
    <p:sldId id="329" r:id="rId35"/>
    <p:sldId id="325" r:id="rId36"/>
    <p:sldId id="330" r:id="rId37"/>
    <p:sldId id="335" r:id="rId38"/>
    <p:sldId id="334" r:id="rId39"/>
    <p:sldId id="333" r:id="rId40"/>
    <p:sldId id="332" r:id="rId41"/>
    <p:sldId id="331" r:id="rId42"/>
    <p:sldId id="353" r:id="rId43"/>
    <p:sldId id="298" r:id="rId44"/>
    <p:sldId id="283" r:id="rId45"/>
    <p:sldId id="300" r:id="rId46"/>
    <p:sldId id="301" r:id="rId47"/>
    <p:sldId id="302" r:id="rId48"/>
    <p:sldId id="303" r:id="rId49"/>
    <p:sldId id="299" r:id="rId50"/>
    <p:sldId id="336" r:id="rId51"/>
    <p:sldId id="337" r:id="rId52"/>
    <p:sldId id="304" r:id="rId53"/>
    <p:sldId id="306" r:id="rId54"/>
    <p:sldId id="307" r:id="rId55"/>
    <p:sldId id="308" r:id="rId56"/>
    <p:sldId id="309" r:id="rId57"/>
    <p:sldId id="305" r:id="rId58"/>
    <p:sldId id="310" r:id="rId59"/>
    <p:sldId id="316" r:id="rId60"/>
    <p:sldId id="315" r:id="rId61"/>
    <p:sldId id="314" r:id="rId62"/>
    <p:sldId id="313" r:id="rId63"/>
    <p:sldId id="312" r:id="rId64"/>
    <p:sldId id="311" r:id="rId65"/>
    <p:sldId id="339" r:id="rId66"/>
    <p:sldId id="338" r:id="rId67"/>
    <p:sldId id="351" r:id="rId68"/>
    <p:sldId id="340" r:id="rId69"/>
    <p:sldId id="341" r:id="rId70"/>
    <p:sldId id="342" r:id="rId71"/>
    <p:sldId id="343" r:id="rId72"/>
    <p:sldId id="344" r:id="rId73"/>
    <p:sldId id="345" r:id="rId74"/>
    <p:sldId id="346" r:id="rId75"/>
    <p:sldId id="347" r:id="rId76"/>
    <p:sldId id="348" r:id="rId77"/>
    <p:sldId id="349" r:id="rId78"/>
    <p:sldId id="350" r:id="rId79"/>
    <p:sldId id="270" r:id="rId80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789A"/>
    <a:srgbClr val="474748"/>
    <a:srgbClr val="996600"/>
    <a:srgbClr val="17BE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4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22"/>
    </p:cViewPr>
  </p:sorterViewPr>
  <p:notesViewPr>
    <p:cSldViewPr snapToGrid="0" showGuides="1">
      <p:cViewPr varScale="1">
        <p:scale>
          <a:sx n="85" d="100"/>
          <a:sy n="85" d="100"/>
        </p:scale>
        <p:origin x="-378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viewProps" Target="viewProps.xml"/><Relationship Id="rId16" Type="http://schemas.openxmlformats.org/officeDocument/2006/relationships/slide" Target="slides/slide6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slide" Target="slides/slide46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77" Type="http://schemas.openxmlformats.org/officeDocument/2006/relationships/slide" Target="slides/slide6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80" Type="http://schemas.openxmlformats.org/officeDocument/2006/relationships/slide" Target="slides/slide70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61" Type="http://schemas.openxmlformats.org/officeDocument/2006/relationships/slide" Target="slides/slide51.xml"/><Relationship Id="rId8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6A30C-50D2-4409-8C57-B758E4448AF7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4CFC7-C996-4863-90E8-DB58BF82292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2348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CBAFB-72C8-4421-82CF-2C64DCD5A75B}" type="datetimeFigureOut">
              <a:rPr lang="pt-BR" smtClean="0"/>
              <a:t>30/07/2022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6F4808-22E8-406A-932F-9218A9615E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127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87624" y="1589798"/>
            <a:ext cx="7056784" cy="1261963"/>
          </a:xfrm>
          <a:prstGeom prst="rect">
            <a:avLst/>
          </a:prstGeom>
        </p:spPr>
        <p:txBody>
          <a:bodyPr anchor="ctr"/>
          <a:lstStyle>
            <a:lvl1pPr algn="l">
              <a:defRPr sz="5600" b="1" baseline="0">
                <a:solidFill>
                  <a:srgbClr val="474748"/>
                </a:solidFill>
              </a:defRPr>
            </a:lvl1pPr>
          </a:lstStyle>
          <a:p>
            <a:r>
              <a:rPr lang="pt-BR" dirty="0"/>
              <a:t>Título da Aula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187624" y="2908593"/>
            <a:ext cx="7056784" cy="566309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0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Nome do Professor</a:t>
            </a:r>
          </a:p>
        </p:txBody>
      </p:sp>
    </p:spTree>
    <p:extLst>
      <p:ext uri="{BB962C8B-B14F-4D97-AF65-F5344CB8AC3E}">
        <p14:creationId xmlns:p14="http://schemas.microsoft.com/office/powerpoint/2010/main" val="68919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716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707319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0" y="2131862"/>
            <a:ext cx="9144000" cy="857250"/>
          </a:xfrm>
          <a:prstGeom prst="rect">
            <a:avLst/>
          </a:prstGeom>
        </p:spPr>
        <p:txBody>
          <a:bodyPr anchor="ctr"/>
          <a:lstStyle>
            <a:lvl1pPr algn="ctr">
              <a:defRPr sz="4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02834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89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rr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13237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1950" y="101873"/>
            <a:ext cx="8580530" cy="741685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4015330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13946" y="93385"/>
            <a:ext cx="8506526" cy="750173"/>
          </a:xfrm>
          <a:prstGeom prst="rect">
            <a:avLst/>
          </a:prstGeom>
        </p:spPr>
        <p:txBody>
          <a:bodyPr anchor="ctr"/>
          <a:lstStyle>
            <a:lvl1pPr algn="l">
              <a:defRPr sz="3500" b="1"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Título texto</a:t>
            </a:r>
          </a:p>
        </p:txBody>
      </p:sp>
    </p:spTree>
    <p:extLst>
      <p:ext uri="{BB962C8B-B14F-4D97-AF65-F5344CB8AC3E}">
        <p14:creationId xmlns:p14="http://schemas.microsoft.com/office/powerpoint/2010/main" val="3385020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8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enas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80512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Slide Com Imagem (Foto)</a:t>
            </a:r>
          </a:p>
        </p:txBody>
      </p:sp>
    </p:spTree>
    <p:extLst>
      <p:ext uri="{BB962C8B-B14F-4D97-AF65-F5344CB8AC3E}">
        <p14:creationId xmlns:p14="http://schemas.microsoft.com/office/powerpoint/2010/main" val="3916719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195487"/>
            <a:ext cx="9144000" cy="432048"/>
          </a:xfrm>
          <a:prstGeom prst="rect">
            <a:avLst/>
          </a:prstGeom>
        </p:spPr>
        <p:txBody>
          <a:bodyPr anchor="ctr"/>
          <a:lstStyle>
            <a:lvl1pPr>
              <a:defRPr sz="2500" b="1" strike="noStrike" baseline="0">
                <a:solidFill>
                  <a:srgbClr val="17BEBB"/>
                </a:solidFill>
              </a:defRPr>
            </a:lvl1pPr>
          </a:lstStyle>
          <a:p>
            <a:r>
              <a:rPr lang="pt-BR" dirty="0"/>
              <a:t>Exemplo – Tabela</a:t>
            </a:r>
          </a:p>
        </p:txBody>
      </p:sp>
    </p:spTree>
    <p:extLst>
      <p:ext uri="{BB962C8B-B14F-4D97-AF65-F5344CB8AC3E}">
        <p14:creationId xmlns:p14="http://schemas.microsoft.com/office/powerpoint/2010/main" val="137580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21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0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12" name="Imagem 11"/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5738" y="1586205"/>
            <a:ext cx="7464491" cy="1309396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 userDrawn="1"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4753" y="2796988"/>
            <a:ext cx="7467600" cy="8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72" r:id="rId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8552" y="0"/>
            <a:ext cx="4585447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72653"/>
            <a:ext cx="9144000" cy="161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7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6463" y="176462"/>
            <a:ext cx="8799096" cy="440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7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15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9144000" cy="3529263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02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03471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34716"/>
            <a:ext cx="4812632" cy="360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764505" cy="474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71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444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6178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061411" cy="514350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7088469" y="-4496"/>
            <a:ext cx="206141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5200" dirty="0"/>
              <a:t>Conceitos Fundamentais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CBEAFADF-9B7F-4340-8988-051C42E8385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0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/>
              <a:t>Leonardo Vilela Cardoso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897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– Definição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Conceito informal: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representa as relações entre um conjunto de objetos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0" name="Grupo 149"/>
          <p:cNvGrpSpPr/>
          <p:nvPr/>
        </p:nvGrpSpPr>
        <p:grpSpPr>
          <a:xfrm>
            <a:off x="819366" y="2168400"/>
            <a:ext cx="3064642" cy="1679418"/>
            <a:chOff x="1134674" y="2168400"/>
            <a:chExt cx="3064642" cy="1679418"/>
          </a:xfrm>
        </p:grpSpPr>
        <p:sp>
          <p:nvSpPr>
            <p:cNvPr id="17" name="Elipse 16"/>
            <p:cNvSpPr/>
            <p:nvPr/>
          </p:nvSpPr>
          <p:spPr>
            <a:xfrm>
              <a:off x="1796863" y="227062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Elipse 26"/>
            <p:cNvSpPr/>
            <p:nvPr/>
          </p:nvSpPr>
          <p:spPr>
            <a:xfrm>
              <a:off x="1134674" y="2818929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Elipse 27"/>
            <p:cNvSpPr/>
            <p:nvPr/>
          </p:nvSpPr>
          <p:spPr>
            <a:xfrm>
              <a:off x="1817954" y="3067484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Elipse 28"/>
            <p:cNvSpPr/>
            <p:nvPr/>
          </p:nvSpPr>
          <p:spPr>
            <a:xfrm>
              <a:off x="1415732" y="354958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Elipse 29"/>
            <p:cNvSpPr/>
            <p:nvPr/>
          </p:nvSpPr>
          <p:spPr>
            <a:xfrm>
              <a:off x="2292383" y="370380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Elipse 30"/>
            <p:cNvSpPr/>
            <p:nvPr/>
          </p:nvSpPr>
          <p:spPr>
            <a:xfrm>
              <a:off x="2338719" y="27378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Elipse 31"/>
            <p:cNvSpPr/>
            <p:nvPr/>
          </p:nvSpPr>
          <p:spPr>
            <a:xfrm>
              <a:off x="2940455" y="2509788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Elipse 32"/>
            <p:cNvSpPr/>
            <p:nvPr/>
          </p:nvSpPr>
          <p:spPr>
            <a:xfrm>
              <a:off x="2756437" y="3229868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Elipse 33"/>
            <p:cNvSpPr/>
            <p:nvPr/>
          </p:nvSpPr>
          <p:spPr>
            <a:xfrm>
              <a:off x="3345595" y="3328097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Elipse 39"/>
            <p:cNvSpPr/>
            <p:nvPr/>
          </p:nvSpPr>
          <p:spPr>
            <a:xfrm>
              <a:off x="3881657" y="29932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Elipse 40"/>
            <p:cNvSpPr/>
            <p:nvPr/>
          </p:nvSpPr>
          <p:spPr>
            <a:xfrm>
              <a:off x="4055300" y="3666496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Elipse 42"/>
            <p:cNvSpPr/>
            <p:nvPr/>
          </p:nvSpPr>
          <p:spPr>
            <a:xfrm>
              <a:off x="3660535" y="2168400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5" name="CaixaDeTexto 44"/>
          <p:cNvSpPr txBox="1"/>
          <p:nvPr/>
        </p:nvSpPr>
        <p:spPr>
          <a:xfrm>
            <a:off x="395536" y="1203006"/>
            <a:ext cx="84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Conceito informal: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representa as relações entre um conjunto de </a:t>
            </a:r>
            <a:r>
              <a:rPr lang="pt-BR" sz="2000" u="sng" dirty="0">
                <a:solidFill>
                  <a:srgbClr val="FF0000"/>
                </a:solidFill>
              </a:rPr>
              <a:t>objetos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395536" y="1203584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Conceito informal: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representa as </a:t>
            </a:r>
            <a:r>
              <a:rPr lang="pt-BR" sz="2000" u="sng" dirty="0">
                <a:solidFill>
                  <a:srgbClr val="FF0000"/>
                </a:solidFill>
              </a:rPr>
              <a:t>relações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entre um conjunto de </a:t>
            </a:r>
            <a:r>
              <a:rPr lang="pt-BR" sz="2000" u="sng" dirty="0">
                <a:solidFill>
                  <a:srgbClr val="FF0000"/>
                </a:solidFill>
              </a:rPr>
              <a:t>objetos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53" name="Grupo 152"/>
          <p:cNvGrpSpPr/>
          <p:nvPr/>
        </p:nvGrpSpPr>
        <p:grpSpPr>
          <a:xfrm>
            <a:off x="897680" y="2240408"/>
            <a:ext cx="2920626" cy="1549013"/>
            <a:chOff x="1206682" y="2246714"/>
            <a:chExt cx="2920626" cy="1549013"/>
          </a:xfrm>
        </p:grpSpPr>
        <p:cxnSp>
          <p:nvCxnSpPr>
            <p:cNvPr id="48" name="Conector de seta reta 47"/>
            <p:cNvCxnSpPr>
              <a:stCxn id="27" idx="7"/>
              <a:endCxn id="17" idx="3"/>
            </p:cNvCxnSpPr>
            <p:nvPr/>
          </p:nvCxnSpPr>
          <p:spPr>
            <a:xfrm flipV="1">
              <a:off x="1257599" y="2399853"/>
              <a:ext cx="560355" cy="44647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/>
            <p:cNvCxnSpPr>
              <a:stCxn id="27" idx="4"/>
              <a:endCxn id="29" idx="1"/>
            </p:cNvCxnSpPr>
            <p:nvPr/>
          </p:nvCxnSpPr>
          <p:spPr>
            <a:xfrm>
              <a:off x="1206682" y="2969251"/>
              <a:ext cx="230141" cy="60772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de seta reta 51"/>
            <p:cNvCxnSpPr>
              <a:stCxn id="28" idx="5"/>
              <a:endCxn id="30" idx="1"/>
            </p:cNvCxnSpPr>
            <p:nvPr/>
          </p:nvCxnSpPr>
          <p:spPr>
            <a:xfrm>
              <a:off x="1940879" y="3196715"/>
              <a:ext cx="372595" cy="53448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de seta reta 54"/>
            <p:cNvCxnSpPr>
              <a:stCxn id="17" idx="6"/>
              <a:endCxn id="32" idx="1"/>
            </p:cNvCxnSpPr>
            <p:nvPr/>
          </p:nvCxnSpPr>
          <p:spPr>
            <a:xfrm>
              <a:off x="1940879" y="2348936"/>
              <a:ext cx="1020667" cy="18824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de seta reta 58"/>
            <p:cNvCxnSpPr>
              <a:stCxn id="29" idx="6"/>
              <a:endCxn id="30" idx="2"/>
            </p:cNvCxnSpPr>
            <p:nvPr/>
          </p:nvCxnSpPr>
          <p:spPr>
            <a:xfrm>
              <a:off x="1559748" y="3627896"/>
              <a:ext cx="732635" cy="15422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de seta reta 62"/>
            <p:cNvCxnSpPr>
              <a:stCxn id="33" idx="6"/>
              <a:endCxn id="34" idx="2"/>
            </p:cNvCxnSpPr>
            <p:nvPr/>
          </p:nvCxnSpPr>
          <p:spPr>
            <a:xfrm>
              <a:off x="2900453" y="3308182"/>
              <a:ext cx="445142" cy="982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de seta reta 67"/>
            <p:cNvCxnSpPr>
              <a:stCxn id="30" idx="7"/>
              <a:endCxn id="33" idx="3"/>
            </p:cNvCxnSpPr>
            <p:nvPr/>
          </p:nvCxnSpPr>
          <p:spPr>
            <a:xfrm flipV="1">
              <a:off x="2415308" y="3359099"/>
              <a:ext cx="362220" cy="3721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de seta reta 71"/>
            <p:cNvCxnSpPr>
              <a:stCxn id="28" idx="7"/>
              <a:endCxn id="31" idx="3"/>
            </p:cNvCxnSpPr>
            <p:nvPr/>
          </p:nvCxnSpPr>
          <p:spPr>
            <a:xfrm flipV="1">
              <a:off x="1940879" y="2867103"/>
              <a:ext cx="418931" cy="2277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/>
            <p:cNvCxnSpPr>
              <a:stCxn id="27" idx="6"/>
              <a:endCxn id="28" idx="1"/>
            </p:cNvCxnSpPr>
            <p:nvPr/>
          </p:nvCxnSpPr>
          <p:spPr>
            <a:xfrm>
              <a:off x="1278690" y="2897243"/>
              <a:ext cx="560355" cy="19763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/>
            <p:cNvCxnSpPr>
              <a:stCxn id="17" idx="5"/>
              <a:endCxn id="31" idx="1"/>
            </p:cNvCxnSpPr>
            <p:nvPr/>
          </p:nvCxnSpPr>
          <p:spPr>
            <a:xfrm>
              <a:off x="1919788" y="2399853"/>
              <a:ext cx="440022" cy="36541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de seta reta 81"/>
            <p:cNvCxnSpPr>
              <a:stCxn id="32" idx="6"/>
              <a:endCxn id="40" idx="1"/>
            </p:cNvCxnSpPr>
            <p:nvPr/>
          </p:nvCxnSpPr>
          <p:spPr>
            <a:xfrm>
              <a:off x="3084471" y="2588102"/>
              <a:ext cx="818277" cy="43256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de seta reta 84"/>
            <p:cNvCxnSpPr>
              <a:stCxn id="34" idx="5"/>
              <a:endCxn id="41" idx="2"/>
            </p:cNvCxnSpPr>
            <p:nvPr/>
          </p:nvCxnSpPr>
          <p:spPr>
            <a:xfrm>
              <a:off x="3468520" y="3457328"/>
              <a:ext cx="586780" cy="28748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de seta reta 87"/>
            <p:cNvCxnSpPr>
              <a:stCxn id="30" idx="6"/>
              <a:endCxn id="41" idx="3"/>
            </p:cNvCxnSpPr>
            <p:nvPr/>
          </p:nvCxnSpPr>
          <p:spPr>
            <a:xfrm>
              <a:off x="2436399" y="3782116"/>
              <a:ext cx="1639992" cy="1361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/>
            <p:cNvCxnSpPr>
              <a:stCxn id="33" idx="0"/>
              <a:endCxn id="32" idx="4"/>
            </p:cNvCxnSpPr>
            <p:nvPr/>
          </p:nvCxnSpPr>
          <p:spPr>
            <a:xfrm flipV="1">
              <a:off x="2828445" y="2660110"/>
              <a:ext cx="184018" cy="57606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de seta reta 96"/>
            <p:cNvCxnSpPr>
              <a:stCxn id="32" idx="7"/>
              <a:endCxn id="43" idx="2"/>
            </p:cNvCxnSpPr>
            <p:nvPr/>
          </p:nvCxnSpPr>
          <p:spPr>
            <a:xfrm flipV="1">
              <a:off x="3063380" y="2246714"/>
              <a:ext cx="597155" cy="29047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de seta reta 99"/>
            <p:cNvCxnSpPr>
              <a:stCxn id="40" idx="0"/>
              <a:endCxn id="43" idx="5"/>
            </p:cNvCxnSpPr>
            <p:nvPr/>
          </p:nvCxnSpPr>
          <p:spPr>
            <a:xfrm flipH="1" flipV="1">
              <a:off x="3783460" y="2297631"/>
              <a:ext cx="170205" cy="70194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de seta reta 102"/>
            <p:cNvCxnSpPr>
              <a:stCxn id="41" idx="0"/>
              <a:endCxn id="40" idx="5"/>
            </p:cNvCxnSpPr>
            <p:nvPr/>
          </p:nvCxnSpPr>
          <p:spPr>
            <a:xfrm flipH="1" flipV="1">
              <a:off x="4004582" y="3122503"/>
              <a:ext cx="122726" cy="55029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de seta reta 105"/>
            <p:cNvCxnSpPr>
              <a:stCxn id="34" idx="7"/>
              <a:endCxn id="40" idx="3"/>
            </p:cNvCxnSpPr>
            <p:nvPr/>
          </p:nvCxnSpPr>
          <p:spPr>
            <a:xfrm flipV="1">
              <a:off x="3468520" y="3122503"/>
              <a:ext cx="434228" cy="23299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de seta reta 110"/>
            <p:cNvCxnSpPr>
              <a:stCxn id="33" idx="1"/>
              <a:endCxn id="31" idx="5"/>
            </p:cNvCxnSpPr>
            <p:nvPr/>
          </p:nvCxnSpPr>
          <p:spPr>
            <a:xfrm flipH="1" flipV="1">
              <a:off x="2461644" y="2867103"/>
              <a:ext cx="315884" cy="3901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CaixaDeTexto 155"/>
          <p:cNvSpPr txBox="1"/>
          <p:nvPr/>
        </p:nvSpPr>
        <p:spPr>
          <a:xfrm>
            <a:off x="4475722" y="2013954"/>
            <a:ext cx="372153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Conjunto de vértices (ou nós) – V 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Representam os objetos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Conjunto de arestas (ou arcos) – E</a:t>
            </a:r>
          </a:p>
          <a:p>
            <a:pPr marL="800100" lvl="1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Representam as relações</a:t>
            </a:r>
          </a:p>
        </p:txBody>
      </p:sp>
    </p:spTree>
    <p:extLst>
      <p:ext uri="{BB962C8B-B14F-4D97-AF65-F5344CB8AC3E}">
        <p14:creationId xmlns:p14="http://schemas.microsoft.com/office/powerpoint/2010/main" val="209470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– Definição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Exemplo:</a:t>
            </a:r>
            <a:endParaRPr lang="pt-BR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Elipse 2"/>
          <p:cNvSpPr/>
          <p:nvPr/>
        </p:nvSpPr>
        <p:spPr>
          <a:xfrm>
            <a:off x="1065504" y="214811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44" name="Elipse 43"/>
          <p:cNvSpPr/>
          <p:nvPr/>
        </p:nvSpPr>
        <p:spPr>
          <a:xfrm>
            <a:off x="1065504" y="32501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47" name="Elipse 46"/>
          <p:cNvSpPr/>
          <p:nvPr/>
        </p:nvSpPr>
        <p:spPr>
          <a:xfrm>
            <a:off x="2388041" y="2146124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50" name="Elipse 49"/>
          <p:cNvSpPr/>
          <p:nvPr/>
        </p:nvSpPr>
        <p:spPr>
          <a:xfrm>
            <a:off x="2388041" y="32501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6" name="Conector reto 5"/>
          <p:cNvCxnSpPr>
            <a:stCxn id="3" idx="6"/>
            <a:endCxn id="47" idx="2"/>
          </p:cNvCxnSpPr>
          <p:nvPr/>
        </p:nvCxnSpPr>
        <p:spPr>
          <a:xfrm flipV="1">
            <a:off x="1380814" y="2291167"/>
            <a:ext cx="1007227" cy="19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3" idx="4"/>
            <a:endCxn id="44" idx="0"/>
          </p:cNvCxnSpPr>
          <p:nvPr/>
        </p:nvCxnSpPr>
        <p:spPr>
          <a:xfrm>
            <a:off x="1223159" y="2438199"/>
            <a:ext cx="0" cy="81190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4" idx="6"/>
            <a:endCxn id="50" idx="2"/>
          </p:cNvCxnSpPr>
          <p:nvPr/>
        </p:nvCxnSpPr>
        <p:spPr>
          <a:xfrm>
            <a:off x="1380814" y="3395145"/>
            <a:ext cx="100722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47" idx="4"/>
            <a:endCxn id="50" idx="0"/>
          </p:cNvCxnSpPr>
          <p:nvPr/>
        </p:nvCxnSpPr>
        <p:spPr>
          <a:xfrm>
            <a:off x="2545696" y="2436210"/>
            <a:ext cx="0" cy="81389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44" idx="7"/>
            <a:endCxn id="47" idx="3"/>
          </p:cNvCxnSpPr>
          <p:nvPr/>
        </p:nvCxnSpPr>
        <p:spPr>
          <a:xfrm flipV="1">
            <a:off x="1334638" y="2393728"/>
            <a:ext cx="1099579" cy="89885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aixaDeTexto 21"/>
          <p:cNvSpPr txBox="1"/>
          <p:nvPr/>
        </p:nvSpPr>
        <p:spPr>
          <a:xfrm>
            <a:off x="1394197" y="1723365"/>
            <a:ext cx="9804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G</a:t>
            </a:r>
          </a:p>
        </p:txBody>
      </p:sp>
      <p:sp>
        <p:nvSpPr>
          <p:cNvPr id="62" name="CaixaDeTexto 61"/>
          <p:cNvSpPr txBox="1"/>
          <p:nvPr/>
        </p:nvSpPr>
        <p:spPr>
          <a:xfrm>
            <a:off x="3441444" y="1911846"/>
            <a:ext cx="45593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Conjunto de vértices (ou nós)</a:t>
            </a:r>
          </a:p>
          <a:p>
            <a:pPr lvl="1"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= { 1, 2, 3, 4 }</a:t>
            </a:r>
          </a:p>
          <a:p>
            <a:pPr lvl="1">
              <a:spcAft>
                <a:spcPts val="6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Conjunto de arestas (ou arcos)</a:t>
            </a:r>
          </a:p>
          <a:p>
            <a:pPr lvl="1"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= { {1, 2}, {1, 3}, {2, 3}, {2, 4}, {3, 4} }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823865" y="3642749"/>
            <a:ext cx="23924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 Par de vértices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297465" y="2689266"/>
            <a:ext cx="5645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{1, 2}</a:t>
            </a:r>
          </a:p>
        </p:txBody>
      </p:sp>
      <p:cxnSp>
        <p:nvCxnSpPr>
          <p:cNvPr id="26" name="Conector de seta reta 25"/>
          <p:cNvCxnSpPr/>
          <p:nvPr/>
        </p:nvCxnSpPr>
        <p:spPr>
          <a:xfrm flipH="1">
            <a:off x="823865" y="2843155"/>
            <a:ext cx="2986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/>
          <p:cNvSpPr txBox="1"/>
          <p:nvPr/>
        </p:nvSpPr>
        <p:spPr>
          <a:xfrm>
            <a:off x="2987790" y="4125259"/>
            <a:ext cx="29577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Extremos (ou extremidades) da aresta</a:t>
            </a:r>
          </a:p>
        </p:txBody>
      </p:sp>
      <p:cxnSp>
        <p:nvCxnSpPr>
          <p:cNvPr id="9" name="Conector de seta reta 8"/>
          <p:cNvCxnSpPr/>
          <p:nvPr/>
        </p:nvCxnSpPr>
        <p:spPr>
          <a:xfrm flipH="1" flipV="1">
            <a:off x="3171144" y="3946516"/>
            <a:ext cx="195833" cy="196622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836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4" grpId="0" animBg="1"/>
      <p:bldP spid="47" grpId="0" animBg="1"/>
      <p:bldP spid="50" grpId="0" animBg="1"/>
      <p:bldP spid="22" grpId="0"/>
      <p:bldP spid="23" grpId="0"/>
      <p:bldP spid="24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aixaDeTexto 45"/>
          <p:cNvSpPr txBox="1"/>
          <p:nvPr/>
        </p:nvSpPr>
        <p:spPr>
          <a:xfrm>
            <a:off x="396053" y="1202999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Conceito informal: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representa as </a:t>
            </a:r>
            <a:r>
              <a:rPr lang="pt-BR" sz="2000" u="sng" dirty="0">
                <a:solidFill>
                  <a:srgbClr val="FF0000"/>
                </a:solidFill>
              </a:rPr>
              <a:t>relações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entre um conjunto de </a:t>
            </a:r>
            <a:r>
              <a:rPr lang="pt-BR" sz="2000" u="sng" dirty="0">
                <a:solidFill>
                  <a:srgbClr val="FF0000"/>
                </a:solidFill>
              </a:rPr>
              <a:t>objetos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– Definição</a:t>
            </a:r>
          </a:p>
        </p:txBody>
      </p:sp>
      <p:grpSp>
        <p:nvGrpSpPr>
          <p:cNvPr id="150" name="Grupo 149"/>
          <p:cNvGrpSpPr/>
          <p:nvPr/>
        </p:nvGrpSpPr>
        <p:grpSpPr>
          <a:xfrm>
            <a:off x="819366" y="2168400"/>
            <a:ext cx="3064642" cy="1679418"/>
            <a:chOff x="1134674" y="2168400"/>
            <a:chExt cx="3064642" cy="1679418"/>
          </a:xfrm>
        </p:grpSpPr>
        <p:sp>
          <p:nvSpPr>
            <p:cNvPr id="17" name="Elipse 16"/>
            <p:cNvSpPr/>
            <p:nvPr/>
          </p:nvSpPr>
          <p:spPr>
            <a:xfrm>
              <a:off x="1796863" y="227062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Elipse 26"/>
            <p:cNvSpPr/>
            <p:nvPr/>
          </p:nvSpPr>
          <p:spPr>
            <a:xfrm>
              <a:off x="1134674" y="2818929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Elipse 27"/>
            <p:cNvSpPr/>
            <p:nvPr/>
          </p:nvSpPr>
          <p:spPr>
            <a:xfrm>
              <a:off x="1817954" y="3067484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Elipse 28"/>
            <p:cNvSpPr/>
            <p:nvPr/>
          </p:nvSpPr>
          <p:spPr>
            <a:xfrm>
              <a:off x="1415732" y="354958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Elipse 29"/>
            <p:cNvSpPr/>
            <p:nvPr/>
          </p:nvSpPr>
          <p:spPr>
            <a:xfrm>
              <a:off x="2292383" y="370380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Elipse 30"/>
            <p:cNvSpPr/>
            <p:nvPr/>
          </p:nvSpPr>
          <p:spPr>
            <a:xfrm>
              <a:off x="2338719" y="27378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Elipse 31"/>
            <p:cNvSpPr/>
            <p:nvPr/>
          </p:nvSpPr>
          <p:spPr>
            <a:xfrm>
              <a:off x="2940455" y="2509788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Elipse 32"/>
            <p:cNvSpPr/>
            <p:nvPr/>
          </p:nvSpPr>
          <p:spPr>
            <a:xfrm>
              <a:off x="2756437" y="3229868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Elipse 33"/>
            <p:cNvSpPr/>
            <p:nvPr/>
          </p:nvSpPr>
          <p:spPr>
            <a:xfrm>
              <a:off x="3345595" y="3328097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0" name="Elipse 39"/>
            <p:cNvSpPr/>
            <p:nvPr/>
          </p:nvSpPr>
          <p:spPr>
            <a:xfrm>
              <a:off x="3881657" y="2993272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1" name="Elipse 40"/>
            <p:cNvSpPr/>
            <p:nvPr/>
          </p:nvSpPr>
          <p:spPr>
            <a:xfrm>
              <a:off x="4055300" y="3666496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Elipse 42"/>
            <p:cNvSpPr/>
            <p:nvPr/>
          </p:nvSpPr>
          <p:spPr>
            <a:xfrm>
              <a:off x="3660535" y="2168400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53" name="Grupo 152"/>
          <p:cNvGrpSpPr/>
          <p:nvPr/>
        </p:nvGrpSpPr>
        <p:grpSpPr>
          <a:xfrm>
            <a:off x="897680" y="2240408"/>
            <a:ext cx="2920626" cy="1549013"/>
            <a:chOff x="1206682" y="2246714"/>
            <a:chExt cx="2920626" cy="1549013"/>
          </a:xfrm>
        </p:grpSpPr>
        <p:cxnSp>
          <p:nvCxnSpPr>
            <p:cNvPr id="48" name="Conector de seta reta 47"/>
            <p:cNvCxnSpPr>
              <a:stCxn id="27" idx="7"/>
              <a:endCxn id="17" idx="3"/>
            </p:cNvCxnSpPr>
            <p:nvPr/>
          </p:nvCxnSpPr>
          <p:spPr>
            <a:xfrm flipV="1">
              <a:off x="1257599" y="2399853"/>
              <a:ext cx="560355" cy="446473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de seta reta 48"/>
            <p:cNvCxnSpPr>
              <a:stCxn id="27" idx="4"/>
              <a:endCxn id="29" idx="1"/>
            </p:cNvCxnSpPr>
            <p:nvPr/>
          </p:nvCxnSpPr>
          <p:spPr>
            <a:xfrm>
              <a:off x="1206682" y="2969251"/>
              <a:ext cx="230141" cy="60772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de seta reta 51"/>
            <p:cNvCxnSpPr>
              <a:stCxn id="28" idx="5"/>
              <a:endCxn id="30" idx="1"/>
            </p:cNvCxnSpPr>
            <p:nvPr/>
          </p:nvCxnSpPr>
          <p:spPr>
            <a:xfrm>
              <a:off x="1940879" y="3196715"/>
              <a:ext cx="372595" cy="53448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de seta reta 54"/>
            <p:cNvCxnSpPr>
              <a:stCxn id="17" idx="6"/>
              <a:endCxn id="32" idx="1"/>
            </p:cNvCxnSpPr>
            <p:nvPr/>
          </p:nvCxnSpPr>
          <p:spPr>
            <a:xfrm>
              <a:off x="1940879" y="2348936"/>
              <a:ext cx="1020667" cy="18824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ector de seta reta 58"/>
            <p:cNvCxnSpPr>
              <a:stCxn id="29" idx="6"/>
              <a:endCxn id="30" idx="2"/>
            </p:cNvCxnSpPr>
            <p:nvPr/>
          </p:nvCxnSpPr>
          <p:spPr>
            <a:xfrm>
              <a:off x="1559748" y="3627896"/>
              <a:ext cx="732635" cy="15422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de seta reta 62"/>
            <p:cNvCxnSpPr>
              <a:stCxn id="33" idx="6"/>
              <a:endCxn id="34" idx="2"/>
            </p:cNvCxnSpPr>
            <p:nvPr/>
          </p:nvCxnSpPr>
          <p:spPr>
            <a:xfrm>
              <a:off x="2900453" y="3308182"/>
              <a:ext cx="445142" cy="9822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ector de seta reta 67"/>
            <p:cNvCxnSpPr>
              <a:stCxn id="30" idx="7"/>
              <a:endCxn id="33" idx="3"/>
            </p:cNvCxnSpPr>
            <p:nvPr/>
          </p:nvCxnSpPr>
          <p:spPr>
            <a:xfrm flipV="1">
              <a:off x="2415308" y="3359099"/>
              <a:ext cx="362220" cy="372100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de seta reta 71"/>
            <p:cNvCxnSpPr>
              <a:stCxn id="28" idx="7"/>
              <a:endCxn id="31" idx="3"/>
            </p:cNvCxnSpPr>
            <p:nvPr/>
          </p:nvCxnSpPr>
          <p:spPr>
            <a:xfrm flipV="1">
              <a:off x="1940879" y="2867103"/>
              <a:ext cx="418931" cy="2277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de seta reta 75"/>
            <p:cNvCxnSpPr>
              <a:stCxn id="27" idx="6"/>
              <a:endCxn id="28" idx="1"/>
            </p:cNvCxnSpPr>
            <p:nvPr/>
          </p:nvCxnSpPr>
          <p:spPr>
            <a:xfrm>
              <a:off x="1278690" y="2897243"/>
              <a:ext cx="560355" cy="19763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de seta reta 78"/>
            <p:cNvCxnSpPr>
              <a:stCxn id="17" idx="5"/>
              <a:endCxn id="31" idx="1"/>
            </p:cNvCxnSpPr>
            <p:nvPr/>
          </p:nvCxnSpPr>
          <p:spPr>
            <a:xfrm>
              <a:off x="1919788" y="2399853"/>
              <a:ext cx="440022" cy="36541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de seta reta 81"/>
            <p:cNvCxnSpPr>
              <a:stCxn id="32" idx="6"/>
              <a:endCxn id="40" idx="1"/>
            </p:cNvCxnSpPr>
            <p:nvPr/>
          </p:nvCxnSpPr>
          <p:spPr>
            <a:xfrm>
              <a:off x="3084471" y="2588102"/>
              <a:ext cx="818277" cy="43256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de seta reta 84"/>
            <p:cNvCxnSpPr>
              <a:stCxn id="34" idx="5"/>
              <a:endCxn id="41" idx="2"/>
            </p:cNvCxnSpPr>
            <p:nvPr/>
          </p:nvCxnSpPr>
          <p:spPr>
            <a:xfrm>
              <a:off x="3468520" y="3457328"/>
              <a:ext cx="586780" cy="28748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de seta reta 87"/>
            <p:cNvCxnSpPr>
              <a:stCxn id="30" idx="6"/>
              <a:endCxn id="41" idx="3"/>
            </p:cNvCxnSpPr>
            <p:nvPr/>
          </p:nvCxnSpPr>
          <p:spPr>
            <a:xfrm>
              <a:off x="2436399" y="3782116"/>
              <a:ext cx="1639992" cy="1361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/>
            <p:cNvCxnSpPr>
              <a:stCxn id="33" idx="0"/>
              <a:endCxn id="32" idx="4"/>
            </p:cNvCxnSpPr>
            <p:nvPr/>
          </p:nvCxnSpPr>
          <p:spPr>
            <a:xfrm flipV="1">
              <a:off x="2828445" y="2660110"/>
              <a:ext cx="184018" cy="57606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de seta reta 96"/>
            <p:cNvCxnSpPr>
              <a:stCxn id="32" idx="7"/>
              <a:endCxn id="43" idx="2"/>
            </p:cNvCxnSpPr>
            <p:nvPr/>
          </p:nvCxnSpPr>
          <p:spPr>
            <a:xfrm flipV="1">
              <a:off x="3063380" y="2246714"/>
              <a:ext cx="597155" cy="29047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de seta reta 99"/>
            <p:cNvCxnSpPr>
              <a:stCxn id="40" idx="0"/>
              <a:endCxn id="43" idx="5"/>
            </p:cNvCxnSpPr>
            <p:nvPr/>
          </p:nvCxnSpPr>
          <p:spPr>
            <a:xfrm flipH="1" flipV="1">
              <a:off x="3783460" y="2297631"/>
              <a:ext cx="170205" cy="701947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de seta reta 102"/>
            <p:cNvCxnSpPr>
              <a:stCxn id="41" idx="0"/>
              <a:endCxn id="40" idx="5"/>
            </p:cNvCxnSpPr>
            <p:nvPr/>
          </p:nvCxnSpPr>
          <p:spPr>
            <a:xfrm flipH="1" flipV="1">
              <a:off x="4004582" y="3122503"/>
              <a:ext cx="122726" cy="55029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de seta reta 105"/>
            <p:cNvCxnSpPr>
              <a:stCxn id="34" idx="7"/>
              <a:endCxn id="40" idx="3"/>
            </p:cNvCxnSpPr>
            <p:nvPr/>
          </p:nvCxnSpPr>
          <p:spPr>
            <a:xfrm flipV="1">
              <a:off x="3468520" y="3122503"/>
              <a:ext cx="434228" cy="23299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de seta reta 110"/>
            <p:cNvCxnSpPr>
              <a:stCxn id="33" idx="1"/>
              <a:endCxn id="31" idx="5"/>
            </p:cNvCxnSpPr>
            <p:nvPr/>
          </p:nvCxnSpPr>
          <p:spPr>
            <a:xfrm flipH="1" flipV="1">
              <a:off x="2461644" y="2867103"/>
              <a:ext cx="315884" cy="390162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CaixaDeTexto 155"/>
          <p:cNvSpPr txBox="1"/>
          <p:nvPr/>
        </p:nvSpPr>
        <p:spPr>
          <a:xfrm>
            <a:off x="4337147" y="1967922"/>
            <a:ext cx="4005693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Definição formal: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G é dado por um conjunto finito não vazio de vértices V e um conjunto de arestas E representando pares de vértices</a:t>
            </a:r>
          </a:p>
          <a:p>
            <a:pPr>
              <a:spcAft>
                <a:spcPts val="600"/>
              </a:spcAft>
            </a:pPr>
            <a:endParaRPr lang="pt-B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>
              <a:spcAft>
                <a:spcPts val="6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Notação: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G = (V, E)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6663242" y="402550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V(G)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7450195" y="402550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E(G)</a:t>
            </a:r>
          </a:p>
        </p:txBody>
      </p:sp>
      <p:cxnSp>
        <p:nvCxnSpPr>
          <p:cNvPr id="42" name="Conector de seta reta 41"/>
          <p:cNvCxnSpPr/>
          <p:nvPr/>
        </p:nvCxnSpPr>
        <p:spPr>
          <a:xfrm flipH="1" flipV="1">
            <a:off x="7555887" y="3870159"/>
            <a:ext cx="195833" cy="196622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/>
          <p:cNvCxnSpPr/>
          <p:nvPr/>
        </p:nvCxnSpPr>
        <p:spPr>
          <a:xfrm flipV="1">
            <a:off x="7002717" y="3870159"/>
            <a:ext cx="195833" cy="196622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19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Não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485122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um grafo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 direcionado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relação entre dois vértices (isto é, a aresta) é válida em ambas as direções,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Exemplo: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 representam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atores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representam o fato deles terem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atuado juntos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em um filme</a:t>
            </a:r>
          </a:p>
        </p:txBody>
      </p:sp>
      <p:sp>
        <p:nvSpPr>
          <p:cNvPr id="3" name="Retângulo 2"/>
          <p:cNvSpPr/>
          <p:nvPr/>
        </p:nvSpPr>
        <p:spPr>
          <a:xfrm>
            <a:off x="606760" y="2315080"/>
            <a:ext cx="17854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A está relacionado ao vértice B </a:t>
            </a:r>
          </a:p>
        </p:txBody>
      </p:sp>
      <p:sp>
        <p:nvSpPr>
          <p:cNvPr id="6" name="Retângulo 5"/>
          <p:cNvSpPr/>
          <p:nvPr/>
        </p:nvSpPr>
        <p:spPr>
          <a:xfrm>
            <a:off x="3265958" y="2315080"/>
            <a:ext cx="17854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B está relacionado ao vértice A 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001" y="1745853"/>
            <a:ext cx="337742" cy="675483"/>
          </a:xfrm>
          <a:prstGeom prst="rect">
            <a:avLst/>
          </a:prstGeom>
        </p:spPr>
      </p:pic>
      <p:pic>
        <p:nvPicPr>
          <p:cNvPr id="39" name="Imagem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483" y="2941772"/>
            <a:ext cx="337742" cy="675483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494" y="2941771"/>
            <a:ext cx="337742" cy="675483"/>
          </a:xfrm>
          <a:prstGeom prst="rect">
            <a:avLst/>
          </a:prstGeom>
        </p:spPr>
      </p:pic>
      <p:sp>
        <p:nvSpPr>
          <p:cNvPr id="41" name="CaixaDeTexto 40"/>
          <p:cNvSpPr txBox="1"/>
          <p:nvPr/>
        </p:nvSpPr>
        <p:spPr>
          <a:xfrm>
            <a:off x="6815443" y="1430999"/>
            <a:ext cx="644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Ator 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656243" y="3675330"/>
            <a:ext cx="6642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Atriz C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966936" y="3675330"/>
            <a:ext cx="6448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Ator B</a:t>
            </a:r>
          </a:p>
        </p:txBody>
      </p:sp>
      <p:cxnSp>
        <p:nvCxnSpPr>
          <p:cNvPr id="45" name="Conector reto 44"/>
          <p:cNvCxnSpPr/>
          <p:nvPr/>
        </p:nvCxnSpPr>
        <p:spPr>
          <a:xfrm flipH="1">
            <a:off x="6407106" y="2219785"/>
            <a:ext cx="491884" cy="6639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5973611" y="2236670"/>
            <a:ext cx="8669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atuaram juntos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7425762" y="2239728"/>
            <a:ext cx="8669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atuaram juntos</a:t>
            </a:r>
          </a:p>
        </p:txBody>
      </p:sp>
      <p:cxnSp>
        <p:nvCxnSpPr>
          <p:cNvPr id="49" name="Conector reto 48"/>
          <p:cNvCxnSpPr/>
          <p:nvPr/>
        </p:nvCxnSpPr>
        <p:spPr>
          <a:xfrm>
            <a:off x="7332485" y="2219785"/>
            <a:ext cx="491884" cy="6639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Seta para a esquerda e para a direita 54"/>
          <p:cNvSpPr/>
          <p:nvPr/>
        </p:nvSpPr>
        <p:spPr>
          <a:xfrm>
            <a:off x="2514041" y="2645610"/>
            <a:ext cx="567070" cy="262269"/>
          </a:xfrm>
          <a:prstGeom prst="left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2787660" y="1812587"/>
            <a:ext cx="11015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portanto</a:t>
            </a:r>
          </a:p>
        </p:txBody>
      </p:sp>
    </p:spTree>
    <p:extLst>
      <p:ext uri="{BB962C8B-B14F-4D97-AF65-F5344CB8AC3E}">
        <p14:creationId xmlns:p14="http://schemas.microsoft.com/office/powerpoint/2010/main" val="3044629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41" grpId="0"/>
      <p:bldP spid="42" grpId="0"/>
      <p:bldP spid="43" grpId="0"/>
      <p:bldP spid="47" grpId="0"/>
      <p:bldP spid="48" grpId="0"/>
      <p:bldP spid="55" grpId="0" animBg="1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Não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485122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um grafo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não direcionado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relação entre dois vértices (isto é, a aresta) é válida em ambas as direções,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Exemplo: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 representam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atores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representam o fato deles terem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atuado juntos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em um filme</a:t>
            </a:r>
          </a:p>
        </p:txBody>
      </p:sp>
      <p:sp>
        <p:nvSpPr>
          <p:cNvPr id="3" name="Retângulo 2"/>
          <p:cNvSpPr/>
          <p:nvPr/>
        </p:nvSpPr>
        <p:spPr>
          <a:xfrm>
            <a:off x="606760" y="2315080"/>
            <a:ext cx="17854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A está relacionado ao vértice B </a:t>
            </a:r>
          </a:p>
        </p:txBody>
      </p:sp>
      <p:sp>
        <p:nvSpPr>
          <p:cNvPr id="6" name="Retângulo 5"/>
          <p:cNvSpPr/>
          <p:nvPr/>
        </p:nvSpPr>
        <p:spPr>
          <a:xfrm>
            <a:off x="3265958" y="2315080"/>
            <a:ext cx="17854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B está relacionado ao vértice A </a:t>
            </a:r>
          </a:p>
        </p:txBody>
      </p:sp>
      <p:sp>
        <p:nvSpPr>
          <p:cNvPr id="55" name="Seta para a esquerda e para a direita 54"/>
          <p:cNvSpPr/>
          <p:nvPr/>
        </p:nvSpPr>
        <p:spPr>
          <a:xfrm>
            <a:off x="2514041" y="2645610"/>
            <a:ext cx="567070" cy="262269"/>
          </a:xfrm>
          <a:prstGeom prst="left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56" name="Retângulo 55"/>
          <p:cNvSpPr/>
          <p:nvPr/>
        </p:nvSpPr>
        <p:spPr>
          <a:xfrm>
            <a:off x="2787660" y="1812587"/>
            <a:ext cx="11015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portanto</a:t>
            </a:r>
          </a:p>
        </p:txBody>
      </p:sp>
      <p:sp>
        <p:nvSpPr>
          <p:cNvPr id="20" name="Elipse 19"/>
          <p:cNvSpPr/>
          <p:nvPr/>
        </p:nvSpPr>
        <p:spPr>
          <a:xfrm>
            <a:off x="6981204" y="192137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A</a:t>
            </a:r>
          </a:p>
        </p:txBody>
      </p:sp>
      <p:sp>
        <p:nvSpPr>
          <p:cNvPr id="21" name="Elipse 20"/>
          <p:cNvSpPr/>
          <p:nvPr/>
        </p:nvSpPr>
        <p:spPr>
          <a:xfrm>
            <a:off x="6175426" y="311879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B</a:t>
            </a:r>
          </a:p>
        </p:txBody>
      </p:sp>
      <p:sp>
        <p:nvSpPr>
          <p:cNvPr id="22" name="Elipse 21"/>
          <p:cNvSpPr/>
          <p:nvPr/>
        </p:nvSpPr>
        <p:spPr>
          <a:xfrm>
            <a:off x="7786983" y="311879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C</a:t>
            </a:r>
          </a:p>
        </p:txBody>
      </p:sp>
      <p:cxnSp>
        <p:nvCxnSpPr>
          <p:cNvPr id="23" name="Conector reto 22"/>
          <p:cNvCxnSpPr>
            <a:stCxn id="20" idx="5"/>
            <a:endCxn id="22" idx="0"/>
          </p:cNvCxnSpPr>
          <p:nvPr/>
        </p:nvCxnSpPr>
        <p:spPr>
          <a:xfrm>
            <a:off x="7250338" y="2168977"/>
            <a:ext cx="694300" cy="9498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20" idx="3"/>
            <a:endCxn id="21" idx="0"/>
          </p:cNvCxnSpPr>
          <p:nvPr/>
        </p:nvCxnSpPr>
        <p:spPr>
          <a:xfrm flipH="1">
            <a:off x="6333081" y="2168977"/>
            <a:ext cx="694299" cy="94982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6262273" y="1440695"/>
            <a:ext cx="1753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G = (V, E)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6150191" y="3575495"/>
            <a:ext cx="19773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= { A, B, C }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= { {A,B}, {A,C} }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5747921" y="2595586"/>
            <a:ext cx="5851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{A, B}</a:t>
            </a:r>
          </a:p>
        </p:txBody>
      </p:sp>
      <p:cxnSp>
        <p:nvCxnSpPr>
          <p:cNvPr id="29" name="Conector de seta reta 28"/>
          <p:cNvCxnSpPr/>
          <p:nvPr/>
        </p:nvCxnSpPr>
        <p:spPr>
          <a:xfrm flipH="1">
            <a:off x="6288497" y="2749475"/>
            <a:ext cx="2986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ixaDeTexto 29"/>
          <p:cNvSpPr txBox="1"/>
          <p:nvPr/>
        </p:nvSpPr>
        <p:spPr>
          <a:xfrm>
            <a:off x="5430344" y="2102453"/>
            <a:ext cx="122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FF0000"/>
                </a:solidFill>
              </a:rPr>
              <a:t>Par de nós não ordenado</a:t>
            </a:r>
          </a:p>
        </p:txBody>
      </p:sp>
    </p:spTree>
    <p:extLst>
      <p:ext uri="{BB962C8B-B14F-4D97-AF65-F5344CB8AC3E}">
        <p14:creationId xmlns:p14="http://schemas.microsoft.com/office/powerpoint/2010/main" val="190283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4907984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um grafo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direcionado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relação entre dois vértices (ou a aresta) é válida apenas em uma das direções,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Exemplo: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 representam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pais e filho(a)s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representam relação de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paternidade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entre eles</a:t>
            </a:r>
          </a:p>
        </p:txBody>
      </p:sp>
      <p:pic>
        <p:nvPicPr>
          <p:cNvPr id="36" name="Imagem 3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9001" y="1745853"/>
            <a:ext cx="337742" cy="675483"/>
          </a:xfrm>
          <a:prstGeom prst="rect">
            <a:avLst/>
          </a:prstGeom>
        </p:spPr>
      </p:pic>
      <p:pic>
        <p:nvPicPr>
          <p:cNvPr id="39" name="Imagem 3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483" y="2941772"/>
            <a:ext cx="337742" cy="675483"/>
          </a:xfrm>
          <a:prstGeom prst="rect">
            <a:avLst/>
          </a:prstGeom>
        </p:spPr>
      </p:pic>
      <p:pic>
        <p:nvPicPr>
          <p:cNvPr id="40" name="Imagem 3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494" y="2941771"/>
            <a:ext cx="337742" cy="675483"/>
          </a:xfrm>
          <a:prstGeom prst="rect">
            <a:avLst/>
          </a:prstGeom>
        </p:spPr>
      </p:pic>
      <p:sp>
        <p:nvSpPr>
          <p:cNvPr id="41" name="CaixaDeTexto 40"/>
          <p:cNvSpPr txBox="1"/>
          <p:nvPr/>
        </p:nvSpPr>
        <p:spPr>
          <a:xfrm>
            <a:off x="6864720" y="1430999"/>
            <a:ext cx="5463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Pai A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7654768" y="3675330"/>
            <a:ext cx="6671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Filha C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5950973" y="3675330"/>
            <a:ext cx="676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Filho B</a:t>
            </a:r>
          </a:p>
        </p:txBody>
      </p:sp>
      <p:cxnSp>
        <p:nvCxnSpPr>
          <p:cNvPr id="45" name="Conector reto 44"/>
          <p:cNvCxnSpPr/>
          <p:nvPr/>
        </p:nvCxnSpPr>
        <p:spPr>
          <a:xfrm flipH="1">
            <a:off x="6407106" y="2219785"/>
            <a:ext cx="491884" cy="66391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/>
          <p:cNvSpPr txBox="1"/>
          <p:nvPr/>
        </p:nvSpPr>
        <p:spPr>
          <a:xfrm>
            <a:off x="6067160" y="2320519"/>
            <a:ext cx="6541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é pai de</a:t>
            </a:r>
          </a:p>
        </p:txBody>
      </p:sp>
      <p:cxnSp>
        <p:nvCxnSpPr>
          <p:cNvPr id="49" name="Conector reto 48"/>
          <p:cNvCxnSpPr/>
          <p:nvPr/>
        </p:nvCxnSpPr>
        <p:spPr>
          <a:xfrm>
            <a:off x="7332485" y="2219785"/>
            <a:ext cx="491884" cy="663910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2319826" y="1812587"/>
            <a:ext cx="11015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portanto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496522" y="2295691"/>
            <a:ext cx="17854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o vértice A está relacionado ao vértice B </a:t>
            </a:r>
          </a:p>
        </p:txBody>
      </p:sp>
      <p:sp>
        <p:nvSpPr>
          <p:cNvPr id="21" name="Seta para a direita 20"/>
          <p:cNvSpPr/>
          <p:nvPr/>
        </p:nvSpPr>
        <p:spPr>
          <a:xfrm>
            <a:off x="2390192" y="2620040"/>
            <a:ext cx="462606" cy="26227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CaixaDeTexto 22"/>
          <p:cNvSpPr txBox="1"/>
          <p:nvPr/>
        </p:nvSpPr>
        <p:spPr>
          <a:xfrm>
            <a:off x="7523036" y="2320519"/>
            <a:ext cx="6541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/>
              <a:t>é pai de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2981414" y="2295691"/>
            <a:ext cx="22072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B pode ou não estar relacionado ao vértice A </a:t>
            </a:r>
          </a:p>
        </p:txBody>
      </p:sp>
    </p:spTree>
    <p:extLst>
      <p:ext uri="{BB962C8B-B14F-4D97-AF65-F5344CB8AC3E}">
        <p14:creationId xmlns:p14="http://schemas.microsoft.com/office/powerpoint/2010/main" val="2477913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3" grpId="0"/>
      <p:bldP spid="47" grpId="0"/>
      <p:bldP spid="56" grpId="0"/>
      <p:bldP spid="20" grpId="0"/>
      <p:bldP spid="21" grpId="0" animBg="1"/>
      <p:bldP spid="23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4914290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um grafo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direcionado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a relação entre dois vértices (ou a aresta) é válida apenas em uma das direções,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Exemplo: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 representam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pais e filho(a)s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representam relação de </a:t>
            </a:r>
            <a:r>
              <a:rPr lang="pt-BR" sz="1600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paternidade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entre eles</a:t>
            </a:r>
          </a:p>
        </p:txBody>
      </p:sp>
      <p:sp>
        <p:nvSpPr>
          <p:cNvPr id="56" name="Retângulo 55"/>
          <p:cNvSpPr/>
          <p:nvPr/>
        </p:nvSpPr>
        <p:spPr>
          <a:xfrm>
            <a:off x="2319826" y="1812587"/>
            <a:ext cx="11015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portanto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496522" y="2295691"/>
            <a:ext cx="17854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o vértice A está relacionado ao vértice B </a:t>
            </a:r>
          </a:p>
        </p:txBody>
      </p:sp>
      <p:sp>
        <p:nvSpPr>
          <p:cNvPr id="21" name="Seta para a direita 20"/>
          <p:cNvSpPr/>
          <p:nvPr/>
        </p:nvSpPr>
        <p:spPr>
          <a:xfrm>
            <a:off x="2390192" y="2620040"/>
            <a:ext cx="462606" cy="26227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/>
          <p:cNvSpPr/>
          <p:nvPr/>
        </p:nvSpPr>
        <p:spPr>
          <a:xfrm>
            <a:off x="6981204" y="190010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A</a:t>
            </a:r>
          </a:p>
        </p:txBody>
      </p:sp>
      <p:sp>
        <p:nvSpPr>
          <p:cNvPr id="33" name="Elipse 32"/>
          <p:cNvSpPr/>
          <p:nvPr/>
        </p:nvSpPr>
        <p:spPr>
          <a:xfrm>
            <a:off x="6175426" y="309753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B</a:t>
            </a:r>
          </a:p>
        </p:txBody>
      </p:sp>
      <p:sp>
        <p:nvSpPr>
          <p:cNvPr id="34" name="Elipse 33"/>
          <p:cNvSpPr/>
          <p:nvPr/>
        </p:nvSpPr>
        <p:spPr>
          <a:xfrm>
            <a:off x="7786983" y="309753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C</a:t>
            </a:r>
          </a:p>
        </p:txBody>
      </p:sp>
      <p:cxnSp>
        <p:nvCxnSpPr>
          <p:cNvPr id="35" name="Conector reto 34"/>
          <p:cNvCxnSpPr>
            <a:stCxn id="32" idx="5"/>
            <a:endCxn id="34" idx="0"/>
          </p:cNvCxnSpPr>
          <p:nvPr/>
        </p:nvCxnSpPr>
        <p:spPr>
          <a:xfrm>
            <a:off x="7250338" y="2147713"/>
            <a:ext cx="694300" cy="94982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>
            <a:stCxn id="32" idx="3"/>
            <a:endCxn id="33" idx="0"/>
          </p:cNvCxnSpPr>
          <p:nvPr/>
        </p:nvCxnSpPr>
        <p:spPr>
          <a:xfrm flipH="1">
            <a:off x="6333081" y="2147713"/>
            <a:ext cx="694299" cy="94982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6262273" y="1419431"/>
            <a:ext cx="1753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G = (V, E)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6150191" y="3554231"/>
            <a:ext cx="19709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= { A, B, C }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= { (A,B), (A,C) }</a:t>
            </a:r>
          </a:p>
        </p:txBody>
      </p:sp>
      <p:sp>
        <p:nvSpPr>
          <p:cNvPr id="46" name="CaixaDeTexto 45"/>
          <p:cNvSpPr txBox="1"/>
          <p:nvPr/>
        </p:nvSpPr>
        <p:spPr>
          <a:xfrm>
            <a:off x="5747921" y="2574322"/>
            <a:ext cx="5819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</a:rPr>
              <a:t>(A, B)</a:t>
            </a:r>
          </a:p>
        </p:txBody>
      </p:sp>
      <p:cxnSp>
        <p:nvCxnSpPr>
          <p:cNvPr id="48" name="Conector de seta reta 47"/>
          <p:cNvCxnSpPr/>
          <p:nvPr/>
        </p:nvCxnSpPr>
        <p:spPr>
          <a:xfrm flipH="1">
            <a:off x="6288497" y="2728211"/>
            <a:ext cx="29864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ixaDeTexto 49"/>
          <p:cNvSpPr txBox="1"/>
          <p:nvPr/>
        </p:nvSpPr>
        <p:spPr>
          <a:xfrm>
            <a:off x="5430344" y="2081189"/>
            <a:ext cx="122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rgbClr val="FF0000"/>
                </a:solidFill>
              </a:rPr>
              <a:t>Par de nós ordenado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2981414" y="2295691"/>
            <a:ext cx="22072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vértice B pode ou não estar relacionado ao vértice A </a:t>
            </a:r>
          </a:p>
        </p:txBody>
      </p:sp>
    </p:spTree>
    <p:extLst>
      <p:ext uri="{BB962C8B-B14F-4D97-AF65-F5344CB8AC3E}">
        <p14:creationId xmlns:p14="http://schemas.microsoft.com/office/powerpoint/2010/main" val="36937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6" grpId="0"/>
      <p:bldP spid="5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Não Direcionado × Grafo Direcionado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597576" y="175616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597576" y="285815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20113" y="175417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20113" y="285815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12886" y="1899220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755231" y="2046252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6"/>
            <a:endCxn id="8" idx="2"/>
          </p:cNvCxnSpPr>
          <p:nvPr/>
        </p:nvCxnSpPr>
        <p:spPr>
          <a:xfrm>
            <a:off x="1912886" y="3003198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7" idx="4"/>
            <a:endCxn id="8" idx="0"/>
          </p:cNvCxnSpPr>
          <p:nvPr/>
        </p:nvCxnSpPr>
        <p:spPr>
          <a:xfrm>
            <a:off x="3077768" y="2044263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7"/>
            <a:endCxn id="7" idx="3"/>
          </p:cNvCxnSpPr>
          <p:nvPr/>
        </p:nvCxnSpPr>
        <p:spPr>
          <a:xfrm flipV="1">
            <a:off x="1866710" y="2001781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5751362" y="175616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15" name="Elipse 14"/>
          <p:cNvSpPr/>
          <p:nvPr/>
        </p:nvSpPr>
        <p:spPr>
          <a:xfrm>
            <a:off x="5751362" y="285815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16" name="Elipse 15"/>
          <p:cNvSpPr/>
          <p:nvPr/>
        </p:nvSpPr>
        <p:spPr>
          <a:xfrm>
            <a:off x="7073899" y="175417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17" name="Elipse 16"/>
          <p:cNvSpPr/>
          <p:nvPr/>
        </p:nvSpPr>
        <p:spPr>
          <a:xfrm>
            <a:off x="7073899" y="285815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8" name="Conector reto 17"/>
          <p:cNvCxnSpPr>
            <a:stCxn id="14" idx="6"/>
            <a:endCxn id="16" idx="2"/>
          </p:cNvCxnSpPr>
          <p:nvPr/>
        </p:nvCxnSpPr>
        <p:spPr>
          <a:xfrm flipV="1">
            <a:off x="6066672" y="1899220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4" idx="4"/>
            <a:endCxn id="15" idx="0"/>
          </p:cNvCxnSpPr>
          <p:nvPr/>
        </p:nvCxnSpPr>
        <p:spPr>
          <a:xfrm>
            <a:off x="5909017" y="2046252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6"/>
            <a:endCxn id="17" idx="2"/>
          </p:cNvCxnSpPr>
          <p:nvPr/>
        </p:nvCxnSpPr>
        <p:spPr>
          <a:xfrm>
            <a:off x="6066672" y="3003198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4"/>
            <a:endCxn id="17" idx="0"/>
          </p:cNvCxnSpPr>
          <p:nvPr/>
        </p:nvCxnSpPr>
        <p:spPr>
          <a:xfrm>
            <a:off x="7231554" y="2044263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7"/>
            <a:endCxn id="16" idx="3"/>
          </p:cNvCxnSpPr>
          <p:nvPr/>
        </p:nvCxnSpPr>
        <p:spPr>
          <a:xfrm flipV="1">
            <a:off x="6020496" y="2001781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/>
          <p:cNvSpPr/>
          <p:nvPr/>
        </p:nvSpPr>
        <p:spPr>
          <a:xfrm>
            <a:off x="1107230" y="1264036"/>
            <a:ext cx="2618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Não Direcionado </a:t>
            </a:r>
            <a:endParaRPr lang="pt-BR" sz="2000" dirty="0"/>
          </a:p>
        </p:txBody>
      </p:sp>
      <p:sp>
        <p:nvSpPr>
          <p:cNvPr id="23" name="Retângulo 22"/>
          <p:cNvSpPr/>
          <p:nvPr/>
        </p:nvSpPr>
        <p:spPr>
          <a:xfrm>
            <a:off x="5501467" y="1259247"/>
            <a:ext cx="21376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Direcionado </a:t>
            </a:r>
            <a:endParaRPr lang="pt-BR" sz="2000" dirty="0"/>
          </a:p>
        </p:txBody>
      </p:sp>
      <p:sp>
        <p:nvSpPr>
          <p:cNvPr id="24" name="CaixaDeTexto 23"/>
          <p:cNvSpPr txBox="1"/>
          <p:nvPr/>
        </p:nvSpPr>
        <p:spPr>
          <a:xfrm>
            <a:off x="783679" y="3324976"/>
            <a:ext cx="3424335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{ 1, 2, 3, 4 }</a:t>
            </a:r>
          </a:p>
          <a:p>
            <a:pPr>
              <a:spcAft>
                <a:spcPts val="600"/>
              </a:spcAft>
            </a:pPr>
            <a:r>
              <a:rPr lang="pt-BR" sz="1600" dirty="0">
                <a:solidFill>
                  <a:srgbClr val="FF0000"/>
                </a:solidFill>
              </a:rPr>
              <a:t>E</a:t>
            </a:r>
            <a:r>
              <a:rPr lang="pt-BR" sz="1600" baseline="-25000" dirty="0">
                <a:solidFill>
                  <a:srgbClr val="FF0000"/>
                </a:solidFill>
              </a:rPr>
              <a:t>1</a:t>
            </a:r>
            <a:r>
              <a:rPr lang="pt-BR" sz="1600" dirty="0">
                <a:solidFill>
                  <a:srgbClr val="FF0000"/>
                </a:solidFill>
              </a:rPr>
              <a:t> = { {1, 2}, {1, 3}, {2, 3}, {2, 4}, {3, 4} }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4937466" y="3324976"/>
            <a:ext cx="3353803" cy="6617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{ 1, 2, 3, 4 }</a:t>
            </a:r>
          </a:p>
          <a:p>
            <a:pPr>
              <a:spcAft>
                <a:spcPts val="600"/>
              </a:spcAft>
            </a:pPr>
            <a:r>
              <a:rPr lang="pt-BR" sz="1600" dirty="0">
                <a:solidFill>
                  <a:srgbClr val="FF0000"/>
                </a:solidFill>
              </a:rPr>
              <a:t>E</a:t>
            </a:r>
            <a:r>
              <a:rPr lang="pt-BR" sz="1600" baseline="-25000" dirty="0">
                <a:solidFill>
                  <a:srgbClr val="FF0000"/>
                </a:solidFill>
              </a:rPr>
              <a:t>2</a:t>
            </a:r>
            <a:r>
              <a:rPr lang="pt-BR" sz="1600" dirty="0">
                <a:solidFill>
                  <a:srgbClr val="FF0000"/>
                </a:solidFill>
              </a:rPr>
              <a:t> = { (1, 2), (1, 3), (2, 3), (2, 4), (3, 4) }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41458" y="2224606"/>
            <a:ext cx="1192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(V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637236" y="2224413"/>
            <a:ext cx="1192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= (V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E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1459004" y="4157163"/>
            <a:ext cx="56625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Conjunto de </a:t>
            </a:r>
            <a:r>
              <a:rPr lang="pt-BR" sz="1600" dirty="0">
                <a:solidFill>
                  <a:srgbClr val="FF0000"/>
                </a:solidFill>
              </a:rPr>
              <a:t>pares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1600" dirty="0">
                <a:solidFill>
                  <a:srgbClr val="FF0000"/>
                </a:solidFill>
              </a:rPr>
              <a:t>não ordenados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× Conjunto de </a:t>
            </a:r>
            <a:r>
              <a:rPr lang="pt-BR" sz="1600" dirty="0">
                <a:solidFill>
                  <a:srgbClr val="FF0000"/>
                </a:solidFill>
              </a:rPr>
              <a:t>pares ordenados</a:t>
            </a:r>
          </a:p>
        </p:txBody>
      </p:sp>
      <p:cxnSp>
        <p:nvCxnSpPr>
          <p:cNvPr id="30" name="Conector de seta reta 29"/>
          <p:cNvCxnSpPr/>
          <p:nvPr/>
        </p:nvCxnSpPr>
        <p:spPr>
          <a:xfrm flipH="1" flipV="1">
            <a:off x="3077768" y="3986696"/>
            <a:ext cx="127294" cy="24506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/>
          <p:cNvCxnSpPr/>
          <p:nvPr/>
        </p:nvCxnSpPr>
        <p:spPr>
          <a:xfrm flipV="1">
            <a:off x="6153507" y="3986696"/>
            <a:ext cx="127294" cy="245061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336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23" grpId="0"/>
      <p:bldP spid="27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Laços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laço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(ou 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auto-loop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é uma aresta que conecta um vértice a ele mesmo.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Laços permitem modelar relacionamentos de um objeto com ele mesmo.</a:t>
            </a:r>
          </a:p>
        </p:txBody>
      </p:sp>
      <p:sp>
        <p:nvSpPr>
          <p:cNvPr id="4" name="Elipse 3"/>
          <p:cNvSpPr/>
          <p:nvPr/>
        </p:nvSpPr>
        <p:spPr>
          <a:xfrm>
            <a:off x="1597576" y="22807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597576" y="33826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20113" y="227871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20113" y="33826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12886" y="2423756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755231" y="2570788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6"/>
            <a:endCxn id="8" idx="2"/>
          </p:cNvCxnSpPr>
          <p:nvPr/>
        </p:nvCxnSpPr>
        <p:spPr>
          <a:xfrm>
            <a:off x="1912886" y="3527734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7" idx="4"/>
            <a:endCxn id="8" idx="0"/>
          </p:cNvCxnSpPr>
          <p:nvPr/>
        </p:nvCxnSpPr>
        <p:spPr>
          <a:xfrm>
            <a:off x="3077768" y="2568799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7"/>
            <a:endCxn id="7" idx="3"/>
          </p:cNvCxnSpPr>
          <p:nvPr/>
        </p:nvCxnSpPr>
        <p:spPr>
          <a:xfrm flipV="1">
            <a:off x="1866710" y="252631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5751362" y="22807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15" name="Elipse 14"/>
          <p:cNvSpPr/>
          <p:nvPr/>
        </p:nvSpPr>
        <p:spPr>
          <a:xfrm>
            <a:off x="5751362" y="33826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16" name="Elipse 15"/>
          <p:cNvSpPr/>
          <p:nvPr/>
        </p:nvSpPr>
        <p:spPr>
          <a:xfrm>
            <a:off x="7073899" y="227871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17" name="Elipse 16"/>
          <p:cNvSpPr/>
          <p:nvPr/>
        </p:nvSpPr>
        <p:spPr>
          <a:xfrm>
            <a:off x="7073899" y="33826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8" name="Conector reto 17"/>
          <p:cNvCxnSpPr>
            <a:stCxn id="14" idx="6"/>
            <a:endCxn id="16" idx="2"/>
          </p:cNvCxnSpPr>
          <p:nvPr/>
        </p:nvCxnSpPr>
        <p:spPr>
          <a:xfrm flipV="1">
            <a:off x="6066672" y="242375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4" idx="4"/>
            <a:endCxn id="15" idx="0"/>
          </p:cNvCxnSpPr>
          <p:nvPr/>
        </p:nvCxnSpPr>
        <p:spPr>
          <a:xfrm>
            <a:off x="5909017" y="257078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>
            <a:stCxn id="15" idx="6"/>
            <a:endCxn id="17" idx="2"/>
          </p:cNvCxnSpPr>
          <p:nvPr/>
        </p:nvCxnSpPr>
        <p:spPr>
          <a:xfrm>
            <a:off x="6066672" y="352773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4"/>
            <a:endCxn id="17" idx="0"/>
          </p:cNvCxnSpPr>
          <p:nvPr/>
        </p:nvCxnSpPr>
        <p:spPr>
          <a:xfrm>
            <a:off x="7231554" y="256879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7"/>
            <a:endCxn id="16" idx="3"/>
          </p:cNvCxnSpPr>
          <p:nvPr/>
        </p:nvCxnSpPr>
        <p:spPr>
          <a:xfrm flipV="1">
            <a:off x="6020496" y="252631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ângulo 22"/>
          <p:cNvSpPr/>
          <p:nvPr/>
        </p:nvSpPr>
        <p:spPr>
          <a:xfrm>
            <a:off x="1107230" y="1788572"/>
            <a:ext cx="2618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Não Direcionado </a:t>
            </a:r>
            <a:endParaRPr lang="pt-BR" sz="2000" dirty="0"/>
          </a:p>
        </p:txBody>
      </p:sp>
      <p:sp>
        <p:nvSpPr>
          <p:cNvPr id="24" name="Retângulo 23"/>
          <p:cNvSpPr/>
          <p:nvPr/>
        </p:nvSpPr>
        <p:spPr>
          <a:xfrm>
            <a:off x="5501467" y="1783783"/>
            <a:ext cx="21376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Direcionado </a:t>
            </a:r>
            <a:endParaRPr lang="pt-BR" sz="2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1212726" y="2751353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5367924" y="2763716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0" name="Conector angulado 29"/>
          <p:cNvCxnSpPr>
            <a:stCxn id="8" idx="4"/>
            <a:endCxn id="8" idx="6"/>
          </p:cNvCxnSpPr>
          <p:nvPr/>
        </p:nvCxnSpPr>
        <p:spPr>
          <a:xfrm rot="5400000" flipH="1" flipV="1">
            <a:off x="3084073" y="3521428"/>
            <a:ext cx="145043" cy="157655"/>
          </a:xfrm>
          <a:prstGeom prst="curvedConnector4">
            <a:avLst>
              <a:gd name="adj1" fmla="val -103850"/>
              <a:gd name="adj2" fmla="val 200039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angulado 29"/>
          <p:cNvCxnSpPr>
            <a:stCxn id="17" idx="4"/>
            <a:endCxn id="17" idx="6"/>
          </p:cNvCxnSpPr>
          <p:nvPr/>
        </p:nvCxnSpPr>
        <p:spPr>
          <a:xfrm rot="5400000" flipH="1" flipV="1">
            <a:off x="7237859" y="3521428"/>
            <a:ext cx="145043" cy="157655"/>
          </a:xfrm>
          <a:prstGeom prst="curvedConnector4">
            <a:avLst>
              <a:gd name="adj1" fmla="val -138058"/>
              <a:gd name="adj2" fmla="val 262985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Seta para baixo 41"/>
          <p:cNvSpPr/>
          <p:nvPr/>
        </p:nvSpPr>
        <p:spPr>
          <a:xfrm rot="2621302">
            <a:off x="3496299" y="3177847"/>
            <a:ext cx="262270" cy="417149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Seta para baixo 42"/>
          <p:cNvSpPr/>
          <p:nvPr/>
        </p:nvSpPr>
        <p:spPr>
          <a:xfrm rot="2621302">
            <a:off x="7705599" y="3177847"/>
            <a:ext cx="262270" cy="417149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/>
          <p:cNvSpPr txBox="1"/>
          <p:nvPr/>
        </p:nvSpPr>
        <p:spPr>
          <a:xfrm>
            <a:off x="3688736" y="2936018"/>
            <a:ext cx="738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Laço</a:t>
            </a:r>
          </a:p>
        </p:txBody>
      </p:sp>
      <p:sp>
        <p:nvSpPr>
          <p:cNvPr id="45" name="CaixaDeTexto 44"/>
          <p:cNvSpPr txBox="1"/>
          <p:nvPr/>
        </p:nvSpPr>
        <p:spPr>
          <a:xfrm>
            <a:off x="7897525" y="2932993"/>
            <a:ext cx="7386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Laço</a:t>
            </a:r>
          </a:p>
        </p:txBody>
      </p:sp>
    </p:spTree>
    <p:extLst>
      <p:ext uri="{BB962C8B-B14F-4D97-AF65-F5344CB8AC3E}">
        <p14:creationId xmlns:p14="http://schemas.microsoft.com/office/powerpoint/2010/main" val="177541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4" grpId="0" animBg="1"/>
      <p:bldP spid="15" grpId="0" animBg="1"/>
      <p:bldP spid="16" grpId="0" animBg="1"/>
      <p:bldP spid="17" grpId="0" animBg="1"/>
      <p:bldP spid="23" grpId="0"/>
      <p:bldP spid="24" grpId="0"/>
      <p:bldP spid="25" grpId="0"/>
      <p:bldP spid="26" grpId="0"/>
      <p:bldP spid="42" grpId="0" animBg="1"/>
      <p:bldP spid="43" grpId="0" animBg="1"/>
      <p:bldP spid="44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Arestas Paralelas e Antiparalelas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  <a:ln>
            <a:noFill/>
            <a:headEnd type="none" w="med" len="med"/>
            <a:tailEnd type="arrow" w="med" len="med"/>
          </a:ln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Duas arestas são ditas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paralelas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relacionam o mesmo par de vértices.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Arestas antiparalelas </a:t>
            </a:r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relacionam mesmos vértices em </a:t>
            </a:r>
            <a:r>
              <a:rPr lang="pt-BR" sz="1600" dirty="0">
                <a:solidFill>
                  <a:srgbClr val="FF0000"/>
                </a:solidFill>
              </a:rPr>
              <a:t>direções opostas</a:t>
            </a:r>
            <a:r>
              <a:rPr lang="pt-BR" sz="1600" dirty="0"/>
              <a:t>.</a:t>
            </a:r>
          </a:p>
        </p:txBody>
      </p:sp>
      <p:sp>
        <p:nvSpPr>
          <p:cNvPr id="4" name="Elipse 3"/>
          <p:cNvSpPr/>
          <p:nvPr/>
        </p:nvSpPr>
        <p:spPr>
          <a:xfrm>
            <a:off x="1597576" y="22807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597576" y="33826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20113" y="227871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20113" y="33826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12886" y="2423756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755231" y="2570788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7"/>
            <a:endCxn id="7" idx="3"/>
          </p:cNvCxnSpPr>
          <p:nvPr/>
        </p:nvCxnSpPr>
        <p:spPr>
          <a:xfrm flipV="1">
            <a:off x="1866710" y="252631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ipse 13"/>
          <p:cNvSpPr/>
          <p:nvPr/>
        </p:nvSpPr>
        <p:spPr>
          <a:xfrm>
            <a:off x="5751362" y="228070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15" name="Elipse 14"/>
          <p:cNvSpPr/>
          <p:nvPr/>
        </p:nvSpPr>
        <p:spPr>
          <a:xfrm>
            <a:off x="5751362" y="33826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16" name="Elipse 15"/>
          <p:cNvSpPr/>
          <p:nvPr/>
        </p:nvSpPr>
        <p:spPr>
          <a:xfrm>
            <a:off x="7073899" y="227871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17" name="Elipse 16"/>
          <p:cNvSpPr/>
          <p:nvPr/>
        </p:nvSpPr>
        <p:spPr>
          <a:xfrm>
            <a:off x="7073899" y="338269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8" name="Conector reto 17"/>
          <p:cNvCxnSpPr>
            <a:stCxn id="14" idx="6"/>
            <a:endCxn id="16" idx="2"/>
          </p:cNvCxnSpPr>
          <p:nvPr/>
        </p:nvCxnSpPr>
        <p:spPr>
          <a:xfrm flipV="1">
            <a:off x="6066672" y="242375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14" idx="4"/>
            <a:endCxn id="15" idx="0"/>
          </p:cNvCxnSpPr>
          <p:nvPr/>
        </p:nvCxnSpPr>
        <p:spPr>
          <a:xfrm>
            <a:off x="5909017" y="257078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15" idx="7"/>
            <a:endCxn id="16" idx="3"/>
          </p:cNvCxnSpPr>
          <p:nvPr/>
        </p:nvCxnSpPr>
        <p:spPr>
          <a:xfrm flipV="1">
            <a:off x="6020496" y="252631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ângulo 22"/>
          <p:cNvSpPr/>
          <p:nvPr/>
        </p:nvSpPr>
        <p:spPr>
          <a:xfrm>
            <a:off x="1107230" y="1788572"/>
            <a:ext cx="26185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Não Direcionado </a:t>
            </a:r>
            <a:endParaRPr lang="pt-BR" sz="2000" dirty="0"/>
          </a:p>
        </p:txBody>
      </p:sp>
      <p:sp>
        <p:nvSpPr>
          <p:cNvPr id="24" name="Retângulo 23"/>
          <p:cNvSpPr/>
          <p:nvPr/>
        </p:nvSpPr>
        <p:spPr>
          <a:xfrm>
            <a:off x="5501467" y="1783783"/>
            <a:ext cx="21376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Direcionado </a:t>
            </a:r>
            <a:endParaRPr lang="pt-BR" sz="2000" dirty="0"/>
          </a:p>
        </p:txBody>
      </p:sp>
      <p:sp>
        <p:nvSpPr>
          <p:cNvPr id="25" name="CaixaDeTexto 24"/>
          <p:cNvSpPr txBox="1"/>
          <p:nvPr/>
        </p:nvSpPr>
        <p:spPr>
          <a:xfrm>
            <a:off x="1212726" y="2751353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5367924" y="2763716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Seta para baixo 28"/>
          <p:cNvSpPr/>
          <p:nvPr/>
        </p:nvSpPr>
        <p:spPr>
          <a:xfrm rot="3681429">
            <a:off x="3492989" y="2596121"/>
            <a:ext cx="262270" cy="417149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Arco 42"/>
          <p:cNvSpPr/>
          <p:nvPr/>
        </p:nvSpPr>
        <p:spPr>
          <a:xfrm>
            <a:off x="2633123" y="2426720"/>
            <a:ext cx="635216" cy="1103978"/>
          </a:xfrm>
          <a:prstGeom prst="arc">
            <a:avLst>
              <a:gd name="adj1" fmla="val 17761860"/>
              <a:gd name="adj2" fmla="val 3793204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Arco 43"/>
          <p:cNvSpPr/>
          <p:nvPr/>
        </p:nvSpPr>
        <p:spPr>
          <a:xfrm flipH="1">
            <a:off x="2902398" y="2443334"/>
            <a:ext cx="635216" cy="1103978"/>
          </a:xfrm>
          <a:prstGeom prst="arc">
            <a:avLst>
              <a:gd name="adj1" fmla="val 17676988"/>
              <a:gd name="adj2" fmla="val 3645438"/>
            </a:avLst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Seta para baixo 44"/>
          <p:cNvSpPr/>
          <p:nvPr/>
        </p:nvSpPr>
        <p:spPr>
          <a:xfrm rot="3681429">
            <a:off x="7653035" y="2615994"/>
            <a:ext cx="262270" cy="417149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Arco 45"/>
          <p:cNvSpPr/>
          <p:nvPr/>
        </p:nvSpPr>
        <p:spPr>
          <a:xfrm>
            <a:off x="6788150" y="2444872"/>
            <a:ext cx="635216" cy="1103978"/>
          </a:xfrm>
          <a:prstGeom prst="arc">
            <a:avLst>
              <a:gd name="adj1" fmla="val 17676985"/>
              <a:gd name="adj2" fmla="val 3677422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Arco 46"/>
          <p:cNvSpPr/>
          <p:nvPr/>
        </p:nvSpPr>
        <p:spPr>
          <a:xfrm flipH="1">
            <a:off x="7057425" y="2461486"/>
            <a:ext cx="635216" cy="1103978"/>
          </a:xfrm>
          <a:prstGeom prst="arc">
            <a:avLst>
              <a:gd name="adj1" fmla="val 17624024"/>
              <a:gd name="adj2" fmla="val 3565813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Arco 47"/>
          <p:cNvSpPr/>
          <p:nvPr/>
        </p:nvSpPr>
        <p:spPr>
          <a:xfrm rot="5400000">
            <a:off x="6266763" y="2697957"/>
            <a:ext cx="623519" cy="1410586"/>
          </a:xfrm>
          <a:prstGeom prst="arc">
            <a:avLst>
              <a:gd name="adj1" fmla="val 17543372"/>
              <a:gd name="adj2" fmla="val 4105637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Arco 49"/>
          <p:cNvSpPr/>
          <p:nvPr/>
        </p:nvSpPr>
        <p:spPr>
          <a:xfrm rot="5400000" flipH="1" flipV="1">
            <a:off x="6277921" y="3000300"/>
            <a:ext cx="623519" cy="1410586"/>
          </a:xfrm>
          <a:prstGeom prst="arc">
            <a:avLst>
              <a:gd name="adj1" fmla="val 17574994"/>
              <a:gd name="adj2" fmla="val 3909331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Seta para baixo 50"/>
          <p:cNvSpPr/>
          <p:nvPr/>
        </p:nvSpPr>
        <p:spPr>
          <a:xfrm rot="7241448">
            <a:off x="6917548" y="3706694"/>
            <a:ext cx="262270" cy="417149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/>
          <p:cNvSpPr txBox="1"/>
          <p:nvPr/>
        </p:nvSpPr>
        <p:spPr>
          <a:xfrm>
            <a:off x="3720804" y="2347671"/>
            <a:ext cx="106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paralelas</a:t>
            </a:r>
          </a:p>
        </p:txBody>
      </p:sp>
      <p:sp>
        <p:nvSpPr>
          <p:cNvPr id="53" name="CaixaDeTexto 52"/>
          <p:cNvSpPr txBox="1"/>
          <p:nvPr/>
        </p:nvSpPr>
        <p:spPr>
          <a:xfrm>
            <a:off x="7862326" y="2425296"/>
            <a:ext cx="1068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paralelas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7073899" y="3851193"/>
            <a:ext cx="119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antiparalelas</a:t>
            </a:r>
          </a:p>
        </p:txBody>
      </p:sp>
    </p:spTree>
    <p:extLst>
      <p:ext uri="{BB962C8B-B14F-4D97-AF65-F5344CB8AC3E}">
        <p14:creationId xmlns:p14="http://schemas.microsoft.com/office/powerpoint/2010/main" val="74232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4" grpId="0" animBg="1"/>
      <p:bldP spid="15" grpId="0" animBg="1"/>
      <p:bldP spid="16" grpId="0" animBg="1"/>
      <p:bldP spid="17" grpId="0" animBg="1"/>
      <p:bldP spid="23" grpId="0"/>
      <p:bldP spid="24" grpId="0"/>
      <p:bldP spid="25" grpId="0"/>
      <p:bldP spid="26" grpId="0"/>
      <p:bldP spid="29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/>
      <p:bldP spid="53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Simples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simples não possui laços nem arestas paralelas.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Porém, grafo simples direcionado pode ter arestas antiparalelas.</a:t>
            </a: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597576" y="229487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597576" y="339686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20113" y="229288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20113" y="339686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12886" y="243793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755231" y="258496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7" idx="4"/>
            <a:endCxn id="8" idx="0"/>
          </p:cNvCxnSpPr>
          <p:nvPr/>
        </p:nvCxnSpPr>
        <p:spPr>
          <a:xfrm>
            <a:off x="3077768" y="258297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7"/>
            <a:endCxn id="7" idx="3"/>
          </p:cNvCxnSpPr>
          <p:nvPr/>
        </p:nvCxnSpPr>
        <p:spPr>
          <a:xfrm flipV="1">
            <a:off x="1866710" y="254049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tângulo 13"/>
          <p:cNvSpPr/>
          <p:nvPr/>
        </p:nvSpPr>
        <p:spPr>
          <a:xfrm>
            <a:off x="675221" y="1829791"/>
            <a:ext cx="34825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Simples Não Direcionado </a:t>
            </a:r>
            <a:endParaRPr lang="pt-BR" sz="20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1219489" y="2799043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Elipse 15"/>
          <p:cNvSpPr/>
          <p:nvPr/>
        </p:nvSpPr>
        <p:spPr>
          <a:xfrm>
            <a:off x="5758451" y="233079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17" name="Elipse 16"/>
          <p:cNvSpPr/>
          <p:nvPr/>
        </p:nvSpPr>
        <p:spPr>
          <a:xfrm>
            <a:off x="5758451" y="343278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18" name="Elipse 17"/>
          <p:cNvSpPr/>
          <p:nvPr/>
        </p:nvSpPr>
        <p:spPr>
          <a:xfrm>
            <a:off x="7080988" y="232880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19" name="Elipse 18"/>
          <p:cNvSpPr/>
          <p:nvPr/>
        </p:nvSpPr>
        <p:spPr>
          <a:xfrm>
            <a:off x="7080988" y="343278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20" name="Conector reto 19"/>
          <p:cNvCxnSpPr>
            <a:stCxn id="16" idx="6"/>
            <a:endCxn id="18" idx="2"/>
          </p:cNvCxnSpPr>
          <p:nvPr/>
        </p:nvCxnSpPr>
        <p:spPr>
          <a:xfrm flipV="1">
            <a:off x="6073761" y="2473850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>
            <a:stCxn id="16" idx="4"/>
            <a:endCxn id="17" idx="0"/>
          </p:cNvCxnSpPr>
          <p:nvPr/>
        </p:nvCxnSpPr>
        <p:spPr>
          <a:xfrm>
            <a:off x="5916106" y="2620882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8" idx="4"/>
            <a:endCxn id="19" idx="0"/>
          </p:cNvCxnSpPr>
          <p:nvPr/>
        </p:nvCxnSpPr>
        <p:spPr>
          <a:xfrm>
            <a:off x="7238643" y="2618893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17" idx="7"/>
            <a:endCxn id="18" idx="3"/>
          </p:cNvCxnSpPr>
          <p:nvPr/>
        </p:nvCxnSpPr>
        <p:spPr>
          <a:xfrm flipV="1">
            <a:off x="6027585" y="2576411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24"/>
          <p:cNvSpPr/>
          <p:nvPr/>
        </p:nvSpPr>
        <p:spPr>
          <a:xfrm>
            <a:off x="5076546" y="1826840"/>
            <a:ext cx="30016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Simples Direcionado </a:t>
            </a:r>
            <a:endParaRPr lang="pt-BR" sz="2000" dirty="0"/>
          </a:p>
        </p:txBody>
      </p:sp>
      <p:sp>
        <p:nvSpPr>
          <p:cNvPr id="26" name="CaixaDeTexto 25"/>
          <p:cNvSpPr txBox="1"/>
          <p:nvPr/>
        </p:nvSpPr>
        <p:spPr>
          <a:xfrm>
            <a:off x="5375013" y="2820643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Arco 26"/>
          <p:cNvSpPr/>
          <p:nvPr/>
        </p:nvSpPr>
        <p:spPr>
          <a:xfrm rot="5400000">
            <a:off x="6259675" y="2733397"/>
            <a:ext cx="623519" cy="1410586"/>
          </a:xfrm>
          <a:prstGeom prst="arc">
            <a:avLst>
              <a:gd name="adj1" fmla="val 17543372"/>
              <a:gd name="adj2" fmla="val 4105637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Arco 27"/>
          <p:cNvSpPr/>
          <p:nvPr/>
        </p:nvSpPr>
        <p:spPr>
          <a:xfrm rot="5400000" flipH="1" flipV="1">
            <a:off x="6270833" y="3035740"/>
            <a:ext cx="623519" cy="1410586"/>
          </a:xfrm>
          <a:prstGeom prst="arc">
            <a:avLst>
              <a:gd name="adj1" fmla="val 17574994"/>
              <a:gd name="adj2" fmla="val 3909331"/>
            </a:avLst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baixo 28"/>
          <p:cNvSpPr/>
          <p:nvPr/>
        </p:nvSpPr>
        <p:spPr>
          <a:xfrm rot="7241448">
            <a:off x="6910460" y="3742134"/>
            <a:ext cx="262270" cy="417149"/>
          </a:xfrm>
          <a:prstGeom prst="down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/>
          <p:cNvSpPr txBox="1"/>
          <p:nvPr/>
        </p:nvSpPr>
        <p:spPr>
          <a:xfrm>
            <a:off x="7066811" y="3886633"/>
            <a:ext cx="1191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antiparalelas</a:t>
            </a:r>
          </a:p>
        </p:txBody>
      </p:sp>
    </p:spTree>
    <p:extLst>
      <p:ext uri="{BB962C8B-B14F-4D97-AF65-F5344CB8AC3E}">
        <p14:creationId xmlns:p14="http://schemas.microsoft.com/office/powerpoint/2010/main" val="29146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4" grpId="0"/>
      <p:bldP spid="15" grpId="0"/>
      <p:bldP spid="16" grpId="0" animBg="1"/>
      <p:bldP spid="17" grpId="0" animBg="1"/>
      <p:bldP spid="18" grpId="0" animBg="1"/>
      <p:bldP spid="19" grpId="0" animBg="1"/>
      <p:bldP spid="25" grpId="0"/>
      <p:bldP spid="26" grpId="0"/>
      <p:bldP spid="27" grpId="0" animBg="1"/>
      <p:bldP spid="28" grpId="0" animBg="1"/>
      <p:bldP spid="29" grpId="0" animBg="1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de Adjacência / Vizinhança</a:t>
            </a:r>
          </a:p>
        </p:txBody>
      </p:sp>
    </p:spTree>
    <p:extLst>
      <p:ext uri="{BB962C8B-B14F-4D97-AF65-F5344CB8AC3E}">
        <p14:creationId xmlns:p14="http://schemas.microsoft.com/office/powerpoint/2010/main" val="273558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Relação de Adjacência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Dois vértices são ditos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adjacentes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 existir uma aresta entre eles.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Duas arestas que possuem um extremo comum também são ditas adjacentes.</a:t>
            </a:r>
          </a:p>
        </p:txBody>
      </p:sp>
      <p:sp>
        <p:nvSpPr>
          <p:cNvPr id="6" name="Elipse 5"/>
          <p:cNvSpPr/>
          <p:nvPr/>
        </p:nvSpPr>
        <p:spPr>
          <a:xfrm>
            <a:off x="1017406" y="19089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017406" y="301097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339943" y="19069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39943" y="301097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332716" y="2052040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175061" y="2199072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497598" y="2197083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286540" y="2154601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639319" y="2413152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332716" y="3156018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4920579" y="19069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19" name="Elipse 18"/>
          <p:cNvSpPr/>
          <p:nvPr/>
        </p:nvSpPr>
        <p:spPr>
          <a:xfrm>
            <a:off x="4920579" y="30089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0" name="Elipse 19"/>
          <p:cNvSpPr/>
          <p:nvPr/>
        </p:nvSpPr>
        <p:spPr>
          <a:xfrm>
            <a:off x="6243116" y="19050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1" name="Elipse 20"/>
          <p:cNvSpPr/>
          <p:nvPr/>
        </p:nvSpPr>
        <p:spPr>
          <a:xfrm>
            <a:off x="6243116" y="30089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22" name="Conector reto 21"/>
          <p:cNvCxnSpPr>
            <a:stCxn id="18" idx="6"/>
            <a:endCxn id="20" idx="2"/>
          </p:cNvCxnSpPr>
          <p:nvPr/>
        </p:nvCxnSpPr>
        <p:spPr>
          <a:xfrm flipV="1">
            <a:off x="5235889" y="20500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8" idx="4"/>
            <a:endCxn id="19" idx="0"/>
          </p:cNvCxnSpPr>
          <p:nvPr/>
        </p:nvCxnSpPr>
        <p:spPr>
          <a:xfrm>
            <a:off x="5078234" y="21970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20" idx="4"/>
            <a:endCxn id="21" idx="0"/>
          </p:cNvCxnSpPr>
          <p:nvPr/>
        </p:nvCxnSpPr>
        <p:spPr>
          <a:xfrm>
            <a:off x="6400771" y="21950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9" idx="7"/>
            <a:endCxn id="20" idx="3"/>
          </p:cNvCxnSpPr>
          <p:nvPr/>
        </p:nvCxnSpPr>
        <p:spPr>
          <a:xfrm flipV="1">
            <a:off x="5189713" y="21526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542492" y="2411163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7" name="Conector reto 26"/>
          <p:cNvCxnSpPr>
            <a:stCxn id="19" idx="6"/>
            <a:endCxn id="21" idx="2"/>
          </p:cNvCxnSpPr>
          <p:nvPr/>
        </p:nvCxnSpPr>
        <p:spPr>
          <a:xfrm>
            <a:off x="5235889" y="31540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2900855" y="2320819"/>
            <a:ext cx="1166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 adjacentes</a:t>
            </a:r>
          </a:p>
        </p:txBody>
      </p:sp>
      <p:cxnSp>
        <p:nvCxnSpPr>
          <p:cNvPr id="29" name="Conector de seta reta 28"/>
          <p:cNvCxnSpPr/>
          <p:nvPr/>
        </p:nvCxnSpPr>
        <p:spPr>
          <a:xfrm flipH="1" flipV="1">
            <a:off x="2745630" y="2197083"/>
            <a:ext cx="322061" cy="18951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/>
          <p:cNvCxnSpPr/>
          <p:nvPr/>
        </p:nvCxnSpPr>
        <p:spPr>
          <a:xfrm flipH="1">
            <a:off x="2739825" y="2834646"/>
            <a:ext cx="322061" cy="18951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/>
          <p:cNvSpPr txBox="1"/>
          <p:nvPr/>
        </p:nvSpPr>
        <p:spPr>
          <a:xfrm>
            <a:off x="6826207" y="2276461"/>
            <a:ext cx="1166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Vértices adjacentes</a:t>
            </a:r>
          </a:p>
        </p:txBody>
      </p:sp>
      <p:cxnSp>
        <p:nvCxnSpPr>
          <p:cNvPr id="33" name="Conector de seta reta 32"/>
          <p:cNvCxnSpPr/>
          <p:nvPr/>
        </p:nvCxnSpPr>
        <p:spPr>
          <a:xfrm flipH="1" flipV="1">
            <a:off x="6670982" y="2152725"/>
            <a:ext cx="322061" cy="18951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/>
          <p:nvPr/>
        </p:nvCxnSpPr>
        <p:spPr>
          <a:xfrm flipH="1">
            <a:off x="6665177" y="2790288"/>
            <a:ext cx="322061" cy="189514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 flipV="1">
            <a:off x="6665178" y="3250226"/>
            <a:ext cx="678375" cy="8997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7124494" y="3200491"/>
            <a:ext cx="1166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Sucessor</a:t>
            </a:r>
          </a:p>
        </p:txBody>
      </p:sp>
      <p:cxnSp>
        <p:nvCxnSpPr>
          <p:cNvPr id="39" name="Conector de seta reta 38"/>
          <p:cNvCxnSpPr/>
          <p:nvPr/>
        </p:nvCxnSpPr>
        <p:spPr>
          <a:xfrm flipH="1">
            <a:off x="6665178" y="1840096"/>
            <a:ext cx="678375" cy="14235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7254554" y="1686207"/>
            <a:ext cx="1166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Predecessor</a:t>
            </a:r>
          </a:p>
        </p:txBody>
      </p:sp>
      <p:sp>
        <p:nvSpPr>
          <p:cNvPr id="48" name="CaixaDeTexto 47"/>
          <p:cNvSpPr txBox="1"/>
          <p:nvPr/>
        </p:nvSpPr>
        <p:spPr>
          <a:xfrm>
            <a:off x="1056835" y="3511811"/>
            <a:ext cx="1844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adjacentes</a:t>
            </a:r>
          </a:p>
        </p:txBody>
      </p:sp>
      <p:cxnSp>
        <p:nvCxnSpPr>
          <p:cNvPr id="49" name="Conector de seta reta 48"/>
          <p:cNvCxnSpPr/>
          <p:nvPr/>
        </p:nvCxnSpPr>
        <p:spPr>
          <a:xfrm flipH="1" flipV="1">
            <a:off x="1533203" y="3227194"/>
            <a:ext cx="258829" cy="289227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de seta reta 50"/>
          <p:cNvCxnSpPr>
            <a:stCxn id="48" idx="0"/>
          </p:cNvCxnSpPr>
          <p:nvPr/>
        </p:nvCxnSpPr>
        <p:spPr>
          <a:xfrm flipH="1" flipV="1">
            <a:off x="1782051" y="2729329"/>
            <a:ext cx="196794" cy="78248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/>
          <p:cNvSpPr txBox="1"/>
          <p:nvPr/>
        </p:nvSpPr>
        <p:spPr>
          <a:xfrm>
            <a:off x="5028523" y="3507298"/>
            <a:ext cx="18440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Arestas adjacentes</a:t>
            </a:r>
          </a:p>
        </p:txBody>
      </p:sp>
      <p:cxnSp>
        <p:nvCxnSpPr>
          <p:cNvPr id="58" name="Conector de seta reta 57"/>
          <p:cNvCxnSpPr/>
          <p:nvPr/>
        </p:nvCxnSpPr>
        <p:spPr>
          <a:xfrm flipH="1" flipV="1">
            <a:off x="5504891" y="3222681"/>
            <a:ext cx="258829" cy="289227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/>
          <p:cNvCxnSpPr>
            <a:stCxn id="57" idx="0"/>
          </p:cNvCxnSpPr>
          <p:nvPr/>
        </p:nvCxnSpPr>
        <p:spPr>
          <a:xfrm flipH="1" flipV="1">
            <a:off x="5753739" y="2724816"/>
            <a:ext cx="196794" cy="782482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423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/>
      <p:bldP spid="18" grpId="0" animBg="1"/>
      <p:bldP spid="19" grpId="0" animBg="1"/>
      <p:bldP spid="20" grpId="0" animBg="1"/>
      <p:bldP spid="21" grpId="0" animBg="1"/>
      <p:bldP spid="26" grpId="0"/>
      <p:bldP spid="28" grpId="0"/>
      <p:bldP spid="32" grpId="0"/>
      <p:bldP spid="38" grpId="0"/>
      <p:bldP spid="42" grpId="0"/>
      <p:bldP spid="48" grpId="0"/>
      <p:bldP spid="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Vizinhança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vizinhança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– representada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é o conjunto com todos os vértices adjacentes a ele.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?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17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/>
      <p:bldP spid="40" grpId="0"/>
      <p:bldP spid="41" grpId="0"/>
      <p:bldP spid="43" grpId="0"/>
      <p:bldP spid="44" grpId="0"/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Vizinhança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vizinhança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– representada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é o conjunto com todos os vértices adjacentes a ele.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49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Vizinhança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vizinhança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– representada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é o conjunto com todos os vértices adjacentes a ele.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{1, 3, 4}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38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Vizinhança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vizinhança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– representada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é o conjunto com todos os vértices adjacentes a ele.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{1, 3, 4}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{1, 2, 4}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910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885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Vizinhança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vizinhança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– representada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é o conjunto com todos os vértices adjacentes a ele.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{1, 3, 4}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{1, 2, 4}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{2, 3}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220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Vizinhança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vizinhança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 – representada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é o conjunto com todos os vértices adjacentes a ele.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{1, 3, 4}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{1, 2, 4}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292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{2, 3}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36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Sucessores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sucessores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?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?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945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/>
      <p:bldP spid="40" grpId="0"/>
      <p:bldP spid="41" grpId="0"/>
      <p:bldP spid="43" grpId="0"/>
      <p:bldP spid="44" grpId="0"/>
      <p:bldP spid="4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Sucessores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sucessores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?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34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Sucessores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sucessores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{3, 4}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?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512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Sucessores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sucessores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{3, 4}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{4}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?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443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Sucessores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sucessores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{3, 4}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{4}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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86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Sucessores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sucessores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{2, 3}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{3, 4}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{4}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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75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Predecessores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predecessores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?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5311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/>
      <p:bldP spid="40" grpId="0"/>
      <p:bldP spid="41" grpId="0"/>
      <p:bldP spid="43" grpId="0"/>
      <p:bldP spid="44" grpId="0"/>
      <p:bldP spid="4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Predecessores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predecessores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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454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Predecessores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predecessores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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{1}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0110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Predecessores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predecessores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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{1}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{1, 2}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384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Predecessores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predecessores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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{1}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{1, 2}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{2, 3}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600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Predecessores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conjunto de predecessores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representado por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9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= {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| 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E}.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1421961" y="2363982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421961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744498" y="236199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744498" y="346597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737271" y="2507036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579616" y="2654068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902153" y="2652079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691095" y="2609597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1078338" y="2868148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737271" y="3611014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4160300" y="21333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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1" name="CaixaDeTexto 40"/>
          <p:cNvSpPr txBox="1"/>
          <p:nvPr/>
        </p:nvSpPr>
        <p:spPr>
          <a:xfrm>
            <a:off x="4160300" y="2625919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{1}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4160300" y="3118467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{1, 2}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160300" y="3611014"/>
            <a:ext cx="139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</a:t>
            </a:r>
            <a:r>
              <a:rPr lang="pt-BR" sz="8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{2, 3}</a:t>
            </a:r>
          </a:p>
        </p:txBody>
      </p:sp>
      <p:sp>
        <p:nvSpPr>
          <p:cNvPr id="45" name="Seta para a direita 44"/>
          <p:cNvSpPr/>
          <p:nvPr/>
        </p:nvSpPr>
        <p:spPr>
          <a:xfrm>
            <a:off x="3480041" y="2885415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06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Relação de Incidência / Grau</a:t>
            </a:r>
          </a:p>
        </p:txBody>
      </p:sp>
    </p:spTree>
    <p:extLst>
      <p:ext uri="{BB962C8B-B14F-4D97-AF65-F5344CB8AC3E}">
        <p14:creationId xmlns:p14="http://schemas.microsoft.com/office/powerpoint/2010/main" val="35517692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Relação de Incidência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Uma arestas entre dois vértices é dita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incidente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 eles.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Em grafo direcionado, pode-se especializar essa relação entre vértice e aresta.</a:t>
            </a:r>
          </a:p>
        </p:txBody>
      </p:sp>
      <p:sp>
        <p:nvSpPr>
          <p:cNvPr id="6" name="Elipse 5"/>
          <p:cNvSpPr/>
          <p:nvPr/>
        </p:nvSpPr>
        <p:spPr>
          <a:xfrm>
            <a:off x="1017406" y="197277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7" name="Elipse 6"/>
          <p:cNvSpPr/>
          <p:nvPr/>
        </p:nvSpPr>
        <p:spPr>
          <a:xfrm>
            <a:off x="1017406" y="307476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8" name="Elipse 7"/>
          <p:cNvSpPr/>
          <p:nvPr/>
        </p:nvSpPr>
        <p:spPr>
          <a:xfrm>
            <a:off x="2339943" y="197078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9" name="Elipse 8"/>
          <p:cNvSpPr/>
          <p:nvPr/>
        </p:nvSpPr>
        <p:spPr>
          <a:xfrm>
            <a:off x="2339943" y="307476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6" idx="6"/>
            <a:endCxn id="8" idx="2"/>
          </p:cNvCxnSpPr>
          <p:nvPr/>
        </p:nvCxnSpPr>
        <p:spPr>
          <a:xfrm flipV="1">
            <a:off x="1332716" y="2115832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6" idx="4"/>
            <a:endCxn id="7" idx="0"/>
          </p:cNvCxnSpPr>
          <p:nvPr/>
        </p:nvCxnSpPr>
        <p:spPr>
          <a:xfrm>
            <a:off x="1175061" y="2262864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8" idx="4"/>
            <a:endCxn id="9" idx="0"/>
          </p:cNvCxnSpPr>
          <p:nvPr/>
        </p:nvCxnSpPr>
        <p:spPr>
          <a:xfrm>
            <a:off x="2497598" y="2260875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7" idx="7"/>
            <a:endCxn id="8" idx="3"/>
          </p:cNvCxnSpPr>
          <p:nvPr/>
        </p:nvCxnSpPr>
        <p:spPr>
          <a:xfrm flipV="1">
            <a:off x="1286540" y="2218393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639319" y="2476944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16" name="Conector reto 15"/>
          <p:cNvCxnSpPr>
            <a:stCxn id="7" idx="6"/>
            <a:endCxn id="9" idx="2"/>
          </p:cNvCxnSpPr>
          <p:nvPr/>
        </p:nvCxnSpPr>
        <p:spPr>
          <a:xfrm>
            <a:off x="1332716" y="3219810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lipse 17"/>
          <p:cNvSpPr/>
          <p:nvPr/>
        </p:nvSpPr>
        <p:spPr>
          <a:xfrm>
            <a:off x="4920579" y="197078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19" name="Elipse 18"/>
          <p:cNvSpPr/>
          <p:nvPr/>
        </p:nvSpPr>
        <p:spPr>
          <a:xfrm>
            <a:off x="4920579" y="307277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20" name="Elipse 19"/>
          <p:cNvSpPr/>
          <p:nvPr/>
        </p:nvSpPr>
        <p:spPr>
          <a:xfrm>
            <a:off x="6243116" y="196880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21" name="Elipse 20"/>
          <p:cNvSpPr/>
          <p:nvPr/>
        </p:nvSpPr>
        <p:spPr>
          <a:xfrm>
            <a:off x="6243116" y="307277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22" name="Conector reto 21"/>
          <p:cNvCxnSpPr>
            <a:stCxn id="18" idx="6"/>
            <a:endCxn id="20" idx="2"/>
          </p:cNvCxnSpPr>
          <p:nvPr/>
        </p:nvCxnSpPr>
        <p:spPr>
          <a:xfrm flipV="1">
            <a:off x="5235889" y="2113843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/>
          <p:cNvCxnSpPr>
            <a:stCxn id="18" idx="4"/>
            <a:endCxn id="19" idx="0"/>
          </p:cNvCxnSpPr>
          <p:nvPr/>
        </p:nvCxnSpPr>
        <p:spPr>
          <a:xfrm>
            <a:off x="5078234" y="2260875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/>
          <p:cNvCxnSpPr>
            <a:stCxn id="20" idx="4"/>
            <a:endCxn id="21" idx="0"/>
          </p:cNvCxnSpPr>
          <p:nvPr/>
        </p:nvCxnSpPr>
        <p:spPr>
          <a:xfrm>
            <a:off x="6400771" y="2258886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/>
          <p:cNvCxnSpPr>
            <a:stCxn id="19" idx="7"/>
            <a:endCxn id="20" idx="3"/>
          </p:cNvCxnSpPr>
          <p:nvPr/>
        </p:nvCxnSpPr>
        <p:spPr>
          <a:xfrm flipV="1">
            <a:off x="5189713" y="2216404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/>
          <p:cNvSpPr txBox="1"/>
          <p:nvPr/>
        </p:nvSpPr>
        <p:spPr>
          <a:xfrm>
            <a:off x="4542492" y="2474955"/>
            <a:ext cx="3834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r>
              <a:rPr lang="pt-BR" sz="16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7" name="Conector reto 26"/>
          <p:cNvCxnSpPr>
            <a:stCxn id="19" idx="6"/>
            <a:endCxn id="21" idx="2"/>
          </p:cNvCxnSpPr>
          <p:nvPr/>
        </p:nvCxnSpPr>
        <p:spPr>
          <a:xfrm>
            <a:off x="5235889" y="3217821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aixaDeTexto 27"/>
          <p:cNvSpPr txBox="1"/>
          <p:nvPr/>
        </p:nvSpPr>
        <p:spPr>
          <a:xfrm>
            <a:off x="3071361" y="2292276"/>
            <a:ext cx="11456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{3,4} incidente aos vértices 3 e 4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2609077" y="2654073"/>
            <a:ext cx="463710" cy="630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/>
          <p:cNvCxnSpPr/>
          <p:nvPr/>
        </p:nvCxnSpPr>
        <p:spPr>
          <a:xfrm flipH="1" flipV="1">
            <a:off x="6665178" y="3314018"/>
            <a:ext cx="678375" cy="89978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/>
          <p:cNvSpPr txBox="1"/>
          <p:nvPr/>
        </p:nvSpPr>
        <p:spPr>
          <a:xfrm>
            <a:off x="7137106" y="3264283"/>
            <a:ext cx="16959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Convergente a 4</a:t>
            </a:r>
          </a:p>
        </p:txBody>
      </p:sp>
      <p:cxnSp>
        <p:nvCxnSpPr>
          <p:cNvPr id="39" name="Conector de seta reta 38"/>
          <p:cNvCxnSpPr/>
          <p:nvPr/>
        </p:nvCxnSpPr>
        <p:spPr>
          <a:xfrm flipH="1">
            <a:off x="6665178" y="1903888"/>
            <a:ext cx="678375" cy="142350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7254554" y="1749999"/>
            <a:ext cx="14115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Divergente de 3</a:t>
            </a:r>
          </a:p>
        </p:txBody>
      </p:sp>
      <p:sp>
        <p:nvSpPr>
          <p:cNvPr id="50" name="CaixaDeTexto 49"/>
          <p:cNvSpPr txBox="1"/>
          <p:nvPr/>
        </p:nvSpPr>
        <p:spPr>
          <a:xfrm>
            <a:off x="6975949" y="2285928"/>
            <a:ext cx="1161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Aresta (3,4) incidente aos vértices 3 e 4</a:t>
            </a:r>
          </a:p>
        </p:txBody>
      </p:sp>
      <p:cxnSp>
        <p:nvCxnSpPr>
          <p:cNvPr id="52" name="Conector de seta reta 51"/>
          <p:cNvCxnSpPr/>
          <p:nvPr/>
        </p:nvCxnSpPr>
        <p:spPr>
          <a:xfrm flipH="1">
            <a:off x="6513666" y="2647725"/>
            <a:ext cx="463710" cy="630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96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5" grpId="0"/>
      <p:bldP spid="18" grpId="0" animBg="1"/>
      <p:bldP spid="19" grpId="0" animBg="1"/>
      <p:bldP spid="20" grpId="0" animBg="1"/>
      <p:bldP spid="21" grpId="0" animBg="1"/>
      <p:bldP spid="26" grpId="0"/>
      <p:bldP spid="28" grpId="0"/>
      <p:bldP spid="38" grpId="0"/>
      <p:bldP spid="42" grpId="0"/>
      <p:bldP spid="5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ou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incidentes 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?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597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3" grpId="0"/>
      <p:bldP spid="15" grpId="0"/>
      <p:bldP spid="16" grpId="0"/>
      <p:bldP spid="17" grpId="0"/>
      <p:bldP spid="1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o grau 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ou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incidentes 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37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o grau 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ou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incidentes 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3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089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o grau 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ou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incidentes 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3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85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o grau 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ou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incidentes 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571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3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2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88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o grau de 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ou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incidentes a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um vértice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também corresponde ao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número de vértices adjacentes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ele.</a:t>
            </a: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3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3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2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44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Vértice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32438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um grafo não direcionado G = (V, E), a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soma de graus de todos os vértices sempre será igual ao dobro do número de arestas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isto é,</a:t>
                </a:r>
              </a:p>
              <a:p>
                <a:pPr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</m:t>
                      </m:r>
                      <m:nary>
                        <m:naryPr>
                          <m:chr m:val="∑"/>
                          <m:supHide m:val="on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∈</m:t>
                          </m:r>
                          <m:r>
                            <m:rPr>
                              <m:nor/>
                              <m:brk m:alnAt="7"/>
                            </m:rPr>
                            <a:rPr lang="pt-B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</m:sub>
                        <m:sup/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=2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d>
                        </m:e>
                      </m:nary>
                      <m:r>
                        <a:rPr lang="pt-BR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                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Lema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do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aperto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ã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os</m:t>
                      </m:r>
                      <m:r>
                        <m:rPr>
                          <m:nor/>
                        </m:rPr>
                        <a:rPr lang="pt-BR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>
                  <a:solidFill>
                    <a:srgbClr val="FF0000"/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Além disso, é comum se representar 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menor </a:t>
                </a:r>
                <a:r>
                  <a:rPr lang="pt-BR" sz="2000" dirty="0">
                    <a:ln w="0"/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maior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valor</a:t>
                </a:r>
                <a:r>
                  <a:rPr lang="pt-BR" sz="2000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graus em um grafo por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Symbol" panose="05050102010706020507" pitchFamily="18" charset="2"/>
                  </a:rPr>
                  <a:t>(G)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  <a:r>
                  <a:rPr lang="pt-BR" sz="2000" dirty="0">
                    <a:ln w="0"/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sym typeface="Symbol" panose="05050102010706020507" pitchFamily="18" charset="2"/>
                  </a:rPr>
                  <a:t>(G)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, respectivamente, ou ainda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pt-BR" sz="20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000" b="0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pt-BR" sz="20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0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brk m:alnAt="7"/>
                                </m:r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r>
                                <m:rPr>
                                  <m:nor/>
                                  <m:brk m:alnAt="7"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</m:lim>
                          </m:limLow>
                        </m:fName>
                        <m:e>
                          <m:r>
                            <a:rPr lang="pt-BR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pt-BR" sz="20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pt-BR" sz="20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pt-BR" sz="2000" b="0" i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pt-BR" sz="20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sz="20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0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pt-BR" sz="20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pt-BR" sz="2000" i="0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brk m:alnAt="7"/>
                                </m:rP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pt-BR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 ∈</m:t>
                              </m:r>
                              <m:r>
                                <m:rPr>
                                  <m:nor/>
                                  <m:brk m:alnAt="7"/>
                                </m:rPr>
                                <a:rPr lang="pt-BR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</m:lim>
                          </m:limLow>
                        </m:fName>
                        <m:e>
                          <m:r>
                            <a:rPr lang="pt-BR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pt-BR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pt-BR" sz="20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3243837"/>
              </a:xfrm>
              <a:prstGeom prst="rect">
                <a:avLst/>
              </a:prstGeom>
              <a:blipFill rotWithShape="0">
                <a:blip r:embed="rId2"/>
                <a:stretch>
                  <a:fillRect l="-868" t="-1504" r="-50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427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Sequência de Graus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não direcionado G = (V, E), a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sequência de graus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G é uma lista com os valores de grau de todos os vértices em ordem não decrescente.</a:t>
            </a:r>
          </a:p>
          <a:p>
            <a:pPr>
              <a:spcAft>
                <a:spcPts val="1200"/>
              </a:spcAft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396026" y="240917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396026" y="351116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718563" y="240718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718563" y="3511165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711336" y="2552230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553681" y="2699262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2876218" y="2697273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665160" y="2654791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052403" y="291334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711336" y="3656208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4041100" y="240718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8" name="Conector reto 17"/>
          <p:cNvCxnSpPr>
            <a:stCxn id="7" idx="6"/>
            <a:endCxn id="15" idx="2"/>
          </p:cNvCxnSpPr>
          <p:nvPr/>
        </p:nvCxnSpPr>
        <p:spPr>
          <a:xfrm>
            <a:off x="3033873" y="2552230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/>
          <p:cNvSpPr/>
          <p:nvPr/>
        </p:nvSpPr>
        <p:spPr>
          <a:xfrm>
            <a:off x="4046227" y="351608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cxnSp>
        <p:nvCxnSpPr>
          <p:cNvPr id="22" name="Conector reto 21"/>
          <p:cNvCxnSpPr>
            <a:stCxn id="8" idx="6"/>
            <a:endCxn id="21" idx="2"/>
          </p:cNvCxnSpPr>
          <p:nvPr/>
        </p:nvCxnSpPr>
        <p:spPr>
          <a:xfrm>
            <a:off x="3033873" y="3656208"/>
            <a:ext cx="1012354" cy="4915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1415662" y="205312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731787" y="205312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4054324" y="2053122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1409250" y="38506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28" name="CaixaDeTexto 27"/>
          <p:cNvSpPr txBox="1"/>
          <p:nvPr/>
        </p:nvSpPr>
        <p:spPr>
          <a:xfrm>
            <a:off x="2725375" y="38506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</a:p>
        </p:txBody>
      </p:sp>
      <p:sp>
        <p:nvSpPr>
          <p:cNvPr id="29" name="CaixaDeTexto 28"/>
          <p:cNvSpPr txBox="1"/>
          <p:nvPr/>
        </p:nvSpPr>
        <p:spPr>
          <a:xfrm>
            <a:off x="4047912" y="3850676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</a:p>
        </p:txBody>
      </p:sp>
      <p:sp>
        <p:nvSpPr>
          <p:cNvPr id="30" name="Seta para a direita 29"/>
          <p:cNvSpPr/>
          <p:nvPr/>
        </p:nvSpPr>
        <p:spPr>
          <a:xfrm>
            <a:off x="4943641" y="2934942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/>
          <p:cNvSpPr txBox="1"/>
          <p:nvPr/>
        </p:nvSpPr>
        <p:spPr>
          <a:xfrm>
            <a:off x="5673519" y="2674815"/>
            <a:ext cx="1997726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Sequência de graus</a:t>
            </a:r>
          </a:p>
          <a:p>
            <a:pPr algn="ctr"/>
            <a:endParaRPr lang="pt-BR" sz="10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1  1  2  3  3  4</a:t>
            </a:r>
          </a:p>
        </p:txBody>
      </p:sp>
    </p:spTree>
    <p:extLst>
      <p:ext uri="{BB962C8B-B14F-4D97-AF65-F5344CB8AC3E}">
        <p14:creationId xmlns:p14="http://schemas.microsoft.com/office/powerpoint/2010/main" val="1889948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21" grpId="0" animBg="1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Entrada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entrada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entram em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?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64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3" grpId="0"/>
      <p:bldP spid="15" grpId="0"/>
      <p:bldP spid="16" grpId="0"/>
      <p:bldP spid="17" grpId="0"/>
      <p:bldP spid="1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Entrada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entrada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entram em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0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16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Entrada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entrada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entram em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0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1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21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Entrada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entrada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entram em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0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1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2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15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Entrada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entrada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entram em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0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1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1010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2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2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858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Entrada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entrada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entram em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entrada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também corresponde ao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número de predecessores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vértice.</a:t>
            </a: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0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1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2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2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317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4293560" y="2094613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?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293560" y="2587161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93560" y="3079709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293560" y="3572256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Saída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saída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saem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215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4" grpId="0" animBg="1"/>
      <p:bldP spid="6" grpId="0" animBg="1"/>
      <p:bldP spid="7" grpId="0" animBg="1"/>
      <p:bldP spid="8" grpId="0" animBg="1"/>
      <p:bldP spid="13" grpId="0"/>
      <p:bldP spid="1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4293560" y="2094613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293560" y="2587161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?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93560" y="3079709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293560" y="3572256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Saída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saída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saem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827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4293560" y="2094613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293560" y="2587161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93560" y="3079709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?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293560" y="3572256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Saída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saída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saem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27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4293560" y="2094613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293560" y="2587161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93560" y="3079709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1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293560" y="3572256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?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Saída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saída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saem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44450">
            <a:solidFill>
              <a:srgbClr val="00B05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65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4293560" y="2094613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293560" y="2587161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93560" y="3079709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1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293560" y="3572256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0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Saída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saída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saem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78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aixaDeTexto 18"/>
          <p:cNvSpPr txBox="1"/>
          <p:nvPr/>
        </p:nvSpPr>
        <p:spPr>
          <a:xfrm>
            <a:off x="4293560" y="2094613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293560" y="2587161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4293560" y="3079709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1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4293560" y="3572256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0</a:t>
            </a:r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Saída de Vértice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saída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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 – representado por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sz="2000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– representa o número de arestas que saem de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saída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também corresponde ao </a:t>
            </a:r>
            <a:r>
              <a:rPr lang="pt-BR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número de sucessores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do vértice.</a:t>
            </a: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218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Grau de Entrada × Grau de Saída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Dado um grafo direcionado G = (V, E), pode-se calcular para cada vértice o seu 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entrada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 o seu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grau de saída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648274" y="232719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648274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2970811" y="232520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2970811" y="342918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1963584" y="2470251"/>
            <a:ext cx="1007227" cy="1989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1805929" y="2617283"/>
            <a:ext cx="0" cy="811903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128466" y="2615294"/>
            <a:ext cx="0" cy="813892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1917408" y="2572812"/>
            <a:ext cx="1099579" cy="898856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304651" y="283136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1963584" y="3574229"/>
            <a:ext cx="1007227" cy="0"/>
          </a:xfrm>
          <a:prstGeom prst="line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/>
          <p:cNvSpPr txBox="1"/>
          <p:nvPr/>
        </p:nvSpPr>
        <p:spPr>
          <a:xfrm>
            <a:off x="4293348" y="2100919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0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4293348" y="25934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1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4293348" y="3086015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2</a:t>
            </a:r>
          </a:p>
        </p:txBody>
      </p:sp>
      <p:sp>
        <p:nvSpPr>
          <p:cNvPr id="17" name="CaixaDeTexto 16"/>
          <p:cNvSpPr txBox="1"/>
          <p:nvPr/>
        </p:nvSpPr>
        <p:spPr>
          <a:xfrm>
            <a:off x="4293348" y="3578562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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2</a:t>
            </a:r>
          </a:p>
        </p:txBody>
      </p:sp>
      <p:sp>
        <p:nvSpPr>
          <p:cNvPr id="18" name="Seta para a direita 17"/>
          <p:cNvSpPr/>
          <p:nvPr/>
        </p:nvSpPr>
        <p:spPr>
          <a:xfrm>
            <a:off x="3613089" y="2852963"/>
            <a:ext cx="460744" cy="338554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/>
          <p:cNvSpPr txBox="1"/>
          <p:nvPr/>
        </p:nvSpPr>
        <p:spPr>
          <a:xfrm>
            <a:off x="5810490" y="2100919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(1) = 2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5810490" y="2593467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(2) = 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810490" y="3086015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(3) = 1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5810490" y="3578562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</a:t>
            </a:r>
            <a:r>
              <a:rPr lang="pt-BR" baseline="3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pt-BR" baseline="50000" dirty="0">
                <a:solidFill>
                  <a:schemeClr val="tx1">
                    <a:lumMod val="65000"/>
                    <a:lumOff val="35000"/>
                  </a:schemeClr>
                </a:solidFill>
                <a:sym typeface="Symbol" panose="05050102010706020507" pitchFamily="18" charset="2"/>
              </a:rPr>
              <a:t></a:t>
            </a:r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(4) = 0</a:t>
            </a:r>
          </a:p>
        </p:txBody>
      </p:sp>
    </p:spTree>
    <p:extLst>
      <p:ext uri="{BB962C8B-B14F-4D97-AF65-F5344CB8AC3E}">
        <p14:creationId xmlns:p14="http://schemas.microsoft.com/office/powerpoint/2010/main" val="342329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Vértice Isolado / Vértice Pendente</a:t>
            </a:r>
          </a:p>
        </p:txBody>
      </p:sp>
      <p:sp>
        <p:nvSpPr>
          <p:cNvPr id="3" name="Elipse 2"/>
          <p:cNvSpPr/>
          <p:nvPr/>
        </p:nvSpPr>
        <p:spPr>
          <a:xfrm>
            <a:off x="2657267" y="2896647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4" name="Elipse 3"/>
          <p:cNvSpPr/>
          <p:nvPr/>
        </p:nvSpPr>
        <p:spPr>
          <a:xfrm>
            <a:off x="2657267" y="399863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5" name="Elipse 4"/>
          <p:cNvSpPr/>
          <p:nvPr/>
        </p:nvSpPr>
        <p:spPr>
          <a:xfrm>
            <a:off x="3979804" y="289465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6" name="Elipse 5"/>
          <p:cNvSpPr/>
          <p:nvPr/>
        </p:nvSpPr>
        <p:spPr>
          <a:xfrm>
            <a:off x="3979804" y="399863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7" name="Conector reto 6"/>
          <p:cNvCxnSpPr>
            <a:stCxn id="3" idx="6"/>
            <a:endCxn id="5" idx="2"/>
          </p:cNvCxnSpPr>
          <p:nvPr/>
        </p:nvCxnSpPr>
        <p:spPr>
          <a:xfrm flipV="1">
            <a:off x="2972577" y="3039701"/>
            <a:ext cx="1007227" cy="198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>
            <a:stCxn id="3" idx="4"/>
            <a:endCxn id="4" idx="0"/>
          </p:cNvCxnSpPr>
          <p:nvPr/>
        </p:nvCxnSpPr>
        <p:spPr>
          <a:xfrm>
            <a:off x="2814922" y="3186733"/>
            <a:ext cx="0" cy="811903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>
            <a:stCxn id="5" idx="4"/>
            <a:endCxn id="6" idx="0"/>
          </p:cNvCxnSpPr>
          <p:nvPr/>
        </p:nvCxnSpPr>
        <p:spPr>
          <a:xfrm>
            <a:off x="4137459" y="3184744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7"/>
            <a:endCxn id="5" idx="3"/>
          </p:cNvCxnSpPr>
          <p:nvPr/>
        </p:nvCxnSpPr>
        <p:spPr>
          <a:xfrm flipV="1">
            <a:off x="2926401" y="3142262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/>
          <p:cNvSpPr txBox="1"/>
          <p:nvPr/>
        </p:nvSpPr>
        <p:spPr>
          <a:xfrm>
            <a:off x="2313644" y="3400813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2" name="Conector reto 11"/>
          <p:cNvCxnSpPr>
            <a:stCxn id="4" idx="6"/>
            <a:endCxn id="6" idx="2"/>
          </p:cNvCxnSpPr>
          <p:nvPr/>
        </p:nvCxnSpPr>
        <p:spPr>
          <a:xfrm>
            <a:off x="2972577" y="4143679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/>
          <p:cNvSpPr/>
          <p:nvPr/>
        </p:nvSpPr>
        <p:spPr>
          <a:xfrm>
            <a:off x="5302341" y="2894658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5871506" y="2619042"/>
            <a:ext cx="1166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pendente</a:t>
            </a:r>
          </a:p>
        </p:txBody>
      </p:sp>
      <p:cxnSp>
        <p:nvCxnSpPr>
          <p:cNvPr id="15" name="Conector de seta reta 14"/>
          <p:cNvCxnSpPr/>
          <p:nvPr/>
        </p:nvCxnSpPr>
        <p:spPr>
          <a:xfrm flipH="1">
            <a:off x="5776913" y="2857278"/>
            <a:ext cx="321189" cy="7476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5" idx="6"/>
            <a:endCxn id="13" idx="2"/>
          </p:cNvCxnSpPr>
          <p:nvPr/>
        </p:nvCxnSpPr>
        <p:spPr>
          <a:xfrm>
            <a:off x="4295114" y="3039701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/>
          <p:cNvSpPr/>
          <p:nvPr/>
        </p:nvSpPr>
        <p:spPr>
          <a:xfrm>
            <a:off x="5302341" y="3998636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5871506" y="3766317"/>
            <a:ext cx="11662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Vértice isolado</a:t>
            </a:r>
          </a:p>
        </p:txBody>
      </p:sp>
      <p:sp>
        <p:nvSpPr>
          <p:cNvPr id="30" name="CaixaDeTexto 29"/>
          <p:cNvSpPr txBox="1"/>
          <p:nvPr/>
        </p:nvSpPr>
        <p:spPr>
          <a:xfrm>
            <a:off x="395536" y="1203960"/>
            <a:ext cx="84249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é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isolado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não houver nenhuma aresta incidente a ele (ou ainda, quando o seu grau for nulo).</a:t>
            </a: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vértice é dito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pendente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quando houver apenas uma aresta incidente a ele (ou ainda, quando o seu grau for unitário).</a:t>
            </a:r>
          </a:p>
        </p:txBody>
      </p:sp>
      <p:cxnSp>
        <p:nvCxnSpPr>
          <p:cNvPr id="31" name="Conector de seta reta 30"/>
          <p:cNvCxnSpPr/>
          <p:nvPr/>
        </p:nvCxnSpPr>
        <p:spPr>
          <a:xfrm flipH="1">
            <a:off x="5776912" y="3990547"/>
            <a:ext cx="321189" cy="7476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05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11" grpId="0"/>
      <p:bldP spid="13" grpId="0" animBg="1"/>
      <p:bldP spid="14" grpId="0"/>
      <p:bldP spid="22" grpId="0" animBg="1"/>
      <p:bldP spid="2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Componente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componente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 grafo consiste em subconjunto de vértices (e suas arestas) que possuem relações (arestas) entre si não necessariamente de todos para todos e que não possuem relações (arestas) com os demais vértices do grafo.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2140159" y="257313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2140159" y="367345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3462696" y="256948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3462696" y="3673459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9" name="Conector reto 8"/>
          <p:cNvCxnSpPr>
            <a:stCxn id="4" idx="6"/>
            <a:endCxn id="7" idx="2"/>
          </p:cNvCxnSpPr>
          <p:nvPr/>
        </p:nvCxnSpPr>
        <p:spPr>
          <a:xfrm flipV="1">
            <a:off x="2455469" y="2714524"/>
            <a:ext cx="1007227" cy="365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>
            <a:stCxn id="4" idx="4"/>
            <a:endCxn id="6" idx="0"/>
          </p:cNvCxnSpPr>
          <p:nvPr/>
        </p:nvCxnSpPr>
        <p:spPr>
          <a:xfrm>
            <a:off x="2297814" y="2863225"/>
            <a:ext cx="0" cy="81023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>
            <a:stCxn id="7" idx="4"/>
            <a:endCxn id="8" idx="0"/>
          </p:cNvCxnSpPr>
          <p:nvPr/>
        </p:nvCxnSpPr>
        <p:spPr>
          <a:xfrm>
            <a:off x="3620351" y="2859567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>
            <a:stCxn id="6" idx="7"/>
            <a:endCxn id="7" idx="3"/>
          </p:cNvCxnSpPr>
          <p:nvPr/>
        </p:nvCxnSpPr>
        <p:spPr>
          <a:xfrm flipV="1">
            <a:off x="2409293" y="2817085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/>
          <p:cNvSpPr txBox="1"/>
          <p:nvPr/>
        </p:nvSpPr>
        <p:spPr>
          <a:xfrm>
            <a:off x="1705054" y="3085040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</a:p>
        </p:txBody>
      </p:sp>
      <p:cxnSp>
        <p:nvCxnSpPr>
          <p:cNvPr id="14" name="Conector reto 13"/>
          <p:cNvCxnSpPr>
            <a:stCxn id="6" idx="6"/>
            <a:endCxn id="8" idx="2"/>
          </p:cNvCxnSpPr>
          <p:nvPr/>
        </p:nvCxnSpPr>
        <p:spPr>
          <a:xfrm>
            <a:off x="2455469" y="3818502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/>
          <p:cNvSpPr/>
          <p:nvPr/>
        </p:nvSpPr>
        <p:spPr>
          <a:xfrm>
            <a:off x="4785233" y="2571150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cxnSp>
        <p:nvCxnSpPr>
          <p:cNvPr id="18" name="Conector reto 17"/>
          <p:cNvCxnSpPr>
            <a:stCxn id="7" idx="6"/>
            <a:endCxn id="15" idx="2"/>
          </p:cNvCxnSpPr>
          <p:nvPr/>
        </p:nvCxnSpPr>
        <p:spPr>
          <a:xfrm>
            <a:off x="3778006" y="2714524"/>
            <a:ext cx="1007227" cy="1669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lipse 27"/>
          <p:cNvSpPr/>
          <p:nvPr/>
        </p:nvSpPr>
        <p:spPr>
          <a:xfrm>
            <a:off x="4785232" y="371594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29" name="Elipse 28"/>
          <p:cNvSpPr/>
          <p:nvPr/>
        </p:nvSpPr>
        <p:spPr>
          <a:xfrm>
            <a:off x="6107769" y="2611963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7</a:t>
            </a:r>
          </a:p>
        </p:txBody>
      </p:sp>
      <p:sp>
        <p:nvSpPr>
          <p:cNvPr id="30" name="Elipse 29"/>
          <p:cNvSpPr/>
          <p:nvPr/>
        </p:nvSpPr>
        <p:spPr>
          <a:xfrm>
            <a:off x="6107769" y="3715941"/>
            <a:ext cx="315310" cy="2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8</a:t>
            </a:r>
          </a:p>
        </p:txBody>
      </p:sp>
      <p:cxnSp>
        <p:nvCxnSpPr>
          <p:cNvPr id="31" name="Conector reto 30"/>
          <p:cNvCxnSpPr>
            <a:stCxn id="29" idx="4"/>
            <a:endCxn id="30" idx="0"/>
          </p:cNvCxnSpPr>
          <p:nvPr/>
        </p:nvCxnSpPr>
        <p:spPr>
          <a:xfrm>
            <a:off x="6265424" y="2902049"/>
            <a:ext cx="0" cy="813892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8" idx="7"/>
            <a:endCxn id="29" idx="3"/>
          </p:cNvCxnSpPr>
          <p:nvPr/>
        </p:nvCxnSpPr>
        <p:spPr>
          <a:xfrm flipV="1">
            <a:off x="5054366" y="2859567"/>
            <a:ext cx="1099579" cy="898856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>
            <a:stCxn id="28" idx="6"/>
            <a:endCxn id="30" idx="2"/>
          </p:cNvCxnSpPr>
          <p:nvPr/>
        </p:nvCxnSpPr>
        <p:spPr>
          <a:xfrm>
            <a:off x="5100542" y="3860984"/>
            <a:ext cx="1007227" cy="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de cantos arredondados 33"/>
          <p:cNvSpPr/>
          <p:nvPr/>
        </p:nvSpPr>
        <p:spPr>
          <a:xfrm>
            <a:off x="2019565" y="2421898"/>
            <a:ext cx="3220970" cy="1678637"/>
          </a:xfrm>
          <a:custGeom>
            <a:avLst/>
            <a:gdLst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3145219 w 3145219"/>
              <a:gd name="connsiteY4" fmla="*/ 1387360 h 1664839"/>
              <a:gd name="connsiteX5" fmla="*/ 2867740 w 3145219"/>
              <a:gd name="connsiteY5" fmla="*/ 1664839 h 1664839"/>
              <a:gd name="connsiteX6" fmla="*/ 277479 w 3145219"/>
              <a:gd name="connsiteY6" fmla="*/ 1664839 h 1664839"/>
              <a:gd name="connsiteX7" fmla="*/ 0 w 3145219"/>
              <a:gd name="connsiteY7" fmla="*/ 1387360 h 1664839"/>
              <a:gd name="connsiteX8" fmla="*/ 0 w 3145219"/>
              <a:gd name="connsiteY8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2445230 w 3145219"/>
              <a:gd name="connsiteY4" fmla="*/ 857639 h 1664839"/>
              <a:gd name="connsiteX5" fmla="*/ 2867740 w 3145219"/>
              <a:gd name="connsiteY5" fmla="*/ 1664839 h 1664839"/>
              <a:gd name="connsiteX6" fmla="*/ 277479 w 3145219"/>
              <a:gd name="connsiteY6" fmla="*/ 1664839 h 1664839"/>
              <a:gd name="connsiteX7" fmla="*/ 0 w 3145219"/>
              <a:gd name="connsiteY7" fmla="*/ 1387360 h 1664839"/>
              <a:gd name="connsiteX8" fmla="*/ 0 w 3145219"/>
              <a:gd name="connsiteY8" fmla="*/ 277479 h 1664839"/>
              <a:gd name="connsiteX0" fmla="*/ 0 w 3145219"/>
              <a:gd name="connsiteY0" fmla="*/ 277479 h 1683757"/>
              <a:gd name="connsiteX1" fmla="*/ 277479 w 3145219"/>
              <a:gd name="connsiteY1" fmla="*/ 0 h 1683757"/>
              <a:gd name="connsiteX2" fmla="*/ 2867740 w 3145219"/>
              <a:gd name="connsiteY2" fmla="*/ 0 h 1683757"/>
              <a:gd name="connsiteX3" fmla="*/ 3145219 w 3145219"/>
              <a:gd name="connsiteY3" fmla="*/ 277479 h 1683757"/>
              <a:gd name="connsiteX4" fmla="*/ 2445230 w 3145219"/>
              <a:gd name="connsiteY4" fmla="*/ 857639 h 1683757"/>
              <a:gd name="connsiteX5" fmla="*/ 1694785 w 3145219"/>
              <a:gd name="connsiteY5" fmla="*/ 1683757 h 1683757"/>
              <a:gd name="connsiteX6" fmla="*/ 277479 w 3145219"/>
              <a:gd name="connsiteY6" fmla="*/ 1664839 h 1683757"/>
              <a:gd name="connsiteX7" fmla="*/ 0 w 3145219"/>
              <a:gd name="connsiteY7" fmla="*/ 1387360 h 1683757"/>
              <a:gd name="connsiteX8" fmla="*/ 0 w 3145219"/>
              <a:gd name="connsiteY8" fmla="*/ 277479 h 1683757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2445230 w 3145219"/>
              <a:gd name="connsiteY4" fmla="*/ 857639 h 1664839"/>
              <a:gd name="connsiteX5" fmla="*/ 1694785 w 3145219"/>
              <a:gd name="connsiteY5" fmla="*/ 1658533 h 1664839"/>
              <a:gd name="connsiteX6" fmla="*/ 277479 w 3145219"/>
              <a:gd name="connsiteY6" fmla="*/ 1664839 h 1664839"/>
              <a:gd name="connsiteX7" fmla="*/ 0 w 3145219"/>
              <a:gd name="connsiteY7" fmla="*/ 1387360 h 1664839"/>
              <a:gd name="connsiteX8" fmla="*/ 0 w 3145219"/>
              <a:gd name="connsiteY8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1694785 w 3145219"/>
              <a:gd name="connsiteY4" fmla="*/ 1658533 h 1664839"/>
              <a:gd name="connsiteX5" fmla="*/ 277479 w 3145219"/>
              <a:gd name="connsiteY5" fmla="*/ 1664839 h 1664839"/>
              <a:gd name="connsiteX6" fmla="*/ 0 w 3145219"/>
              <a:gd name="connsiteY6" fmla="*/ 1387360 h 1664839"/>
              <a:gd name="connsiteX7" fmla="*/ 0 w 3145219"/>
              <a:gd name="connsiteY7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1694785 w 3145219"/>
              <a:gd name="connsiteY4" fmla="*/ 1658533 h 1664839"/>
              <a:gd name="connsiteX5" fmla="*/ 277479 w 3145219"/>
              <a:gd name="connsiteY5" fmla="*/ 1664839 h 1664839"/>
              <a:gd name="connsiteX6" fmla="*/ 0 w 3145219"/>
              <a:gd name="connsiteY6" fmla="*/ 1387360 h 1664839"/>
              <a:gd name="connsiteX7" fmla="*/ 0 w 3145219"/>
              <a:gd name="connsiteY7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1915502 w 3145219"/>
              <a:gd name="connsiteY4" fmla="*/ 1645921 h 1664839"/>
              <a:gd name="connsiteX5" fmla="*/ 277479 w 3145219"/>
              <a:gd name="connsiteY5" fmla="*/ 1664839 h 1664839"/>
              <a:gd name="connsiteX6" fmla="*/ 0 w 3145219"/>
              <a:gd name="connsiteY6" fmla="*/ 1387360 h 1664839"/>
              <a:gd name="connsiteX7" fmla="*/ 0 w 3145219"/>
              <a:gd name="connsiteY7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1940727 w 3145219"/>
              <a:gd name="connsiteY4" fmla="*/ 1639615 h 1664839"/>
              <a:gd name="connsiteX5" fmla="*/ 277479 w 3145219"/>
              <a:gd name="connsiteY5" fmla="*/ 1664839 h 1664839"/>
              <a:gd name="connsiteX6" fmla="*/ 0 w 3145219"/>
              <a:gd name="connsiteY6" fmla="*/ 1387360 h 1664839"/>
              <a:gd name="connsiteX7" fmla="*/ 0 w 3145219"/>
              <a:gd name="connsiteY7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1940727 w 3145219"/>
              <a:gd name="connsiteY4" fmla="*/ 1639615 h 1664839"/>
              <a:gd name="connsiteX5" fmla="*/ 277479 w 3145219"/>
              <a:gd name="connsiteY5" fmla="*/ 1664839 h 1664839"/>
              <a:gd name="connsiteX6" fmla="*/ 0 w 3145219"/>
              <a:gd name="connsiteY6" fmla="*/ 1387360 h 1664839"/>
              <a:gd name="connsiteX7" fmla="*/ 0 w 3145219"/>
              <a:gd name="connsiteY7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1814603 w 3145219"/>
              <a:gd name="connsiteY4" fmla="*/ 1633309 h 1664839"/>
              <a:gd name="connsiteX5" fmla="*/ 277479 w 3145219"/>
              <a:gd name="connsiteY5" fmla="*/ 1664839 h 1664839"/>
              <a:gd name="connsiteX6" fmla="*/ 0 w 3145219"/>
              <a:gd name="connsiteY6" fmla="*/ 1387360 h 1664839"/>
              <a:gd name="connsiteX7" fmla="*/ 0 w 3145219"/>
              <a:gd name="connsiteY7" fmla="*/ 277479 h 1664839"/>
              <a:gd name="connsiteX0" fmla="*/ 0 w 3145219"/>
              <a:gd name="connsiteY0" fmla="*/ 277479 h 1678637"/>
              <a:gd name="connsiteX1" fmla="*/ 277479 w 3145219"/>
              <a:gd name="connsiteY1" fmla="*/ 0 h 1678637"/>
              <a:gd name="connsiteX2" fmla="*/ 2867740 w 3145219"/>
              <a:gd name="connsiteY2" fmla="*/ 0 h 1678637"/>
              <a:gd name="connsiteX3" fmla="*/ 3145219 w 3145219"/>
              <a:gd name="connsiteY3" fmla="*/ 277479 h 1678637"/>
              <a:gd name="connsiteX4" fmla="*/ 1814603 w 3145219"/>
              <a:gd name="connsiteY4" fmla="*/ 1633309 h 1678637"/>
              <a:gd name="connsiteX5" fmla="*/ 277479 w 3145219"/>
              <a:gd name="connsiteY5" fmla="*/ 1664839 h 1678637"/>
              <a:gd name="connsiteX6" fmla="*/ 0 w 3145219"/>
              <a:gd name="connsiteY6" fmla="*/ 1387360 h 1678637"/>
              <a:gd name="connsiteX7" fmla="*/ 0 w 3145219"/>
              <a:gd name="connsiteY7" fmla="*/ 277479 h 1678637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1947034 w 3145219"/>
              <a:gd name="connsiteY4" fmla="*/ 1589165 h 1664839"/>
              <a:gd name="connsiteX5" fmla="*/ 277479 w 3145219"/>
              <a:gd name="connsiteY5" fmla="*/ 1664839 h 1664839"/>
              <a:gd name="connsiteX6" fmla="*/ 0 w 3145219"/>
              <a:gd name="connsiteY6" fmla="*/ 1387360 h 1664839"/>
              <a:gd name="connsiteX7" fmla="*/ 0 w 3145219"/>
              <a:gd name="connsiteY7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2609192 w 3145219"/>
              <a:gd name="connsiteY4" fmla="*/ 977148 h 1664839"/>
              <a:gd name="connsiteX5" fmla="*/ 1947034 w 3145219"/>
              <a:gd name="connsiteY5" fmla="*/ 1589165 h 1664839"/>
              <a:gd name="connsiteX6" fmla="*/ 277479 w 3145219"/>
              <a:gd name="connsiteY6" fmla="*/ 1664839 h 1664839"/>
              <a:gd name="connsiteX7" fmla="*/ 0 w 3145219"/>
              <a:gd name="connsiteY7" fmla="*/ 1387360 h 1664839"/>
              <a:gd name="connsiteX8" fmla="*/ 0 w 3145219"/>
              <a:gd name="connsiteY8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2035327 w 3145219"/>
              <a:gd name="connsiteY4" fmla="*/ 926698 h 1664839"/>
              <a:gd name="connsiteX5" fmla="*/ 1947034 w 3145219"/>
              <a:gd name="connsiteY5" fmla="*/ 1589165 h 1664839"/>
              <a:gd name="connsiteX6" fmla="*/ 277479 w 3145219"/>
              <a:gd name="connsiteY6" fmla="*/ 1664839 h 1664839"/>
              <a:gd name="connsiteX7" fmla="*/ 0 w 3145219"/>
              <a:gd name="connsiteY7" fmla="*/ 1387360 h 1664839"/>
              <a:gd name="connsiteX8" fmla="*/ 0 w 3145219"/>
              <a:gd name="connsiteY8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2035327 w 3145219"/>
              <a:gd name="connsiteY4" fmla="*/ 926698 h 1664839"/>
              <a:gd name="connsiteX5" fmla="*/ 1947034 w 3145219"/>
              <a:gd name="connsiteY5" fmla="*/ 1589165 h 1664839"/>
              <a:gd name="connsiteX6" fmla="*/ 277479 w 3145219"/>
              <a:gd name="connsiteY6" fmla="*/ 1664839 h 1664839"/>
              <a:gd name="connsiteX7" fmla="*/ 0 w 3145219"/>
              <a:gd name="connsiteY7" fmla="*/ 1387360 h 1664839"/>
              <a:gd name="connsiteX8" fmla="*/ 0 w 3145219"/>
              <a:gd name="connsiteY8" fmla="*/ 277479 h 1664839"/>
              <a:gd name="connsiteX0" fmla="*/ 0 w 3145479"/>
              <a:gd name="connsiteY0" fmla="*/ 277479 h 1664839"/>
              <a:gd name="connsiteX1" fmla="*/ 277479 w 3145479"/>
              <a:gd name="connsiteY1" fmla="*/ 0 h 1664839"/>
              <a:gd name="connsiteX2" fmla="*/ 2867740 w 3145479"/>
              <a:gd name="connsiteY2" fmla="*/ 0 h 1664839"/>
              <a:gd name="connsiteX3" fmla="*/ 3145219 w 3145479"/>
              <a:gd name="connsiteY3" fmla="*/ 277479 h 1664839"/>
              <a:gd name="connsiteX4" fmla="*/ 2035327 w 3145479"/>
              <a:gd name="connsiteY4" fmla="*/ 926698 h 1664839"/>
              <a:gd name="connsiteX5" fmla="*/ 1947034 w 3145479"/>
              <a:gd name="connsiteY5" fmla="*/ 1589165 h 1664839"/>
              <a:gd name="connsiteX6" fmla="*/ 277479 w 3145479"/>
              <a:gd name="connsiteY6" fmla="*/ 1664839 h 1664839"/>
              <a:gd name="connsiteX7" fmla="*/ 0 w 3145479"/>
              <a:gd name="connsiteY7" fmla="*/ 1387360 h 1664839"/>
              <a:gd name="connsiteX8" fmla="*/ 0 w 3145479"/>
              <a:gd name="connsiteY8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2602886 w 3145219"/>
              <a:gd name="connsiteY4" fmla="*/ 699674 h 1664839"/>
              <a:gd name="connsiteX5" fmla="*/ 2035327 w 3145219"/>
              <a:gd name="connsiteY5" fmla="*/ 926698 h 1664839"/>
              <a:gd name="connsiteX6" fmla="*/ 1947034 w 3145219"/>
              <a:gd name="connsiteY6" fmla="*/ 1589165 h 1664839"/>
              <a:gd name="connsiteX7" fmla="*/ 277479 w 3145219"/>
              <a:gd name="connsiteY7" fmla="*/ 1664839 h 1664839"/>
              <a:gd name="connsiteX8" fmla="*/ 0 w 3145219"/>
              <a:gd name="connsiteY8" fmla="*/ 1387360 h 1664839"/>
              <a:gd name="connsiteX9" fmla="*/ 0 w 3145219"/>
              <a:gd name="connsiteY9" fmla="*/ 277479 h 1664839"/>
              <a:gd name="connsiteX0" fmla="*/ 0 w 3145219"/>
              <a:gd name="connsiteY0" fmla="*/ 277479 h 1664839"/>
              <a:gd name="connsiteX1" fmla="*/ 277479 w 3145219"/>
              <a:gd name="connsiteY1" fmla="*/ 0 h 1664839"/>
              <a:gd name="connsiteX2" fmla="*/ 2867740 w 3145219"/>
              <a:gd name="connsiteY2" fmla="*/ 0 h 1664839"/>
              <a:gd name="connsiteX3" fmla="*/ 3145219 w 3145219"/>
              <a:gd name="connsiteY3" fmla="*/ 277479 h 1664839"/>
              <a:gd name="connsiteX4" fmla="*/ 2602886 w 3145219"/>
              <a:gd name="connsiteY4" fmla="*/ 699674 h 1664839"/>
              <a:gd name="connsiteX5" fmla="*/ 2035327 w 3145219"/>
              <a:gd name="connsiteY5" fmla="*/ 926698 h 1664839"/>
              <a:gd name="connsiteX6" fmla="*/ 1947034 w 3145219"/>
              <a:gd name="connsiteY6" fmla="*/ 1589165 h 1664839"/>
              <a:gd name="connsiteX7" fmla="*/ 277479 w 3145219"/>
              <a:gd name="connsiteY7" fmla="*/ 1664839 h 1664839"/>
              <a:gd name="connsiteX8" fmla="*/ 0 w 3145219"/>
              <a:gd name="connsiteY8" fmla="*/ 1387360 h 1664839"/>
              <a:gd name="connsiteX9" fmla="*/ 0 w 3145219"/>
              <a:gd name="connsiteY9" fmla="*/ 277479 h 1664839"/>
              <a:gd name="connsiteX0" fmla="*/ 0 w 3161739"/>
              <a:gd name="connsiteY0" fmla="*/ 277479 h 1664839"/>
              <a:gd name="connsiteX1" fmla="*/ 277479 w 3161739"/>
              <a:gd name="connsiteY1" fmla="*/ 0 h 1664839"/>
              <a:gd name="connsiteX2" fmla="*/ 2867740 w 3161739"/>
              <a:gd name="connsiteY2" fmla="*/ 0 h 1664839"/>
              <a:gd name="connsiteX3" fmla="*/ 3145219 w 3161739"/>
              <a:gd name="connsiteY3" fmla="*/ 277479 h 1664839"/>
              <a:gd name="connsiteX4" fmla="*/ 3088464 w 3161739"/>
              <a:gd name="connsiteY4" fmla="*/ 497876 h 1664839"/>
              <a:gd name="connsiteX5" fmla="*/ 2602886 w 3161739"/>
              <a:gd name="connsiteY5" fmla="*/ 699674 h 1664839"/>
              <a:gd name="connsiteX6" fmla="*/ 2035327 w 3161739"/>
              <a:gd name="connsiteY6" fmla="*/ 926698 h 1664839"/>
              <a:gd name="connsiteX7" fmla="*/ 1947034 w 3161739"/>
              <a:gd name="connsiteY7" fmla="*/ 1589165 h 1664839"/>
              <a:gd name="connsiteX8" fmla="*/ 277479 w 3161739"/>
              <a:gd name="connsiteY8" fmla="*/ 1664839 h 1664839"/>
              <a:gd name="connsiteX9" fmla="*/ 0 w 3161739"/>
              <a:gd name="connsiteY9" fmla="*/ 1387360 h 1664839"/>
              <a:gd name="connsiteX10" fmla="*/ 0 w 3161739"/>
              <a:gd name="connsiteY10" fmla="*/ 277479 h 1664839"/>
              <a:gd name="connsiteX0" fmla="*/ 0 w 3161739"/>
              <a:gd name="connsiteY0" fmla="*/ 277479 h 1664839"/>
              <a:gd name="connsiteX1" fmla="*/ 277479 w 3161739"/>
              <a:gd name="connsiteY1" fmla="*/ 0 h 1664839"/>
              <a:gd name="connsiteX2" fmla="*/ 2867740 w 3161739"/>
              <a:gd name="connsiteY2" fmla="*/ 0 h 1664839"/>
              <a:gd name="connsiteX3" fmla="*/ 3145219 w 3161739"/>
              <a:gd name="connsiteY3" fmla="*/ 277479 h 1664839"/>
              <a:gd name="connsiteX4" fmla="*/ 3088464 w 3161739"/>
              <a:gd name="connsiteY4" fmla="*/ 497876 h 1664839"/>
              <a:gd name="connsiteX5" fmla="*/ 2602886 w 3161739"/>
              <a:gd name="connsiteY5" fmla="*/ 699674 h 1664839"/>
              <a:gd name="connsiteX6" fmla="*/ 2432618 w 3161739"/>
              <a:gd name="connsiteY6" fmla="*/ 668143 h 1664839"/>
              <a:gd name="connsiteX7" fmla="*/ 2035327 w 3161739"/>
              <a:gd name="connsiteY7" fmla="*/ 926698 h 1664839"/>
              <a:gd name="connsiteX8" fmla="*/ 1947034 w 3161739"/>
              <a:gd name="connsiteY8" fmla="*/ 1589165 h 1664839"/>
              <a:gd name="connsiteX9" fmla="*/ 277479 w 3161739"/>
              <a:gd name="connsiteY9" fmla="*/ 1664839 h 1664839"/>
              <a:gd name="connsiteX10" fmla="*/ 0 w 3161739"/>
              <a:gd name="connsiteY10" fmla="*/ 1387360 h 1664839"/>
              <a:gd name="connsiteX11" fmla="*/ 0 w 3161739"/>
              <a:gd name="connsiteY11" fmla="*/ 277479 h 1664839"/>
              <a:gd name="connsiteX0" fmla="*/ 0 w 3161739"/>
              <a:gd name="connsiteY0" fmla="*/ 277479 h 1664839"/>
              <a:gd name="connsiteX1" fmla="*/ 277479 w 3161739"/>
              <a:gd name="connsiteY1" fmla="*/ 0 h 1664839"/>
              <a:gd name="connsiteX2" fmla="*/ 2867740 w 3161739"/>
              <a:gd name="connsiteY2" fmla="*/ 0 h 1664839"/>
              <a:gd name="connsiteX3" fmla="*/ 3145219 w 3161739"/>
              <a:gd name="connsiteY3" fmla="*/ 277479 h 1664839"/>
              <a:gd name="connsiteX4" fmla="*/ 3088464 w 3161739"/>
              <a:gd name="connsiteY4" fmla="*/ 497876 h 1664839"/>
              <a:gd name="connsiteX5" fmla="*/ 2583968 w 3161739"/>
              <a:gd name="connsiteY5" fmla="*/ 642918 h 1664839"/>
              <a:gd name="connsiteX6" fmla="*/ 2432618 w 3161739"/>
              <a:gd name="connsiteY6" fmla="*/ 668143 h 1664839"/>
              <a:gd name="connsiteX7" fmla="*/ 2035327 w 3161739"/>
              <a:gd name="connsiteY7" fmla="*/ 926698 h 1664839"/>
              <a:gd name="connsiteX8" fmla="*/ 1947034 w 3161739"/>
              <a:gd name="connsiteY8" fmla="*/ 1589165 h 1664839"/>
              <a:gd name="connsiteX9" fmla="*/ 277479 w 3161739"/>
              <a:gd name="connsiteY9" fmla="*/ 1664839 h 1664839"/>
              <a:gd name="connsiteX10" fmla="*/ 0 w 3161739"/>
              <a:gd name="connsiteY10" fmla="*/ 1387360 h 1664839"/>
              <a:gd name="connsiteX11" fmla="*/ 0 w 3161739"/>
              <a:gd name="connsiteY11" fmla="*/ 277479 h 1664839"/>
              <a:gd name="connsiteX0" fmla="*/ 0 w 3161739"/>
              <a:gd name="connsiteY0" fmla="*/ 277479 h 1664839"/>
              <a:gd name="connsiteX1" fmla="*/ 277479 w 3161739"/>
              <a:gd name="connsiteY1" fmla="*/ 0 h 1664839"/>
              <a:gd name="connsiteX2" fmla="*/ 2867740 w 3161739"/>
              <a:gd name="connsiteY2" fmla="*/ 0 h 1664839"/>
              <a:gd name="connsiteX3" fmla="*/ 3145219 w 3161739"/>
              <a:gd name="connsiteY3" fmla="*/ 277479 h 1664839"/>
              <a:gd name="connsiteX4" fmla="*/ 3088464 w 3161739"/>
              <a:gd name="connsiteY4" fmla="*/ 497876 h 1664839"/>
              <a:gd name="connsiteX5" fmla="*/ 2583968 w 3161739"/>
              <a:gd name="connsiteY5" fmla="*/ 642918 h 1664839"/>
              <a:gd name="connsiteX6" fmla="*/ 2432618 w 3161739"/>
              <a:gd name="connsiteY6" fmla="*/ 668143 h 1664839"/>
              <a:gd name="connsiteX7" fmla="*/ 2035327 w 3161739"/>
              <a:gd name="connsiteY7" fmla="*/ 926698 h 1664839"/>
              <a:gd name="connsiteX8" fmla="*/ 1940734 w 3161739"/>
              <a:gd name="connsiteY8" fmla="*/ 1437501 h 1664839"/>
              <a:gd name="connsiteX9" fmla="*/ 1947034 w 3161739"/>
              <a:gd name="connsiteY9" fmla="*/ 1589165 h 1664839"/>
              <a:gd name="connsiteX10" fmla="*/ 277479 w 3161739"/>
              <a:gd name="connsiteY10" fmla="*/ 1664839 h 1664839"/>
              <a:gd name="connsiteX11" fmla="*/ 0 w 3161739"/>
              <a:gd name="connsiteY11" fmla="*/ 1387360 h 1664839"/>
              <a:gd name="connsiteX12" fmla="*/ 0 w 3161739"/>
              <a:gd name="connsiteY12" fmla="*/ 277479 h 1664839"/>
              <a:gd name="connsiteX0" fmla="*/ 0 w 3161739"/>
              <a:gd name="connsiteY0" fmla="*/ 277479 h 1664839"/>
              <a:gd name="connsiteX1" fmla="*/ 277479 w 3161739"/>
              <a:gd name="connsiteY1" fmla="*/ 0 h 1664839"/>
              <a:gd name="connsiteX2" fmla="*/ 2867740 w 3161739"/>
              <a:gd name="connsiteY2" fmla="*/ 0 h 1664839"/>
              <a:gd name="connsiteX3" fmla="*/ 3145219 w 3161739"/>
              <a:gd name="connsiteY3" fmla="*/ 277479 h 1664839"/>
              <a:gd name="connsiteX4" fmla="*/ 3088464 w 3161739"/>
              <a:gd name="connsiteY4" fmla="*/ 497876 h 1664839"/>
              <a:gd name="connsiteX5" fmla="*/ 2583968 w 3161739"/>
              <a:gd name="connsiteY5" fmla="*/ 642918 h 1664839"/>
              <a:gd name="connsiteX6" fmla="*/ 2432618 w 3161739"/>
              <a:gd name="connsiteY6" fmla="*/ 668143 h 1664839"/>
              <a:gd name="connsiteX7" fmla="*/ 2035327 w 3161739"/>
              <a:gd name="connsiteY7" fmla="*/ 926698 h 1664839"/>
              <a:gd name="connsiteX8" fmla="*/ 1947034 w 3161739"/>
              <a:gd name="connsiteY8" fmla="*/ 1589165 h 1664839"/>
              <a:gd name="connsiteX9" fmla="*/ 277479 w 3161739"/>
              <a:gd name="connsiteY9" fmla="*/ 1664839 h 1664839"/>
              <a:gd name="connsiteX10" fmla="*/ 0 w 3161739"/>
              <a:gd name="connsiteY10" fmla="*/ 1387360 h 1664839"/>
              <a:gd name="connsiteX11" fmla="*/ 0 w 3161739"/>
              <a:gd name="connsiteY11" fmla="*/ 277479 h 1664839"/>
              <a:gd name="connsiteX0" fmla="*/ 0 w 3161739"/>
              <a:gd name="connsiteY0" fmla="*/ 277479 h 1678637"/>
              <a:gd name="connsiteX1" fmla="*/ 277479 w 3161739"/>
              <a:gd name="connsiteY1" fmla="*/ 0 h 1678637"/>
              <a:gd name="connsiteX2" fmla="*/ 2867740 w 3161739"/>
              <a:gd name="connsiteY2" fmla="*/ 0 h 1678637"/>
              <a:gd name="connsiteX3" fmla="*/ 3145219 w 3161739"/>
              <a:gd name="connsiteY3" fmla="*/ 277479 h 1678637"/>
              <a:gd name="connsiteX4" fmla="*/ 3088464 w 3161739"/>
              <a:gd name="connsiteY4" fmla="*/ 497876 h 1678637"/>
              <a:gd name="connsiteX5" fmla="*/ 2583968 w 3161739"/>
              <a:gd name="connsiteY5" fmla="*/ 642918 h 1678637"/>
              <a:gd name="connsiteX6" fmla="*/ 2432618 w 3161739"/>
              <a:gd name="connsiteY6" fmla="*/ 668143 h 1678637"/>
              <a:gd name="connsiteX7" fmla="*/ 2035327 w 3161739"/>
              <a:gd name="connsiteY7" fmla="*/ 926698 h 1678637"/>
              <a:gd name="connsiteX8" fmla="*/ 1871360 w 3161739"/>
              <a:gd name="connsiteY8" fmla="*/ 1633309 h 1678637"/>
              <a:gd name="connsiteX9" fmla="*/ 277479 w 3161739"/>
              <a:gd name="connsiteY9" fmla="*/ 1664839 h 1678637"/>
              <a:gd name="connsiteX10" fmla="*/ 0 w 3161739"/>
              <a:gd name="connsiteY10" fmla="*/ 1387360 h 1678637"/>
              <a:gd name="connsiteX11" fmla="*/ 0 w 3161739"/>
              <a:gd name="connsiteY11" fmla="*/ 277479 h 1678637"/>
              <a:gd name="connsiteX0" fmla="*/ 0 w 3161739"/>
              <a:gd name="connsiteY0" fmla="*/ 277479 h 1678637"/>
              <a:gd name="connsiteX1" fmla="*/ 277479 w 3161739"/>
              <a:gd name="connsiteY1" fmla="*/ 0 h 1678637"/>
              <a:gd name="connsiteX2" fmla="*/ 2867740 w 3161739"/>
              <a:gd name="connsiteY2" fmla="*/ 0 h 1678637"/>
              <a:gd name="connsiteX3" fmla="*/ 3145219 w 3161739"/>
              <a:gd name="connsiteY3" fmla="*/ 277479 h 1678637"/>
              <a:gd name="connsiteX4" fmla="*/ 3088464 w 3161739"/>
              <a:gd name="connsiteY4" fmla="*/ 497876 h 1678637"/>
              <a:gd name="connsiteX5" fmla="*/ 2766847 w 3161739"/>
              <a:gd name="connsiteY5" fmla="*/ 649225 h 1678637"/>
              <a:gd name="connsiteX6" fmla="*/ 2583968 w 3161739"/>
              <a:gd name="connsiteY6" fmla="*/ 642918 h 1678637"/>
              <a:gd name="connsiteX7" fmla="*/ 2432618 w 3161739"/>
              <a:gd name="connsiteY7" fmla="*/ 668143 h 1678637"/>
              <a:gd name="connsiteX8" fmla="*/ 2035327 w 3161739"/>
              <a:gd name="connsiteY8" fmla="*/ 926698 h 1678637"/>
              <a:gd name="connsiteX9" fmla="*/ 1871360 w 3161739"/>
              <a:gd name="connsiteY9" fmla="*/ 1633309 h 1678637"/>
              <a:gd name="connsiteX10" fmla="*/ 277479 w 3161739"/>
              <a:gd name="connsiteY10" fmla="*/ 1664839 h 1678637"/>
              <a:gd name="connsiteX11" fmla="*/ 0 w 3161739"/>
              <a:gd name="connsiteY11" fmla="*/ 1387360 h 1678637"/>
              <a:gd name="connsiteX12" fmla="*/ 0 w 3161739"/>
              <a:gd name="connsiteY12" fmla="*/ 277479 h 1678637"/>
              <a:gd name="connsiteX0" fmla="*/ 0 w 3161739"/>
              <a:gd name="connsiteY0" fmla="*/ 277479 h 1678637"/>
              <a:gd name="connsiteX1" fmla="*/ 277479 w 3161739"/>
              <a:gd name="connsiteY1" fmla="*/ 0 h 1678637"/>
              <a:gd name="connsiteX2" fmla="*/ 2867740 w 3161739"/>
              <a:gd name="connsiteY2" fmla="*/ 0 h 1678637"/>
              <a:gd name="connsiteX3" fmla="*/ 3145219 w 3161739"/>
              <a:gd name="connsiteY3" fmla="*/ 277479 h 1678637"/>
              <a:gd name="connsiteX4" fmla="*/ 3088464 w 3161739"/>
              <a:gd name="connsiteY4" fmla="*/ 529407 h 1678637"/>
              <a:gd name="connsiteX5" fmla="*/ 2766847 w 3161739"/>
              <a:gd name="connsiteY5" fmla="*/ 649225 h 1678637"/>
              <a:gd name="connsiteX6" fmla="*/ 2583968 w 3161739"/>
              <a:gd name="connsiteY6" fmla="*/ 642918 h 1678637"/>
              <a:gd name="connsiteX7" fmla="*/ 2432618 w 3161739"/>
              <a:gd name="connsiteY7" fmla="*/ 668143 h 1678637"/>
              <a:gd name="connsiteX8" fmla="*/ 2035327 w 3161739"/>
              <a:gd name="connsiteY8" fmla="*/ 926698 h 1678637"/>
              <a:gd name="connsiteX9" fmla="*/ 1871360 w 3161739"/>
              <a:gd name="connsiteY9" fmla="*/ 1633309 h 1678637"/>
              <a:gd name="connsiteX10" fmla="*/ 277479 w 3161739"/>
              <a:gd name="connsiteY10" fmla="*/ 1664839 h 1678637"/>
              <a:gd name="connsiteX11" fmla="*/ 0 w 3161739"/>
              <a:gd name="connsiteY11" fmla="*/ 1387360 h 1678637"/>
              <a:gd name="connsiteX12" fmla="*/ 0 w 3161739"/>
              <a:gd name="connsiteY12" fmla="*/ 277479 h 1678637"/>
              <a:gd name="connsiteX0" fmla="*/ 0 w 3167825"/>
              <a:gd name="connsiteY0" fmla="*/ 277479 h 1678637"/>
              <a:gd name="connsiteX1" fmla="*/ 277479 w 3167825"/>
              <a:gd name="connsiteY1" fmla="*/ 0 h 1678637"/>
              <a:gd name="connsiteX2" fmla="*/ 2867740 w 3167825"/>
              <a:gd name="connsiteY2" fmla="*/ 0 h 1678637"/>
              <a:gd name="connsiteX3" fmla="*/ 3145219 w 3167825"/>
              <a:gd name="connsiteY3" fmla="*/ 220403 h 1678637"/>
              <a:gd name="connsiteX4" fmla="*/ 3145219 w 3167825"/>
              <a:gd name="connsiteY4" fmla="*/ 277479 h 1678637"/>
              <a:gd name="connsiteX5" fmla="*/ 3088464 w 3167825"/>
              <a:gd name="connsiteY5" fmla="*/ 529407 h 1678637"/>
              <a:gd name="connsiteX6" fmla="*/ 2766847 w 3167825"/>
              <a:gd name="connsiteY6" fmla="*/ 649225 h 1678637"/>
              <a:gd name="connsiteX7" fmla="*/ 2583968 w 3167825"/>
              <a:gd name="connsiteY7" fmla="*/ 642918 h 1678637"/>
              <a:gd name="connsiteX8" fmla="*/ 2432618 w 3167825"/>
              <a:gd name="connsiteY8" fmla="*/ 668143 h 1678637"/>
              <a:gd name="connsiteX9" fmla="*/ 2035327 w 3167825"/>
              <a:gd name="connsiteY9" fmla="*/ 926698 h 1678637"/>
              <a:gd name="connsiteX10" fmla="*/ 1871360 w 3167825"/>
              <a:gd name="connsiteY10" fmla="*/ 1633309 h 1678637"/>
              <a:gd name="connsiteX11" fmla="*/ 277479 w 3167825"/>
              <a:gd name="connsiteY11" fmla="*/ 1664839 h 1678637"/>
              <a:gd name="connsiteX12" fmla="*/ 0 w 3167825"/>
              <a:gd name="connsiteY12" fmla="*/ 1387360 h 1678637"/>
              <a:gd name="connsiteX13" fmla="*/ 0 w 3167825"/>
              <a:gd name="connsiteY13" fmla="*/ 277479 h 1678637"/>
              <a:gd name="connsiteX0" fmla="*/ 0 w 3175538"/>
              <a:gd name="connsiteY0" fmla="*/ 277479 h 1678637"/>
              <a:gd name="connsiteX1" fmla="*/ 277479 w 3175538"/>
              <a:gd name="connsiteY1" fmla="*/ 0 h 1678637"/>
              <a:gd name="connsiteX2" fmla="*/ 2867740 w 3175538"/>
              <a:gd name="connsiteY2" fmla="*/ 0 h 1678637"/>
              <a:gd name="connsiteX3" fmla="*/ 3145219 w 3175538"/>
              <a:gd name="connsiteY3" fmla="*/ 220403 h 1678637"/>
              <a:gd name="connsiteX4" fmla="*/ 3164138 w 3175538"/>
              <a:gd name="connsiteY4" fmla="*/ 271173 h 1678637"/>
              <a:gd name="connsiteX5" fmla="*/ 3088464 w 3175538"/>
              <a:gd name="connsiteY5" fmla="*/ 529407 h 1678637"/>
              <a:gd name="connsiteX6" fmla="*/ 2766847 w 3175538"/>
              <a:gd name="connsiteY6" fmla="*/ 649225 h 1678637"/>
              <a:gd name="connsiteX7" fmla="*/ 2583968 w 3175538"/>
              <a:gd name="connsiteY7" fmla="*/ 642918 h 1678637"/>
              <a:gd name="connsiteX8" fmla="*/ 2432618 w 3175538"/>
              <a:gd name="connsiteY8" fmla="*/ 668143 h 1678637"/>
              <a:gd name="connsiteX9" fmla="*/ 2035327 w 3175538"/>
              <a:gd name="connsiteY9" fmla="*/ 926698 h 1678637"/>
              <a:gd name="connsiteX10" fmla="*/ 1871360 w 3175538"/>
              <a:gd name="connsiteY10" fmla="*/ 1633309 h 1678637"/>
              <a:gd name="connsiteX11" fmla="*/ 277479 w 3175538"/>
              <a:gd name="connsiteY11" fmla="*/ 1664839 h 1678637"/>
              <a:gd name="connsiteX12" fmla="*/ 0 w 3175538"/>
              <a:gd name="connsiteY12" fmla="*/ 1387360 h 1678637"/>
              <a:gd name="connsiteX13" fmla="*/ 0 w 3175538"/>
              <a:gd name="connsiteY13" fmla="*/ 277479 h 1678637"/>
              <a:gd name="connsiteX0" fmla="*/ 0 w 3175538"/>
              <a:gd name="connsiteY0" fmla="*/ 277479 h 1678637"/>
              <a:gd name="connsiteX1" fmla="*/ 277479 w 3175538"/>
              <a:gd name="connsiteY1" fmla="*/ 0 h 1678637"/>
              <a:gd name="connsiteX2" fmla="*/ 2867740 w 3175538"/>
              <a:gd name="connsiteY2" fmla="*/ 0 h 1678637"/>
              <a:gd name="connsiteX3" fmla="*/ 3101075 w 3175538"/>
              <a:gd name="connsiteY3" fmla="*/ 87972 h 1678637"/>
              <a:gd name="connsiteX4" fmla="*/ 3145219 w 3175538"/>
              <a:gd name="connsiteY4" fmla="*/ 220403 h 1678637"/>
              <a:gd name="connsiteX5" fmla="*/ 3164138 w 3175538"/>
              <a:gd name="connsiteY5" fmla="*/ 271173 h 1678637"/>
              <a:gd name="connsiteX6" fmla="*/ 3088464 w 3175538"/>
              <a:gd name="connsiteY6" fmla="*/ 529407 h 1678637"/>
              <a:gd name="connsiteX7" fmla="*/ 2766847 w 3175538"/>
              <a:gd name="connsiteY7" fmla="*/ 649225 h 1678637"/>
              <a:gd name="connsiteX8" fmla="*/ 2583968 w 3175538"/>
              <a:gd name="connsiteY8" fmla="*/ 642918 h 1678637"/>
              <a:gd name="connsiteX9" fmla="*/ 2432618 w 3175538"/>
              <a:gd name="connsiteY9" fmla="*/ 668143 h 1678637"/>
              <a:gd name="connsiteX10" fmla="*/ 2035327 w 3175538"/>
              <a:gd name="connsiteY10" fmla="*/ 926698 h 1678637"/>
              <a:gd name="connsiteX11" fmla="*/ 1871360 w 3175538"/>
              <a:gd name="connsiteY11" fmla="*/ 1633309 h 1678637"/>
              <a:gd name="connsiteX12" fmla="*/ 277479 w 3175538"/>
              <a:gd name="connsiteY12" fmla="*/ 1664839 h 1678637"/>
              <a:gd name="connsiteX13" fmla="*/ 0 w 3175538"/>
              <a:gd name="connsiteY13" fmla="*/ 1387360 h 1678637"/>
              <a:gd name="connsiteX14" fmla="*/ 0 w 3175538"/>
              <a:gd name="connsiteY14" fmla="*/ 277479 h 1678637"/>
              <a:gd name="connsiteX0" fmla="*/ 0 w 3175538"/>
              <a:gd name="connsiteY0" fmla="*/ 277479 h 1678637"/>
              <a:gd name="connsiteX1" fmla="*/ 277479 w 3175538"/>
              <a:gd name="connsiteY1" fmla="*/ 0 h 1678637"/>
              <a:gd name="connsiteX2" fmla="*/ 2867740 w 3175538"/>
              <a:gd name="connsiteY2" fmla="*/ 0 h 1678637"/>
              <a:gd name="connsiteX3" fmla="*/ 3145219 w 3175538"/>
              <a:gd name="connsiteY3" fmla="*/ 220403 h 1678637"/>
              <a:gd name="connsiteX4" fmla="*/ 3164138 w 3175538"/>
              <a:gd name="connsiteY4" fmla="*/ 271173 h 1678637"/>
              <a:gd name="connsiteX5" fmla="*/ 3088464 w 3175538"/>
              <a:gd name="connsiteY5" fmla="*/ 529407 h 1678637"/>
              <a:gd name="connsiteX6" fmla="*/ 2766847 w 3175538"/>
              <a:gd name="connsiteY6" fmla="*/ 649225 h 1678637"/>
              <a:gd name="connsiteX7" fmla="*/ 2583968 w 3175538"/>
              <a:gd name="connsiteY7" fmla="*/ 642918 h 1678637"/>
              <a:gd name="connsiteX8" fmla="*/ 2432618 w 3175538"/>
              <a:gd name="connsiteY8" fmla="*/ 668143 h 1678637"/>
              <a:gd name="connsiteX9" fmla="*/ 2035327 w 3175538"/>
              <a:gd name="connsiteY9" fmla="*/ 926698 h 1678637"/>
              <a:gd name="connsiteX10" fmla="*/ 1871360 w 3175538"/>
              <a:gd name="connsiteY10" fmla="*/ 1633309 h 1678637"/>
              <a:gd name="connsiteX11" fmla="*/ 277479 w 3175538"/>
              <a:gd name="connsiteY11" fmla="*/ 1664839 h 1678637"/>
              <a:gd name="connsiteX12" fmla="*/ 0 w 3175538"/>
              <a:gd name="connsiteY12" fmla="*/ 1387360 h 1678637"/>
              <a:gd name="connsiteX13" fmla="*/ 0 w 3175538"/>
              <a:gd name="connsiteY13" fmla="*/ 277479 h 1678637"/>
              <a:gd name="connsiteX0" fmla="*/ 0 w 3167359"/>
              <a:gd name="connsiteY0" fmla="*/ 277479 h 1678637"/>
              <a:gd name="connsiteX1" fmla="*/ 277479 w 3167359"/>
              <a:gd name="connsiteY1" fmla="*/ 0 h 1678637"/>
              <a:gd name="connsiteX2" fmla="*/ 2867740 w 3167359"/>
              <a:gd name="connsiteY2" fmla="*/ 0 h 1678637"/>
              <a:gd name="connsiteX3" fmla="*/ 3145219 w 3167359"/>
              <a:gd name="connsiteY3" fmla="*/ 220403 h 1678637"/>
              <a:gd name="connsiteX4" fmla="*/ 3088464 w 3167359"/>
              <a:gd name="connsiteY4" fmla="*/ 529407 h 1678637"/>
              <a:gd name="connsiteX5" fmla="*/ 2766847 w 3167359"/>
              <a:gd name="connsiteY5" fmla="*/ 649225 h 1678637"/>
              <a:gd name="connsiteX6" fmla="*/ 2583968 w 3167359"/>
              <a:gd name="connsiteY6" fmla="*/ 642918 h 1678637"/>
              <a:gd name="connsiteX7" fmla="*/ 2432618 w 3167359"/>
              <a:gd name="connsiteY7" fmla="*/ 668143 h 1678637"/>
              <a:gd name="connsiteX8" fmla="*/ 2035327 w 3167359"/>
              <a:gd name="connsiteY8" fmla="*/ 926698 h 1678637"/>
              <a:gd name="connsiteX9" fmla="*/ 1871360 w 3167359"/>
              <a:gd name="connsiteY9" fmla="*/ 1633309 h 1678637"/>
              <a:gd name="connsiteX10" fmla="*/ 277479 w 3167359"/>
              <a:gd name="connsiteY10" fmla="*/ 1664839 h 1678637"/>
              <a:gd name="connsiteX11" fmla="*/ 0 w 3167359"/>
              <a:gd name="connsiteY11" fmla="*/ 1387360 h 1678637"/>
              <a:gd name="connsiteX12" fmla="*/ 0 w 3167359"/>
              <a:gd name="connsiteY12" fmla="*/ 277479 h 1678637"/>
              <a:gd name="connsiteX0" fmla="*/ 0 w 3199118"/>
              <a:gd name="connsiteY0" fmla="*/ 277479 h 1678637"/>
              <a:gd name="connsiteX1" fmla="*/ 277479 w 3199118"/>
              <a:gd name="connsiteY1" fmla="*/ 0 h 1678637"/>
              <a:gd name="connsiteX2" fmla="*/ 2867740 w 3199118"/>
              <a:gd name="connsiteY2" fmla="*/ 0 h 1678637"/>
              <a:gd name="connsiteX3" fmla="*/ 3189362 w 3199118"/>
              <a:gd name="connsiteY3" fmla="*/ 214097 h 1678637"/>
              <a:gd name="connsiteX4" fmla="*/ 3088464 w 3199118"/>
              <a:gd name="connsiteY4" fmla="*/ 529407 h 1678637"/>
              <a:gd name="connsiteX5" fmla="*/ 2766847 w 3199118"/>
              <a:gd name="connsiteY5" fmla="*/ 649225 h 1678637"/>
              <a:gd name="connsiteX6" fmla="*/ 2583968 w 3199118"/>
              <a:gd name="connsiteY6" fmla="*/ 642918 h 1678637"/>
              <a:gd name="connsiteX7" fmla="*/ 2432618 w 3199118"/>
              <a:gd name="connsiteY7" fmla="*/ 668143 h 1678637"/>
              <a:gd name="connsiteX8" fmla="*/ 2035327 w 3199118"/>
              <a:gd name="connsiteY8" fmla="*/ 926698 h 1678637"/>
              <a:gd name="connsiteX9" fmla="*/ 1871360 w 3199118"/>
              <a:gd name="connsiteY9" fmla="*/ 1633309 h 1678637"/>
              <a:gd name="connsiteX10" fmla="*/ 277479 w 3199118"/>
              <a:gd name="connsiteY10" fmla="*/ 1664839 h 1678637"/>
              <a:gd name="connsiteX11" fmla="*/ 0 w 3199118"/>
              <a:gd name="connsiteY11" fmla="*/ 1387360 h 1678637"/>
              <a:gd name="connsiteX12" fmla="*/ 0 w 3199118"/>
              <a:gd name="connsiteY12" fmla="*/ 277479 h 1678637"/>
              <a:gd name="connsiteX0" fmla="*/ 0 w 3222492"/>
              <a:gd name="connsiteY0" fmla="*/ 277479 h 1678637"/>
              <a:gd name="connsiteX1" fmla="*/ 277479 w 3222492"/>
              <a:gd name="connsiteY1" fmla="*/ 0 h 1678637"/>
              <a:gd name="connsiteX2" fmla="*/ 2867740 w 3222492"/>
              <a:gd name="connsiteY2" fmla="*/ 0 h 1678637"/>
              <a:gd name="connsiteX3" fmla="*/ 3189362 w 3222492"/>
              <a:gd name="connsiteY3" fmla="*/ 214097 h 1678637"/>
              <a:gd name="connsiteX4" fmla="*/ 3088464 w 3222492"/>
              <a:gd name="connsiteY4" fmla="*/ 529407 h 1678637"/>
              <a:gd name="connsiteX5" fmla="*/ 2766847 w 3222492"/>
              <a:gd name="connsiteY5" fmla="*/ 649225 h 1678637"/>
              <a:gd name="connsiteX6" fmla="*/ 2583968 w 3222492"/>
              <a:gd name="connsiteY6" fmla="*/ 642918 h 1678637"/>
              <a:gd name="connsiteX7" fmla="*/ 2432618 w 3222492"/>
              <a:gd name="connsiteY7" fmla="*/ 668143 h 1678637"/>
              <a:gd name="connsiteX8" fmla="*/ 2035327 w 3222492"/>
              <a:gd name="connsiteY8" fmla="*/ 926698 h 1678637"/>
              <a:gd name="connsiteX9" fmla="*/ 1871360 w 3222492"/>
              <a:gd name="connsiteY9" fmla="*/ 1633309 h 1678637"/>
              <a:gd name="connsiteX10" fmla="*/ 277479 w 3222492"/>
              <a:gd name="connsiteY10" fmla="*/ 1664839 h 1678637"/>
              <a:gd name="connsiteX11" fmla="*/ 0 w 3222492"/>
              <a:gd name="connsiteY11" fmla="*/ 1387360 h 1678637"/>
              <a:gd name="connsiteX12" fmla="*/ 0 w 3222492"/>
              <a:gd name="connsiteY12" fmla="*/ 277479 h 1678637"/>
              <a:gd name="connsiteX0" fmla="*/ 0 w 3160114"/>
              <a:gd name="connsiteY0" fmla="*/ 277479 h 1678637"/>
              <a:gd name="connsiteX1" fmla="*/ 277479 w 3160114"/>
              <a:gd name="connsiteY1" fmla="*/ 0 h 1678637"/>
              <a:gd name="connsiteX2" fmla="*/ 2867740 w 3160114"/>
              <a:gd name="connsiteY2" fmla="*/ 0 h 1678637"/>
              <a:gd name="connsiteX3" fmla="*/ 3088464 w 3160114"/>
              <a:gd name="connsiteY3" fmla="*/ 529407 h 1678637"/>
              <a:gd name="connsiteX4" fmla="*/ 2766847 w 3160114"/>
              <a:gd name="connsiteY4" fmla="*/ 649225 h 1678637"/>
              <a:gd name="connsiteX5" fmla="*/ 2583968 w 3160114"/>
              <a:gd name="connsiteY5" fmla="*/ 642918 h 1678637"/>
              <a:gd name="connsiteX6" fmla="*/ 2432618 w 3160114"/>
              <a:gd name="connsiteY6" fmla="*/ 668143 h 1678637"/>
              <a:gd name="connsiteX7" fmla="*/ 2035327 w 3160114"/>
              <a:gd name="connsiteY7" fmla="*/ 926698 h 1678637"/>
              <a:gd name="connsiteX8" fmla="*/ 1871360 w 3160114"/>
              <a:gd name="connsiteY8" fmla="*/ 1633309 h 1678637"/>
              <a:gd name="connsiteX9" fmla="*/ 277479 w 3160114"/>
              <a:gd name="connsiteY9" fmla="*/ 1664839 h 1678637"/>
              <a:gd name="connsiteX10" fmla="*/ 0 w 3160114"/>
              <a:gd name="connsiteY10" fmla="*/ 1387360 h 1678637"/>
              <a:gd name="connsiteX11" fmla="*/ 0 w 3160114"/>
              <a:gd name="connsiteY11" fmla="*/ 277479 h 1678637"/>
              <a:gd name="connsiteX0" fmla="*/ 0 w 3151067"/>
              <a:gd name="connsiteY0" fmla="*/ 277479 h 1678637"/>
              <a:gd name="connsiteX1" fmla="*/ 277479 w 3151067"/>
              <a:gd name="connsiteY1" fmla="*/ 0 h 1678637"/>
              <a:gd name="connsiteX2" fmla="*/ 2867740 w 3151067"/>
              <a:gd name="connsiteY2" fmla="*/ 0 h 1678637"/>
              <a:gd name="connsiteX3" fmla="*/ 3069545 w 3151067"/>
              <a:gd name="connsiteY3" fmla="*/ 529407 h 1678637"/>
              <a:gd name="connsiteX4" fmla="*/ 2766847 w 3151067"/>
              <a:gd name="connsiteY4" fmla="*/ 649225 h 1678637"/>
              <a:gd name="connsiteX5" fmla="*/ 2583968 w 3151067"/>
              <a:gd name="connsiteY5" fmla="*/ 642918 h 1678637"/>
              <a:gd name="connsiteX6" fmla="*/ 2432618 w 3151067"/>
              <a:gd name="connsiteY6" fmla="*/ 668143 h 1678637"/>
              <a:gd name="connsiteX7" fmla="*/ 2035327 w 3151067"/>
              <a:gd name="connsiteY7" fmla="*/ 926698 h 1678637"/>
              <a:gd name="connsiteX8" fmla="*/ 1871360 w 3151067"/>
              <a:gd name="connsiteY8" fmla="*/ 1633309 h 1678637"/>
              <a:gd name="connsiteX9" fmla="*/ 277479 w 3151067"/>
              <a:gd name="connsiteY9" fmla="*/ 1664839 h 1678637"/>
              <a:gd name="connsiteX10" fmla="*/ 0 w 3151067"/>
              <a:gd name="connsiteY10" fmla="*/ 1387360 h 1678637"/>
              <a:gd name="connsiteX11" fmla="*/ 0 w 3151067"/>
              <a:gd name="connsiteY11" fmla="*/ 277479 h 1678637"/>
              <a:gd name="connsiteX0" fmla="*/ 0 w 3167191"/>
              <a:gd name="connsiteY0" fmla="*/ 277479 h 1678637"/>
              <a:gd name="connsiteX1" fmla="*/ 277479 w 3167191"/>
              <a:gd name="connsiteY1" fmla="*/ 0 h 1678637"/>
              <a:gd name="connsiteX2" fmla="*/ 2867740 w 3167191"/>
              <a:gd name="connsiteY2" fmla="*/ 0 h 1678637"/>
              <a:gd name="connsiteX3" fmla="*/ 3069545 w 3167191"/>
              <a:gd name="connsiteY3" fmla="*/ 529407 h 1678637"/>
              <a:gd name="connsiteX4" fmla="*/ 2766847 w 3167191"/>
              <a:gd name="connsiteY4" fmla="*/ 649225 h 1678637"/>
              <a:gd name="connsiteX5" fmla="*/ 2583968 w 3167191"/>
              <a:gd name="connsiteY5" fmla="*/ 642918 h 1678637"/>
              <a:gd name="connsiteX6" fmla="*/ 2432618 w 3167191"/>
              <a:gd name="connsiteY6" fmla="*/ 668143 h 1678637"/>
              <a:gd name="connsiteX7" fmla="*/ 2035327 w 3167191"/>
              <a:gd name="connsiteY7" fmla="*/ 926698 h 1678637"/>
              <a:gd name="connsiteX8" fmla="*/ 1871360 w 3167191"/>
              <a:gd name="connsiteY8" fmla="*/ 1633309 h 1678637"/>
              <a:gd name="connsiteX9" fmla="*/ 277479 w 3167191"/>
              <a:gd name="connsiteY9" fmla="*/ 1664839 h 1678637"/>
              <a:gd name="connsiteX10" fmla="*/ 0 w 3167191"/>
              <a:gd name="connsiteY10" fmla="*/ 1387360 h 1678637"/>
              <a:gd name="connsiteX11" fmla="*/ 0 w 3167191"/>
              <a:gd name="connsiteY11" fmla="*/ 277479 h 1678637"/>
              <a:gd name="connsiteX0" fmla="*/ 0 w 3167191"/>
              <a:gd name="connsiteY0" fmla="*/ 277479 h 1678637"/>
              <a:gd name="connsiteX1" fmla="*/ 277479 w 3167191"/>
              <a:gd name="connsiteY1" fmla="*/ 0 h 1678637"/>
              <a:gd name="connsiteX2" fmla="*/ 2867740 w 3167191"/>
              <a:gd name="connsiteY2" fmla="*/ 0 h 1678637"/>
              <a:gd name="connsiteX3" fmla="*/ 3069545 w 3167191"/>
              <a:gd name="connsiteY3" fmla="*/ 529407 h 1678637"/>
              <a:gd name="connsiteX4" fmla="*/ 2766847 w 3167191"/>
              <a:gd name="connsiteY4" fmla="*/ 649225 h 1678637"/>
              <a:gd name="connsiteX5" fmla="*/ 2583968 w 3167191"/>
              <a:gd name="connsiteY5" fmla="*/ 642918 h 1678637"/>
              <a:gd name="connsiteX6" fmla="*/ 2432618 w 3167191"/>
              <a:gd name="connsiteY6" fmla="*/ 668143 h 1678637"/>
              <a:gd name="connsiteX7" fmla="*/ 2035327 w 3167191"/>
              <a:gd name="connsiteY7" fmla="*/ 926698 h 1678637"/>
              <a:gd name="connsiteX8" fmla="*/ 1871360 w 3167191"/>
              <a:gd name="connsiteY8" fmla="*/ 1633309 h 1678637"/>
              <a:gd name="connsiteX9" fmla="*/ 277479 w 3167191"/>
              <a:gd name="connsiteY9" fmla="*/ 1664839 h 1678637"/>
              <a:gd name="connsiteX10" fmla="*/ 0 w 3167191"/>
              <a:gd name="connsiteY10" fmla="*/ 1387360 h 1678637"/>
              <a:gd name="connsiteX11" fmla="*/ 0 w 3167191"/>
              <a:gd name="connsiteY11" fmla="*/ 277479 h 1678637"/>
              <a:gd name="connsiteX0" fmla="*/ 0 w 3162120"/>
              <a:gd name="connsiteY0" fmla="*/ 277479 h 1678637"/>
              <a:gd name="connsiteX1" fmla="*/ 277479 w 3162120"/>
              <a:gd name="connsiteY1" fmla="*/ 0 h 1678637"/>
              <a:gd name="connsiteX2" fmla="*/ 2867740 w 3162120"/>
              <a:gd name="connsiteY2" fmla="*/ 0 h 1678637"/>
              <a:gd name="connsiteX3" fmla="*/ 3069545 w 3162120"/>
              <a:gd name="connsiteY3" fmla="*/ 529407 h 1678637"/>
              <a:gd name="connsiteX4" fmla="*/ 2583968 w 3162120"/>
              <a:gd name="connsiteY4" fmla="*/ 642918 h 1678637"/>
              <a:gd name="connsiteX5" fmla="*/ 2432618 w 3162120"/>
              <a:gd name="connsiteY5" fmla="*/ 668143 h 1678637"/>
              <a:gd name="connsiteX6" fmla="*/ 2035327 w 3162120"/>
              <a:gd name="connsiteY6" fmla="*/ 926698 h 1678637"/>
              <a:gd name="connsiteX7" fmla="*/ 1871360 w 3162120"/>
              <a:gd name="connsiteY7" fmla="*/ 1633309 h 1678637"/>
              <a:gd name="connsiteX8" fmla="*/ 277479 w 3162120"/>
              <a:gd name="connsiteY8" fmla="*/ 1664839 h 1678637"/>
              <a:gd name="connsiteX9" fmla="*/ 0 w 3162120"/>
              <a:gd name="connsiteY9" fmla="*/ 1387360 h 1678637"/>
              <a:gd name="connsiteX10" fmla="*/ 0 w 3162120"/>
              <a:gd name="connsiteY10" fmla="*/ 277479 h 1678637"/>
              <a:gd name="connsiteX0" fmla="*/ 0 w 3168262"/>
              <a:gd name="connsiteY0" fmla="*/ 277479 h 1678637"/>
              <a:gd name="connsiteX1" fmla="*/ 277479 w 3168262"/>
              <a:gd name="connsiteY1" fmla="*/ 0 h 1678637"/>
              <a:gd name="connsiteX2" fmla="*/ 2867740 w 3168262"/>
              <a:gd name="connsiteY2" fmla="*/ 0 h 1678637"/>
              <a:gd name="connsiteX3" fmla="*/ 3138913 w 3168262"/>
              <a:gd name="connsiteY3" fmla="*/ 447426 h 1678637"/>
              <a:gd name="connsiteX4" fmla="*/ 3069545 w 3168262"/>
              <a:gd name="connsiteY4" fmla="*/ 529407 h 1678637"/>
              <a:gd name="connsiteX5" fmla="*/ 2583968 w 3168262"/>
              <a:gd name="connsiteY5" fmla="*/ 642918 h 1678637"/>
              <a:gd name="connsiteX6" fmla="*/ 2432618 w 3168262"/>
              <a:gd name="connsiteY6" fmla="*/ 668143 h 1678637"/>
              <a:gd name="connsiteX7" fmla="*/ 2035327 w 3168262"/>
              <a:gd name="connsiteY7" fmla="*/ 926698 h 1678637"/>
              <a:gd name="connsiteX8" fmla="*/ 1871360 w 3168262"/>
              <a:gd name="connsiteY8" fmla="*/ 1633309 h 1678637"/>
              <a:gd name="connsiteX9" fmla="*/ 277479 w 3168262"/>
              <a:gd name="connsiteY9" fmla="*/ 1664839 h 1678637"/>
              <a:gd name="connsiteX10" fmla="*/ 0 w 3168262"/>
              <a:gd name="connsiteY10" fmla="*/ 1387360 h 1678637"/>
              <a:gd name="connsiteX11" fmla="*/ 0 w 3168262"/>
              <a:gd name="connsiteY11" fmla="*/ 277479 h 1678637"/>
              <a:gd name="connsiteX0" fmla="*/ 0 w 3193565"/>
              <a:gd name="connsiteY0" fmla="*/ 277479 h 1678637"/>
              <a:gd name="connsiteX1" fmla="*/ 277479 w 3193565"/>
              <a:gd name="connsiteY1" fmla="*/ 0 h 1678637"/>
              <a:gd name="connsiteX2" fmla="*/ 2867740 w 3193565"/>
              <a:gd name="connsiteY2" fmla="*/ 0 h 1678637"/>
              <a:gd name="connsiteX3" fmla="*/ 3138913 w 3193565"/>
              <a:gd name="connsiteY3" fmla="*/ 447426 h 1678637"/>
              <a:gd name="connsiteX4" fmla="*/ 3069545 w 3193565"/>
              <a:gd name="connsiteY4" fmla="*/ 529407 h 1678637"/>
              <a:gd name="connsiteX5" fmla="*/ 2583968 w 3193565"/>
              <a:gd name="connsiteY5" fmla="*/ 642918 h 1678637"/>
              <a:gd name="connsiteX6" fmla="*/ 2432618 w 3193565"/>
              <a:gd name="connsiteY6" fmla="*/ 668143 h 1678637"/>
              <a:gd name="connsiteX7" fmla="*/ 2035327 w 3193565"/>
              <a:gd name="connsiteY7" fmla="*/ 926698 h 1678637"/>
              <a:gd name="connsiteX8" fmla="*/ 1871360 w 3193565"/>
              <a:gd name="connsiteY8" fmla="*/ 1633309 h 1678637"/>
              <a:gd name="connsiteX9" fmla="*/ 277479 w 3193565"/>
              <a:gd name="connsiteY9" fmla="*/ 1664839 h 1678637"/>
              <a:gd name="connsiteX10" fmla="*/ 0 w 3193565"/>
              <a:gd name="connsiteY10" fmla="*/ 1387360 h 1678637"/>
              <a:gd name="connsiteX11" fmla="*/ 0 w 3193565"/>
              <a:gd name="connsiteY11" fmla="*/ 277479 h 1678637"/>
              <a:gd name="connsiteX0" fmla="*/ 0 w 3193565"/>
              <a:gd name="connsiteY0" fmla="*/ 277479 h 1678637"/>
              <a:gd name="connsiteX1" fmla="*/ 277479 w 3193565"/>
              <a:gd name="connsiteY1" fmla="*/ 0 h 1678637"/>
              <a:gd name="connsiteX2" fmla="*/ 2867740 w 3193565"/>
              <a:gd name="connsiteY2" fmla="*/ 0 h 1678637"/>
              <a:gd name="connsiteX3" fmla="*/ 3138913 w 3193565"/>
              <a:gd name="connsiteY3" fmla="*/ 447426 h 1678637"/>
              <a:gd name="connsiteX4" fmla="*/ 3069545 w 3193565"/>
              <a:gd name="connsiteY4" fmla="*/ 529407 h 1678637"/>
              <a:gd name="connsiteX5" fmla="*/ 2583968 w 3193565"/>
              <a:gd name="connsiteY5" fmla="*/ 642918 h 1678637"/>
              <a:gd name="connsiteX6" fmla="*/ 2432618 w 3193565"/>
              <a:gd name="connsiteY6" fmla="*/ 668143 h 1678637"/>
              <a:gd name="connsiteX7" fmla="*/ 2035327 w 3193565"/>
              <a:gd name="connsiteY7" fmla="*/ 926698 h 1678637"/>
              <a:gd name="connsiteX8" fmla="*/ 1871360 w 3193565"/>
              <a:gd name="connsiteY8" fmla="*/ 1633309 h 1678637"/>
              <a:gd name="connsiteX9" fmla="*/ 277479 w 3193565"/>
              <a:gd name="connsiteY9" fmla="*/ 1664839 h 1678637"/>
              <a:gd name="connsiteX10" fmla="*/ 0 w 3193565"/>
              <a:gd name="connsiteY10" fmla="*/ 1387360 h 1678637"/>
              <a:gd name="connsiteX11" fmla="*/ 0 w 3193565"/>
              <a:gd name="connsiteY11" fmla="*/ 277479 h 1678637"/>
              <a:gd name="connsiteX0" fmla="*/ 0 w 3193565"/>
              <a:gd name="connsiteY0" fmla="*/ 277479 h 1678637"/>
              <a:gd name="connsiteX1" fmla="*/ 277479 w 3193565"/>
              <a:gd name="connsiteY1" fmla="*/ 0 h 1678637"/>
              <a:gd name="connsiteX2" fmla="*/ 2867740 w 3193565"/>
              <a:gd name="connsiteY2" fmla="*/ 0 h 1678637"/>
              <a:gd name="connsiteX3" fmla="*/ 3138913 w 3193565"/>
              <a:gd name="connsiteY3" fmla="*/ 447426 h 1678637"/>
              <a:gd name="connsiteX4" fmla="*/ 3069545 w 3193565"/>
              <a:gd name="connsiteY4" fmla="*/ 529407 h 1678637"/>
              <a:gd name="connsiteX5" fmla="*/ 2583968 w 3193565"/>
              <a:gd name="connsiteY5" fmla="*/ 642918 h 1678637"/>
              <a:gd name="connsiteX6" fmla="*/ 2432618 w 3193565"/>
              <a:gd name="connsiteY6" fmla="*/ 668143 h 1678637"/>
              <a:gd name="connsiteX7" fmla="*/ 2035327 w 3193565"/>
              <a:gd name="connsiteY7" fmla="*/ 926698 h 1678637"/>
              <a:gd name="connsiteX8" fmla="*/ 1871360 w 3193565"/>
              <a:gd name="connsiteY8" fmla="*/ 1633309 h 1678637"/>
              <a:gd name="connsiteX9" fmla="*/ 277479 w 3193565"/>
              <a:gd name="connsiteY9" fmla="*/ 1664839 h 1678637"/>
              <a:gd name="connsiteX10" fmla="*/ 0 w 3193565"/>
              <a:gd name="connsiteY10" fmla="*/ 1387360 h 1678637"/>
              <a:gd name="connsiteX11" fmla="*/ 0 w 3193565"/>
              <a:gd name="connsiteY11" fmla="*/ 277479 h 1678637"/>
              <a:gd name="connsiteX0" fmla="*/ 0 w 3193565"/>
              <a:gd name="connsiteY0" fmla="*/ 277479 h 1678637"/>
              <a:gd name="connsiteX1" fmla="*/ 277479 w 3193565"/>
              <a:gd name="connsiteY1" fmla="*/ 0 h 1678637"/>
              <a:gd name="connsiteX2" fmla="*/ 2867740 w 3193565"/>
              <a:gd name="connsiteY2" fmla="*/ 0 h 1678637"/>
              <a:gd name="connsiteX3" fmla="*/ 3138913 w 3193565"/>
              <a:gd name="connsiteY3" fmla="*/ 447426 h 1678637"/>
              <a:gd name="connsiteX4" fmla="*/ 3056932 w 3193565"/>
              <a:gd name="connsiteY4" fmla="*/ 598775 h 1678637"/>
              <a:gd name="connsiteX5" fmla="*/ 2583968 w 3193565"/>
              <a:gd name="connsiteY5" fmla="*/ 642918 h 1678637"/>
              <a:gd name="connsiteX6" fmla="*/ 2432618 w 3193565"/>
              <a:gd name="connsiteY6" fmla="*/ 668143 h 1678637"/>
              <a:gd name="connsiteX7" fmla="*/ 2035327 w 3193565"/>
              <a:gd name="connsiteY7" fmla="*/ 926698 h 1678637"/>
              <a:gd name="connsiteX8" fmla="*/ 1871360 w 3193565"/>
              <a:gd name="connsiteY8" fmla="*/ 1633309 h 1678637"/>
              <a:gd name="connsiteX9" fmla="*/ 277479 w 3193565"/>
              <a:gd name="connsiteY9" fmla="*/ 1664839 h 1678637"/>
              <a:gd name="connsiteX10" fmla="*/ 0 w 3193565"/>
              <a:gd name="connsiteY10" fmla="*/ 1387360 h 1678637"/>
              <a:gd name="connsiteX11" fmla="*/ 0 w 3193565"/>
              <a:gd name="connsiteY11" fmla="*/ 277479 h 1678637"/>
              <a:gd name="connsiteX0" fmla="*/ 0 w 3193565"/>
              <a:gd name="connsiteY0" fmla="*/ 277479 h 1678637"/>
              <a:gd name="connsiteX1" fmla="*/ 277479 w 3193565"/>
              <a:gd name="connsiteY1" fmla="*/ 0 h 1678637"/>
              <a:gd name="connsiteX2" fmla="*/ 2867740 w 3193565"/>
              <a:gd name="connsiteY2" fmla="*/ 0 h 1678637"/>
              <a:gd name="connsiteX3" fmla="*/ 3138913 w 3193565"/>
              <a:gd name="connsiteY3" fmla="*/ 447426 h 1678637"/>
              <a:gd name="connsiteX4" fmla="*/ 3056932 w 3193565"/>
              <a:gd name="connsiteY4" fmla="*/ 598775 h 1678637"/>
              <a:gd name="connsiteX5" fmla="*/ 2583968 w 3193565"/>
              <a:gd name="connsiteY5" fmla="*/ 642918 h 1678637"/>
              <a:gd name="connsiteX6" fmla="*/ 2432618 w 3193565"/>
              <a:gd name="connsiteY6" fmla="*/ 668143 h 1678637"/>
              <a:gd name="connsiteX7" fmla="*/ 2035327 w 3193565"/>
              <a:gd name="connsiteY7" fmla="*/ 926698 h 1678637"/>
              <a:gd name="connsiteX8" fmla="*/ 1871360 w 3193565"/>
              <a:gd name="connsiteY8" fmla="*/ 1633309 h 1678637"/>
              <a:gd name="connsiteX9" fmla="*/ 277479 w 3193565"/>
              <a:gd name="connsiteY9" fmla="*/ 1664839 h 1678637"/>
              <a:gd name="connsiteX10" fmla="*/ 0 w 3193565"/>
              <a:gd name="connsiteY10" fmla="*/ 1387360 h 1678637"/>
              <a:gd name="connsiteX11" fmla="*/ 0 w 3193565"/>
              <a:gd name="connsiteY11" fmla="*/ 277479 h 1678637"/>
              <a:gd name="connsiteX0" fmla="*/ 0 w 3220970"/>
              <a:gd name="connsiteY0" fmla="*/ 277479 h 1678637"/>
              <a:gd name="connsiteX1" fmla="*/ 277479 w 3220970"/>
              <a:gd name="connsiteY1" fmla="*/ 0 h 1678637"/>
              <a:gd name="connsiteX2" fmla="*/ 2867740 w 3220970"/>
              <a:gd name="connsiteY2" fmla="*/ 0 h 1678637"/>
              <a:gd name="connsiteX3" fmla="*/ 3183056 w 3220970"/>
              <a:gd name="connsiteY3" fmla="*/ 441120 h 1678637"/>
              <a:gd name="connsiteX4" fmla="*/ 3056932 w 3220970"/>
              <a:gd name="connsiteY4" fmla="*/ 598775 h 1678637"/>
              <a:gd name="connsiteX5" fmla="*/ 2583968 w 3220970"/>
              <a:gd name="connsiteY5" fmla="*/ 642918 h 1678637"/>
              <a:gd name="connsiteX6" fmla="*/ 2432618 w 3220970"/>
              <a:gd name="connsiteY6" fmla="*/ 668143 h 1678637"/>
              <a:gd name="connsiteX7" fmla="*/ 2035327 w 3220970"/>
              <a:gd name="connsiteY7" fmla="*/ 926698 h 1678637"/>
              <a:gd name="connsiteX8" fmla="*/ 1871360 w 3220970"/>
              <a:gd name="connsiteY8" fmla="*/ 1633309 h 1678637"/>
              <a:gd name="connsiteX9" fmla="*/ 277479 w 3220970"/>
              <a:gd name="connsiteY9" fmla="*/ 1664839 h 1678637"/>
              <a:gd name="connsiteX10" fmla="*/ 0 w 3220970"/>
              <a:gd name="connsiteY10" fmla="*/ 1387360 h 1678637"/>
              <a:gd name="connsiteX11" fmla="*/ 0 w 3220970"/>
              <a:gd name="connsiteY11" fmla="*/ 277479 h 1678637"/>
              <a:gd name="connsiteX0" fmla="*/ 0 w 3220970"/>
              <a:gd name="connsiteY0" fmla="*/ 277479 h 1678637"/>
              <a:gd name="connsiteX1" fmla="*/ 277479 w 3220970"/>
              <a:gd name="connsiteY1" fmla="*/ 0 h 1678637"/>
              <a:gd name="connsiteX2" fmla="*/ 2867740 w 3220970"/>
              <a:gd name="connsiteY2" fmla="*/ 0 h 1678637"/>
              <a:gd name="connsiteX3" fmla="*/ 3183056 w 3220970"/>
              <a:gd name="connsiteY3" fmla="*/ 441120 h 1678637"/>
              <a:gd name="connsiteX4" fmla="*/ 3050626 w 3220970"/>
              <a:gd name="connsiteY4" fmla="*/ 579857 h 1678637"/>
              <a:gd name="connsiteX5" fmla="*/ 2583968 w 3220970"/>
              <a:gd name="connsiteY5" fmla="*/ 642918 h 1678637"/>
              <a:gd name="connsiteX6" fmla="*/ 2432618 w 3220970"/>
              <a:gd name="connsiteY6" fmla="*/ 668143 h 1678637"/>
              <a:gd name="connsiteX7" fmla="*/ 2035327 w 3220970"/>
              <a:gd name="connsiteY7" fmla="*/ 926698 h 1678637"/>
              <a:gd name="connsiteX8" fmla="*/ 1871360 w 3220970"/>
              <a:gd name="connsiteY8" fmla="*/ 1633309 h 1678637"/>
              <a:gd name="connsiteX9" fmla="*/ 277479 w 3220970"/>
              <a:gd name="connsiteY9" fmla="*/ 1664839 h 1678637"/>
              <a:gd name="connsiteX10" fmla="*/ 0 w 3220970"/>
              <a:gd name="connsiteY10" fmla="*/ 1387360 h 1678637"/>
              <a:gd name="connsiteX11" fmla="*/ 0 w 3220970"/>
              <a:gd name="connsiteY11" fmla="*/ 277479 h 1678637"/>
              <a:gd name="connsiteX0" fmla="*/ 0 w 3220970"/>
              <a:gd name="connsiteY0" fmla="*/ 277479 h 1678637"/>
              <a:gd name="connsiteX1" fmla="*/ 277479 w 3220970"/>
              <a:gd name="connsiteY1" fmla="*/ 0 h 1678637"/>
              <a:gd name="connsiteX2" fmla="*/ 2867740 w 3220970"/>
              <a:gd name="connsiteY2" fmla="*/ 0 h 1678637"/>
              <a:gd name="connsiteX3" fmla="*/ 3183056 w 3220970"/>
              <a:gd name="connsiteY3" fmla="*/ 441120 h 1678637"/>
              <a:gd name="connsiteX4" fmla="*/ 3050626 w 3220970"/>
              <a:gd name="connsiteY4" fmla="*/ 579857 h 1678637"/>
              <a:gd name="connsiteX5" fmla="*/ 2583968 w 3220970"/>
              <a:gd name="connsiteY5" fmla="*/ 642918 h 1678637"/>
              <a:gd name="connsiteX6" fmla="*/ 2432618 w 3220970"/>
              <a:gd name="connsiteY6" fmla="*/ 668143 h 1678637"/>
              <a:gd name="connsiteX7" fmla="*/ 2331718 w 3220970"/>
              <a:gd name="connsiteY7" fmla="*/ 674450 h 1678637"/>
              <a:gd name="connsiteX8" fmla="*/ 2035327 w 3220970"/>
              <a:gd name="connsiteY8" fmla="*/ 926698 h 1678637"/>
              <a:gd name="connsiteX9" fmla="*/ 1871360 w 3220970"/>
              <a:gd name="connsiteY9" fmla="*/ 1633309 h 1678637"/>
              <a:gd name="connsiteX10" fmla="*/ 277479 w 3220970"/>
              <a:gd name="connsiteY10" fmla="*/ 1664839 h 1678637"/>
              <a:gd name="connsiteX11" fmla="*/ 0 w 3220970"/>
              <a:gd name="connsiteY11" fmla="*/ 1387360 h 1678637"/>
              <a:gd name="connsiteX12" fmla="*/ 0 w 3220970"/>
              <a:gd name="connsiteY12" fmla="*/ 277479 h 1678637"/>
              <a:gd name="connsiteX0" fmla="*/ 0 w 3220970"/>
              <a:gd name="connsiteY0" fmla="*/ 277479 h 1678637"/>
              <a:gd name="connsiteX1" fmla="*/ 277479 w 3220970"/>
              <a:gd name="connsiteY1" fmla="*/ 0 h 1678637"/>
              <a:gd name="connsiteX2" fmla="*/ 2867740 w 3220970"/>
              <a:gd name="connsiteY2" fmla="*/ 0 h 1678637"/>
              <a:gd name="connsiteX3" fmla="*/ 3183056 w 3220970"/>
              <a:gd name="connsiteY3" fmla="*/ 441120 h 1678637"/>
              <a:gd name="connsiteX4" fmla="*/ 3050626 w 3220970"/>
              <a:gd name="connsiteY4" fmla="*/ 579857 h 1678637"/>
              <a:gd name="connsiteX5" fmla="*/ 2583968 w 3220970"/>
              <a:gd name="connsiteY5" fmla="*/ 642918 h 1678637"/>
              <a:gd name="connsiteX6" fmla="*/ 2432618 w 3220970"/>
              <a:gd name="connsiteY6" fmla="*/ 668143 h 1678637"/>
              <a:gd name="connsiteX7" fmla="*/ 2331718 w 3220970"/>
              <a:gd name="connsiteY7" fmla="*/ 674450 h 1678637"/>
              <a:gd name="connsiteX8" fmla="*/ 2035327 w 3220970"/>
              <a:gd name="connsiteY8" fmla="*/ 926698 h 1678637"/>
              <a:gd name="connsiteX9" fmla="*/ 1871360 w 3220970"/>
              <a:gd name="connsiteY9" fmla="*/ 1633309 h 1678637"/>
              <a:gd name="connsiteX10" fmla="*/ 277479 w 3220970"/>
              <a:gd name="connsiteY10" fmla="*/ 1664839 h 1678637"/>
              <a:gd name="connsiteX11" fmla="*/ 0 w 3220970"/>
              <a:gd name="connsiteY11" fmla="*/ 1387360 h 1678637"/>
              <a:gd name="connsiteX12" fmla="*/ 0 w 3220970"/>
              <a:gd name="connsiteY12" fmla="*/ 277479 h 1678637"/>
              <a:gd name="connsiteX0" fmla="*/ 0 w 3220970"/>
              <a:gd name="connsiteY0" fmla="*/ 277479 h 1678637"/>
              <a:gd name="connsiteX1" fmla="*/ 277479 w 3220970"/>
              <a:gd name="connsiteY1" fmla="*/ 0 h 1678637"/>
              <a:gd name="connsiteX2" fmla="*/ 2867740 w 3220970"/>
              <a:gd name="connsiteY2" fmla="*/ 0 h 1678637"/>
              <a:gd name="connsiteX3" fmla="*/ 3183056 w 3220970"/>
              <a:gd name="connsiteY3" fmla="*/ 441120 h 1678637"/>
              <a:gd name="connsiteX4" fmla="*/ 3050626 w 3220970"/>
              <a:gd name="connsiteY4" fmla="*/ 579857 h 1678637"/>
              <a:gd name="connsiteX5" fmla="*/ 2583968 w 3220970"/>
              <a:gd name="connsiteY5" fmla="*/ 642918 h 1678637"/>
              <a:gd name="connsiteX6" fmla="*/ 2432618 w 3220970"/>
              <a:gd name="connsiteY6" fmla="*/ 636612 h 1678637"/>
              <a:gd name="connsiteX7" fmla="*/ 2331718 w 3220970"/>
              <a:gd name="connsiteY7" fmla="*/ 674450 h 1678637"/>
              <a:gd name="connsiteX8" fmla="*/ 2035327 w 3220970"/>
              <a:gd name="connsiteY8" fmla="*/ 926698 h 1678637"/>
              <a:gd name="connsiteX9" fmla="*/ 1871360 w 3220970"/>
              <a:gd name="connsiteY9" fmla="*/ 1633309 h 1678637"/>
              <a:gd name="connsiteX10" fmla="*/ 277479 w 3220970"/>
              <a:gd name="connsiteY10" fmla="*/ 1664839 h 1678637"/>
              <a:gd name="connsiteX11" fmla="*/ 0 w 3220970"/>
              <a:gd name="connsiteY11" fmla="*/ 1387360 h 1678637"/>
              <a:gd name="connsiteX12" fmla="*/ 0 w 3220970"/>
              <a:gd name="connsiteY12" fmla="*/ 277479 h 1678637"/>
              <a:gd name="connsiteX0" fmla="*/ 0 w 3220970"/>
              <a:gd name="connsiteY0" fmla="*/ 277479 h 1678637"/>
              <a:gd name="connsiteX1" fmla="*/ 277479 w 3220970"/>
              <a:gd name="connsiteY1" fmla="*/ 0 h 1678637"/>
              <a:gd name="connsiteX2" fmla="*/ 2867740 w 3220970"/>
              <a:gd name="connsiteY2" fmla="*/ 0 h 1678637"/>
              <a:gd name="connsiteX3" fmla="*/ 3183056 w 3220970"/>
              <a:gd name="connsiteY3" fmla="*/ 441120 h 1678637"/>
              <a:gd name="connsiteX4" fmla="*/ 3050626 w 3220970"/>
              <a:gd name="connsiteY4" fmla="*/ 579857 h 1678637"/>
              <a:gd name="connsiteX5" fmla="*/ 2596580 w 3220970"/>
              <a:gd name="connsiteY5" fmla="*/ 617693 h 1678637"/>
              <a:gd name="connsiteX6" fmla="*/ 2432618 w 3220970"/>
              <a:gd name="connsiteY6" fmla="*/ 636612 h 1678637"/>
              <a:gd name="connsiteX7" fmla="*/ 2331718 w 3220970"/>
              <a:gd name="connsiteY7" fmla="*/ 674450 h 1678637"/>
              <a:gd name="connsiteX8" fmla="*/ 2035327 w 3220970"/>
              <a:gd name="connsiteY8" fmla="*/ 926698 h 1678637"/>
              <a:gd name="connsiteX9" fmla="*/ 1871360 w 3220970"/>
              <a:gd name="connsiteY9" fmla="*/ 1633309 h 1678637"/>
              <a:gd name="connsiteX10" fmla="*/ 277479 w 3220970"/>
              <a:gd name="connsiteY10" fmla="*/ 1664839 h 1678637"/>
              <a:gd name="connsiteX11" fmla="*/ 0 w 3220970"/>
              <a:gd name="connsiteY11" fmla="*/ 1387360 h 1678637"/>
              <a:gd name="connsiteX12" fmla="*/ 0 w 3220970"/>
              <a:gd name="connsiteY12" fmla="*/ 277479 h 1678637"/>
              <a:gd name="connsiteX0" fmla="*/ 0 w 3220970"/>
              <a:gd name="connsiteY0" fmla="*/ 277479 h 1678637"/>
              <a:gd name="connsiteX1" fmla="*/ 277479 w 3220970"/>
              <a:gd name="connsiteY1" fmla="*/ 0 h 1678637"/>
              <a:gd name="connsiteX2" fmla="*/ 2867740 w 3220970"/>
              <a:gd name="connsiteY2" fmla="*/ 0 h 1678637"/>
              <a:gd name="connsiteX3" fmla="*/ 3183056 w 3220970"/>
              <a:gd name="connsiteY3" fmla="*/ 441120 h 1678637"/>
              <a:gd name="connsiteX4" fmla="*/ 3050626 w 3220970"/>
              <a:gd name="connsiteY4" fmla="*/ 579857 h 1678637"/>
              <a:gd name="connsiteX5" fmla="*/ 2596580 w 3220970"/>
              <a:gd name="connsiteY5" fmla="*/ 617693 h 1678637"/>
              <a:gd name="connsiteX6" fmla="*/ 2432618 w 3220970"/>
              <a:gd name="connsiteY6" fmla="*/ 636612 h 1678637"/>
              <a:gd name="connsiteX7" fmla="*/ 2331718 w 3220970"/>
              <a:gd name="connsiteY7" fmla="*/ 674450 h 1678637"/>
              <a:gd name="connsiteX8" fmla="*/ 2035327 w 3220970"/>
              <a:gd name="connsiteY8" fmla="*/ 926698 h 1678637"/>
              <a:gd name="connsiteX9" fmla="*/ 1871360 w 3220970"/>
              <a:gd name="connsiteY9" fmla="*/ 1633309 h 1678637"/>
              <a:gd name="connsiteX10" fmla="*/ 277479 w 3220970"/>
              <a:gd name="connsiteY10" fmla="*/ 1664839 h 1678637"/>
              <a:gd name="connsiteX11" fmla="*/ 0 w 3220970"/>
              <a:gd name="connsiteY11" fmla="*/ 1387360 h 1678637"/>
              <a:gd name="connsiteX12" fmla="*/ 0 w 3220970"/>
              <a:gd name="connsiteY12" fmla="*/ 277479 h 1678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20970" h="1678637">
                <a:moveTo>
                  <a:pt x="0" y="277479"/>
                </a:moveTo>
                <a:cubicBezTo>
                  <a:pt x="0" y="124232"/>
                  <a:pt x="124232" y="0"/>
                  <a:pt x="277479" y="0"/>
                </a:cubicBezTo>
                <a:lnTo>
                  <a:pt x="2867740" y="0"/>
                </a:lnTo>
                <a:cubicBezTo>
                  <a:pt x="3340441" y="76673"/>
                  <a:pt x="3212484" y="352886"/>
                  <a:pt x="3183056" y="441120"/>
                </a:cubicBezTo>
                <a:cubicBezTo>
                  <a:pt x="3096873" y="554579"/>
                  <a:pt x="3170444" y="498927"/>
                  <a:pt x="3050626" y="579857"/>
                </a:cubicBezTo>
                <a:cubicBezTo>
                  <a:pt x="2962339" y="610337"/>
                  <a:pt x="2702735" y="594570"/>
                  <a:pt x="2596580" y="617693"/>
                </a:cubicBezTo>
                <a:cubicBezTo>
                  <a:pt x="2490426" y="640816"/>
                  <a:pt x="2473609" y="629255"/>
                  <a:pt x="2432618" y="636612"/>
                </a:cubicBezTo>
                <a:cubicBezTo>
                  <a:pt x="2391627" y="643969"/>
                  <a:pt x="2397933" y="631358"/>
                  <a:pt x="2331718" y="674450"/>
                </a:cubicBezTo>
                <a:cubicBezTo>
                  <a:pt x="2189828" y="717542"/>
                  <a:pt x="2113104" y="768990"/>
                  <a:pt x="2035327" y="926698"/>
                </a:cubicBezTo>
                <a:cubicBezTo>
                  <a:pt x="1957550" y="1084406"/>
                  <a:pt x="2164335" y="1510286"/>
                  <a:pt x="1871360" y="1633309"/>
                </a:cubicBezTo>
                <a:cubicBezTo>
                  <a:pt x="1352679" y="1719493"/>
                  <a:pt x="789854" y="1654329"/>
                  <a:pt x="277479" y="1664839"/>
                </a:cubicBezTo>
                <a:cubicBezTo>
                  <a:pt x="124232" y="1664839"/>
                  <a:pt x="0" y="1540607"/>
                  <a:pt x="0" y="1387360"/>
                </a:cubicBezTo>
                <a:lnTo>
                  <a:pt x="0" y="277479"/>
                </a:lnTo>
                <a:close/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riângulo isósceles 34"/>
          <p:cNvSpPr/>
          <p:nvPr/>
        </p:nvSpPr>
        <p:spPr>
          <a:xfrm>
            <a:off x="4517103" y="2377019"/>
            <a:ext cx="2120200" cy="1855750"/>
          </a:xfrm>
          <a:custGeom>
            <a:avLst/>
            <a:gdLst>
              <a:gd name="connsiteX0" fmla="*/ 0 w 2420277"/>
              <a:gd name="connsiteY0" fmla="*/ 2048380 h 2048380"/>
              <a:gd name="connsiteX1" fmla="*/ 2420277 w 2420277"/>
              <a:gd name="connsiteY1" fmla="*/ 0 h 2048380"/>
              <a:gd name="connsiteX2" fmla="*/ 2420277 w 2420277"/>
              <a:gd name="connsiteY2" fmla="*/ 2048380 h 2048380"/>
              <a:gd name="connsiteX3" fmla="*/ 0 w 2420277"/>
              <a:gd name="connsiteY3" fmla="*/ 2048380 h 2048380"/>
              <a:gd name="connsiteX0" fmla="*/ 0 w 2722811"/>
              <a:gd name="connsiteY0" fmla="*/ 2048380 h 2048380"/>
              <a:gd name="connsiteX1" fmla="*/ 2420277 w 2722811"/>
              <a:gd name="connsiteY1" fmla="*/ 0 h 2048380"/>
              <a:gd name="connsiteX2" fmla="*/ 2420277 w 2722811"/>
              <a:gd name="connsiteY2" fmla="*/ 2048380 h 2048380"/>
              <a:gd name="connsiteX3" fmla="*/ 0 w 2722811"/>
              <a:gd name="connsiteY3" fmla="*/ 2048380 h 2048380"/>
              <a:gd name="connsiteX0" fmla="*/ 0 w 2722811"/>
              <a:gd name="connsiteY0" fmla="*/ 2051110 h 2051110"/>
              <a:gd name="connsiteX1" fmla="*/ 2420277 w 2722811"/>
              <a:gd name="connsiteY1" fmla="*/ 2730 h 2051110"/>
              <a:gd name="connsiteX2" fmla="*/ 2420277 w 2722811"/>
              <a:gd name="connsiteY2" fmla="*/ 2051110 h 2051110"/>
              <a:gd name="connsiteX3" fmla="*/ 0 w 2722811"/>
              <a:gd name="connsiteY3" fmla="*/ 2051110 h 2051110"/>
              <a:gd name="connsiteX0" fmla="*/ 0 w 2667026"/>
              <a:gd name="connsiteY0" fmla="*/ 1761533 h 1761533"/>
              <a:gd name="connsiteX1" fmla="*/ 2294152 w 2667026"/>
              <a:gd name="connsiteY1" fmla="*/ 3238 h 1761533"/>
              <a:gd name="connsiteX2" fmla="*/ 2420277 w 2667026"/>
              <a:gd name="connsiteY2" fmla="*/ 1761533 h 1761533"/>
              <a:gd name="connsiteX3" fmla="*/ 0 w 2667026"/>
              <a:gd name="connsiteY3" fmla="*/ 1761533 h 1761533"/>
              <a:gd name="connsiteX0" fmla="*/ 0 w 2841362"/>
              <a:gd name="connsiteY0" fmla="*/ 1761533 h 1761533"/>
              <a:gd name="connsiteX1" fmla="*/ 2294152 w 2841362"/>
              <a:gd name="connsiteY1" fmla="*/ 3238 h 1761533"/>
              <a:gd name="connsiteX2" fmla="*/ 2420277 w 2841362"/>
              <a:gd name="connsiteY2" fmla="*/ 1761533 h 1761533"/>
              <a:gd name="connsiteX3" fmla="*/ 0 w 2841362"/>
              <a:gd name="connsiteY3" fmla="*/ 1761533 h 1761533"/>
              <a:gd name="connsiteX0" fmla="*/ 0 w 2645300"/>
              <a:gd name="connsiteY0" fmla="*/ 1758296 h 1764602"/>
              <a:gd name="connsiteX1" fmla="*/ 2294152 w 2645300"/>
              <a:gd name="connsiteY1" fmla="*/ 1 h 1764602"/>
              <a:gd name="connsiteX2" fmla="*/ 2123886 w 2645300"/>
              <a:gd name="connsiteY2" fmla="*/ 1764602 h 1764602"/>
              <a:gd name="connsiteX3" fmla="*/ 0 w 2645300"/>
              <a:gd name="connsiteY3" fmla="*/ 1758296 h 1764602"/>
              <a:gd name="connsiteX0" fmla="*/ 0 w 2551740"/>
              <a:gd name="connsiteY0" fmla="*/ 1758296 h 1764602"/>
              <a:gd name="connsiteX1" fmla="*/ 2294152 w 2551740"/>
              <a:gd name="connsiteY1" fmla="*/ 1 h 1764602"/>
              <a:gd name="connsiteX2" fmla="*/ 2123886 w 2551740"/>
              <a:gd name="connsiteY2" fmla="*/ 1764602 h 1764602"/>
              <a:gd name="connsiteX3" fmla="*/ 0 w 2551740"/>
              <a:gd name="connsiteY3" fmla="*/ 1758296 h 1764602"/>
              <a:gd name="connsiteX0" fmla="*/ 119719 w 2671459"/>
              <a:gd name="connsiteY0" fmla="*/ 1758296 h 1764602"/>
              <a:gd name="connsiteX1" fmla="*/ 2413871 w 2671459"/>
              <a:gd name="connsiteY1" fmla="*/ 1 h 1764602"/>
              <a:gd name="connsiteX2" fmla="*/ 2243605 w 2671459"/>
              <a:gd name="connsiteY2" fmla="*/ 1764602 h 1764602"/>
              <a:gd name="connsiteX3" fmla="*/ 119719 w 2671459"/>
              <a:gd name="connsiteY3" fmla="*/ 1758296 h 1764602"/>
              <a:gd name="connsiteX0" fmla="*/ 132860 w 2213860"/>
              <a:gd name="connsiteY0" fmla="*/ 1726781 h 1885908"/>
              <a:gd name="connsiteX1" fmla="*/ 2054946 w 2213860"/>
              <a:gd name="connsiteY1" fmla="*/ 17 h 1885908"/>
              <a:gd name="connsiteX2" fmla="*/ 1884680 w 2213860"/>
              <a:gd name="connsiteY2" fmla="*/ 1764618 h 1885908"/>
              <a:gd name="connsiteX3" fmla="*/ 132860 w 2213860"/>
              <a:gd name="connsiteY3" fmla="*/ 1726781 h 1885908"/>
              <a:gd name="connsiteX0" fmla="*/ 90859 w 2171859"/>
              <a:gd name="connsiteY0" fmla="*/ 1726781 h 1872036"/>
              <a:gd name="connsiteX1" fmla="*/ 2012945 w 2171859"/>
              <a:gd name="connsiteY1" fmla="*/ 17 h 1872036"/>
              <a:gd name="connsiteX2" fmla="*/ 1842679 w 2171859"/>
              <a:gd name="connsiteY2" fmla="*/ 1764618 h 1872036"/>
              <a:gd name="connsiteX3" fmla="*/ 90859 w 2171859"/>
              <a:gd name="connsiteY3" fmla="*/ 1726781 h 1872036"/>
              <a:gd name="connsiteX0" fmla="*/ 90859 w 2140687"/>
              <a:gd name="connsiteY0" fmla="*/ 1726781 h 1797464"/>
              <a:gd name="connsiteX1" fmla="*/ 2012945 w 2140687"/>
              <a:gd name="connsiteY1" fmla="*/ 17 h 1797464"/>
              <a:gd name="connsiteX2" fmla="*/ 1842679 w 2140687"/>
              <a:gd name="connsiteY2" fmla="*/ 1764618 h 1797464"/>
              <a:gd name="connsiteX3" fmla="*/ 90859 w 2140687"/>
              <a:gd name="connsiteY3" fmla="*/ 1726781 h 1797464"/>
              <a:gd name="connsiteX0" fmla="*/ 3 w 2121923"/>
              <a:gd name="connsiteY0" fmla="*/ 1726765 h 1880459"/>
              <a:gd name="connsiteX1" fmla="*/ 1922089 w 2121923"/>
              <a:gd name="connsiteY1" fmla="*/ 1 h 1880459"/>
              <a:gd name="connsiteX2" fmla="*/ 1934703 w 2121923"/>
              <a:gd name="connsiteY2" fmla="*/ 1720458 h 1880459"/>
              <a:gd name="connsiteX3" fmla="*/ 3 w 2121923"/>
              <a:gd name="connsiteY3" fmla="*/ 1726765 h 1880459"/>
              <a:gd name="connsiteX0" fmla="*/ 43679 w 2120200"/>
              <a:gd name="connsiteY0" fmla="*/ 1754242 h 1855750"/>
              <a:gd name="connsiteX1" fmla="*/ 735967 w 2120200"/>
              <a:gd name="connsiteY1" fmla="*/ 763472 h 1855750"/>
              <a:gd name="connsiteX2" fmla="*/ 1965765 w 2120200"/>
              <a:gd name="connsiteY2" fmla="*/ 27478 h 1855750"/>
              <a:gd name="connsiteX3" fmla="*/ 1978379 w 2120200"/>
              <a:gd name="connsiteY3" fmla="*/ 1747935 h 1855750"/>
              <a:gd name="connsiteX4" fmla="*/ 43679 w 2120200"/>
              <a:gd name="connsiteY4" fmla="*/ 1754242 h 185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0200" h="1855750">
                <a:moveTo>
                  <a:pt x="43679" y="1754242"/>
                </a:moveTo>
                <a:cubicBezTo>
                  <a:pt x="-163390" y="1590165"/>
                  <a:pt x="415619" y="1051266"/>
                  <a:pt x="735967" y="763472"/>
                </a:cubicBezTo>
                <a:cubicBezTo>
                  <a:pt x="1056315" y="475678"/>
                  <a:pt x="1758696" y="-136599"/>
                  <a:pt x="1965765" y="27478"/>
                </a:cubicBezTo>
                <a:cubicBezTo>
                  <a:pt x="2172834" y="191555"/>
                  <a:pt x="2166297" y="1636715"/>
                  <a:pt x="1978379" y="1747935"/>
                </a:cubicBezTo>
                <a:cubicBezTo>
                  <a:pt x="1790461" y="1859155"/>
                  <a:pt x="250748" y="1918319"/>
                  <a:pt x="43679" y="1754242"/>
                </a:cubicBezTo>
                <a:close/>
              </a:path>
            </a:pathLst>
          </a:cu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/>
          <p:cNvSpPr txBox="1"/>
          <p:nvPr/>
        </p:nvSpPr>
        <p:spPr>
          <a:xfrm>
            <a:off x="559262" y="3946646"/>
            <a:ext cx="1264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Componente 1</a:t>
            </a:r>
          </a:p>
        </p:txBody>
      </p:sp>
      <p:cxnSp>
        <p:nvCxnSpPr>
          <p:cNvPr id="37" name="Conector de seta reta 36"/>
          <p:cNvCxnSpPr/>
          <p:nvPr/>
        </p:nvCxnSpPr>
        <p:spPr>
          <a:xfrm flipH="1" flipV="1">
            <a:off x="6748782" y="3474721"/>
            <a:ext cx="333088" cy="13873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/>
          <p:cNvSpPr txBox="1"/>
          <p:nvPr/>
        </p:nvSpPr>
        <p:spPr>
          <a:xfrm>
            <a:off x="6975003" y="3596038"/>
            <a:ext cx="1264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Componente 2</a:t>
            </a:r>
          </a:p>
        </p:txBody>
      </p:sp>
      <p:cxnSp>
        <p:nvCxnSpPr>
          <p:cNvPr id="41" name="Conector de seta reta 40"/>
          <p:cNvCxnSpPr/>
          <p:nvPr/>
        </p:nvCxnSpPr>
        <p:spPr>
          <a:xfrm flipV="1">
            <a:off x="1558717" y="3673459"/>
            <a:ext cx="390867" cy="273187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81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13" grpId="0"/>
      <p:bldP spid="15" grpId="0" animBg="1"/>
      <p:bldP spid="28" grpId="0" animBg="1"/>
      <p:bldP spid="29" grpId="0" animBg="1"/>
      <p:bldP spid="30" grpId="0" animBg="1"/>
      <p:bldP spid="34" grpId="0" animBg="1"/>
      <p:bldP spid="35" grpId="0" animBg="1"/>
      <p:bldP spid="36" grpId="0"/>
      <p:bldP spid="4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Alguns Tipos de Grafos</a:t>
            </a:r>
          </a:p>
        </p:txBody>
      </p:sp>
    </p:spTree>
    <p:extLst>
      <p:ext uri="{BB962C8B-B14F-4D97-AF65-F5344CB8AC3E}">
        <p14:creationId xmlns:p14="http://schemas.microsoft.com/office/powerpoint/2010/main" val="35751449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Regular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grafo regular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aquele em que todos os vértices possuem o mesmo grau.  </a:t>
            </a:r>
          </a:p>
          <a:p>
            <a:endParaRPr lang="pt-BR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regular com vértices de grau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chamado 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grafo </a:t>
            </a:r>
            <a:r>
              <a:rPr lang="pt-BR" sz="20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‑regular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ou grafo regular de grau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171666" y="4044532"/>
            <a:ext cx="1451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0-regular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3795580" y="4011500"/>
            <a:ext cx="1451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1-regular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6419496" y="4011500"/>
            <a:ext cx="14514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Grafo 2-regular</a:t>
            </a:r>
          </a:p>
        </p:txBody>
      </p:sp>
      <p:sp>
        <p:nvSpPr>
          <p:cNvPr id="35" name="Elipse 34"/>
          <p:cNvSpPr/>
          <p:nvPr/>
        </p:nvSpPr>
        <p:spPr>
          <a:xfrm>
            <a:off x="1230688" y="369653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36" name="Elipse 35"/>
          <p:cNvSpPr/>
          <p:nvPr/>
        </p:nvSpPr>
        <p:spPr>
          <a:xfrm>
            <a:off x="2316600" y="369653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37" name="Elipse 36"/>
          <p:cNvSpPr/>
          <p:nvPr/>
        </p:nvSpPr>
        <p:spPr>
          <a:xfrm>
            <a:off x="2316600" y="2678702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38" name="Elipse 37"/>
          <p:cNvSpPr/>
          <p:nvPr/>
        </p:nvSpPr>
        <p:spPr>
          <a:xfrm>
            <a:off x="1230688" y="268283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45" name="Elipse 44"/>
          <p:cNvSpPr/>
          <p:nvPr/>
        </p:nvSpPr>
        <p:spPr>
          <a:xfrm>
            <a:off x="3854604" y="370066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46" name="Elipse 45"/>
          <p:cNvSpPr/>
          <p:nvPr/>
        </p:nvSpPr>
        <p:spPr>
          <a:xfrm>
            <a:off x="4940516" y="370066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47" name="Elipse 46"/>
          <p:cNvSpPr/>
          <p:nvPr/>
        </p:nvSpPr>
        <p:spPr>
          <a:xfrm>
            <a:off x="4940516" y="268283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48" name="Elipse 47"/>
          <p:cNvSpPr/>
          <p:nvPr/>
        </p:nvSpPr>
        <p:spPr>
          <a:xfrm>
            <a:off x="3854604" y="268697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50" name="Conector reto 49"/>
          <p:cNvCxnSpPr>
            <a:stCxn id="47" idx="2"/>
            <a:endCxn id="48" idx="6"/>
          </p:cNvCxnSpPr>
          <p:nvPr/>
        </p:nvCxnSpPr>
        <p:spPr>
          <a:xfrm flipH="1">
            <a:off x="4102069" y="2797657"/>
            <a:ext cx="838447" cy="41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>
            <a:stCxn id="45" idx="6"/>
            <a:endCxn id="46" idx="2"/>
          </p:cNvCxnSpPr>
          <p:nvPr/>
        </p:nvCxnSpPr>
        <p:spPr>
          <a:xfrm>
            <a:off x="4102069" y="3815488"/>
            <a:ext cx="8384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/>
        </p:nvSpPr>
        <p:spPr>
          <a:xfrm>
            <a:off x="6478520" y="370066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6" name="Elipse 55"/>
          <p:cNvSpPr/>
          <p:nvPr/>
        </p:nvSpPr>
        <p:spPr>
          <a:xfrm>
            <a:off x="7564432" y="370066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7" name="Elipse 56"/>
          <p:cNvSpPr/>
          <p:nvPr/>
        </p:nvSpPr>
        <p:spPr>
          <a:xfrm>
            <a:off x="7564432" y="268283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8" name="Elipse 57"/>
          <p:cNvSpPr/>
          <p:nvPr/>
        </p:nvSpPr>
        <p:spPr>
          <a:xfrm>
            <a:off x="6478520" y="268697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59" name="Conector reto 58"/>
          <p:cNvCxnSpPr>
            <a:stCxn id="55" idx="0"/>
            <a:endCxn id="58" idx="4"/>
          </p:cNvCxnSpPr>
          <p:nvPr/>
        </p:nvCxnSpPr>
        <p:spPr>
          <a:xfrm flipV="1">
            <a:off x="6602253" y="2916612"/>
            <a:ext cx="0" cy="7840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7" idx="2"/>
            <a:endCxn id="58" idx="6"/>
          </p:cNvCxnSpPr>
          <p:nvPr/>
        </p:nvCxnSpPr>
        <p:spPr>
          <a:xfrm flipH="1">
            <a:off x="6725985" y="2797657"/>
            <a:ext cx="838447" cy="41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>
            <a:stCxn id="57" idx="4"/>
            <a:endCxn id="56" idx="0"/>
          </p:cNvCxnSpPr>
          <p:nvPr/>
        </p:nvCxnSpPr>
        <p:spPr>
          <a:xfrm>
            <a:off x="7688165" y="2912478"/>
            <a:ext cx="0" cy="7881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5" idx="6"/>
            <a:endCxn id="56" idx="2"/>
          </p:cNvCxnSpPr>
          <p:nvPr/>
        </p:nvCxnSpPr>
        <p:spPr>
          <a:xfrm>
            <a:off x="6725985" y="3815488"/>
            <a:ext cx="8384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79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33" grpId="0"/>
      <p:bldP spid="35" grpId="0" animBg="1"/>
      <p:bldP spid="36" grpId="0" animBg="1"/>
      <p:bldP spid="37" grpId="0" animBg="1"/>
      <p:bldP spid="38" grpId="0" animBg="1"/>
      <p:bldP spid="45" grpId="0" animBg="1"/>
      <p:bldP spid="46" grpId="0" animBg="1"/>
      <p:bldP spid="47" grpId="0" animBg="1"/>
      <p:bldP spid="48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Completo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grafo completo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 </a:t>
            </a:r>
            <a:r>
              <a:rPr lang="pt-BR" sz="20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vértices – denominado 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i="1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– é um grafo simples contendo uma aresta para cada par de vértices distintos.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Todo grafo completo é regular.</a:t>
            </a:r>
          </a:p>
        </p:txBody>
      </p:sp>
      <p:sp>
        <p:nvSpPr>
          <p:cNvPr id="3" name="Retângulo 2"/>
          <p:cNvSpPr/>
          <p:nvPr/>
        </p:nvSpPr>
        <p:spPr>
          <a:xfrm>
            <a:off x="826108" y="3628601"/>
            <a:ext cx="38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2004979" y="3628601"/>
            <a:ext cx="38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3583431" y="3627734"/>
            <a:ext cx="38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lang="pt-BR" dirty="0"/>
          </a:p>
        </p:txBody>
      </p:sp>
      <p:sp>
        <p:nvSpPr>
          <p:cNvPr id="8" name="Retângulo 7"/>
          <p:cNvSpPr/>
          <p:nvPr/>
        </p:nvSpPr>
        <p:spPr>
          <a:xfrm>
            <a:off x="5414355" y="3638507"/>
            <a:ext cx="38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7487930" y="3628691"/>
            <a:ext cx="383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pt-BR" dirty="0"/>
          </a:p>
        </p:txBody>
      </p:sp>
      <p:sp>
        <p:nvSpPr>
          <p:cNvPr id="10" name="Elipse 9"/>
          <p:cNvSpPr/>
          <p:nvPr/>
        </p:nvSpPr>
        <p:spPr>
          <a:xfrm>
            <a:off x="826108" y="296907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18" name="Elipse 17"/>
          <p:cNvSpPr/>
          <p:nvPr/>
        </p:nvSpPr>
        <p:spPr>
          <a:xfrm>
            <a:off x="1696991" y="296907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19" name="Elipse 18"/>
          <p:cNvSpPr/>
          <p:nvPr/>
        </p:nvSpPr>
        <p:spPr>
          <a:xfrm>
            <a:off x="2444141" y="296907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0" name="Elipse 19"/>
          <p:cNvSpPr/>
          <p:nvPr/>
        </p:nvSpPr>
        <p:spPr>
          <a:xfrm>
            <a:off x="3186578" y="329204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1" name="Elipse 20"/>
          <p:cNvSpPr/>
          <p:nvPr/>
        </p:nvSpPr>
        <p:spPr>
          <a:xfrm>
            <a:off x="4086107" y="3283271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2" name="Elipse 21"/>
          <p:cNvSpPr/>
          <p:nvPr/>
        </p:nvSpPr>
        <p:spPr>
          <a:xfrm>
            <a:off x="3652258" y="251268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3" name="Elipse 22"/>
          <p:cNvSpPr/>
          <p:nvPr/>
        </p:nvSpPr>
        <p:spPr>
          <a:xfrm>
            <a:off x="4943107" y="341299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4" name="Elipse 23"/>
          <p:cNvSpPr/>
          <p:nvPr/>
        </p:nvSpPr>
        <p:spPr>
          <a:xfrm>
            <a:off x="6029019" y="341299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5" name="Elipse 24"/>
          <p:cNvSpPr/>
          <p:nvPr/>
        </p:nvSpPr>
        <p:spPr>
          <a:xfrm>
            <a:off x="6029019" y="239516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6" name="Elipse 25"/>
          <p:cNvSpPr/>
          <p:nvPr/>
        </p:nvSpPr>
        <p:spPr>
          <a:xfrm>
            <a:off x="4943107" y="2399302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27" name="Conector reto 26"/>
          <p:cNvCxnSpPr>
            <a:stCxn id="18" idx="6"/>
            <a:endCxn id="19" idx="2"/>
          </p:cNvCxnSpPr>
          <p:nvPr/>
        </p:nvCxnSpPr>
        <p:spPr>
          <a:xfrm>
            <a:off x="1944456" y="3083891"/>
            <a:ext cx="4996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/>
          <p:cNvCxnSpPr>
            <a:stCxn id="20" idx="6"/>
            <a:endCxn id="21" idx="2"/>
          </p:cNvCxnSpPr>
          <p:nvPr/>
        </p:nvCxnSpPr>
        <p:spPr>
          <a:xfrm flipV="1">
            <a:off x="3434043" y="3398092"/>
            <a:ext cx="652064" cy="876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/>
          <p:cNvCxnSpPr>
            <a:stCxn id="20" idx="0"/>
            <a:endCxn id="22" idx="3"/>
          </p:cNvCxnSpPr>
          <p:nvPr/>
        </p:nvCxnSpPr>
        <p:spPr>
          <a:xfrm flipV="1">
            <a:off x="3310311" y="2708699"/>
            <a:ext cx="378187" cy="5833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/>
          <p:cNvCxnSpPr>
            <a:stCxn id="21" idx="0"/>
            <a:endCxn id="22" idx="5"/>
          </p:cNvCxnSpPr>
          <p:nvPr/>
        </p:nvCxnSpPr>
        <p:spPr>
          <a:xfrm flipH="1" flipV="1">
            <a:off x="3863483" y="2708699"/>
            <a:ext cx="346357" cy="57457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/>
          <p:cNvCxnSpPr>
            <a:stCxn id="23" idx="0"/>
            <a:endCxn id="26" idx="4"/>
          </p:cNvCxnSpPr>
          <p:nvPr/>
        </p:nvCxnSpPr>
        <p:spPr>
          <a:xfrm flipV="1">
            <a:off x="5066840" y="2628944"/>
            <a:ext cx="0" cy="7840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25" idx="2"/>
            <a:endCxn id="26" idx="6"/>
          </p:cNvCxnSpPr>
          <p:nvPr/>
        </p:nvCxnSpPr>
        <p:spPr>
          <a:xfrm flipH="1">
            <a:off x="5190572" y="2509989"/>
            <a:ext cx="838447" cy="41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25" idx="4"/>
            <a:endCxn id="24" idx="0"/>
          </p:cNvCxnSpPr>
          <p:nvPr/>
        </p:nvCxnSpPr>
        <p:spPr>
          <a:xfrm>
            <a:off x="6152752" y="2624810"/>
            <a:ext cx="0" cy="7881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23" idx="6"/>
            <a:endCxn id="24" idx="2"/>
          </p:cNvCxnSpPr>
          <p:nvPr/>
        </p:nvCxnSpPr>
        <p:spPr>
          <a:xfrm>
            <a:off x="5190572" y="3527820"/>
            <a:ext cx="8384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25" idx="3"/>
            <a:endCxn id="23" idx="7"/>
          </p:cNvCxnSpPr>
          <p:nvPr/>
        </p:nvCxnSpPr>
        <p:spPr>
          <a:xfrm flipH="1">
            <a:off x="5154332" y="2591180"/>
            <a:ext cx="910927" cy="8554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>
            <a:stCxn id="26" idx="5"/>
            <a:endCxn id="24" idx="1"/>
          </p:cNvCxnSpPr>
          <p:nvPr/>
        </p:nvCxnSpPr>
        <p:spPr>
          <a:xfrm>
            <a:off x="5154332" y="2595314"/>
            <a:ext cx="910927" cy="8513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7105566" y="3398092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8" name="Elipse 57"/>
          <p:cNvSpPr/>
          <p:nvPr/>
        </p:nvSpPr>
        <p:spPr>
          <a:xfrm>
            <a:off x="8006268" y="3398092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9" name="Elipse 58"/>
          <p:cNvSpPr/>
          <p:nvPr/>
        </p:nvSpPr>
        <p:spPr>
          <a:xfrm>
            <a:off x="8253733" y="241443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60" name="Elipse 59"/>
          <p:cNvSpPr/>
          <p:nvPr/>
        </p:nvSpPr>
        <p:spPr>
          <a:xfrm>
            <a:off x="6790521" y="2422115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61" name="Conector reto 60"/>
          <p:cNvCxnSpPr>
            <a:stCxn id="57" idx="1"/>
            <a:endCxn id="60" idx="4"/>
          </p:cNvCxnSpPr>
          <p:nvPr/>
        </p:nvCxnSpPr>
        <p:spPr>
          <a:xfrm flipH="1" flipV="1">
            <a:off x="6914254" y="2651757"/>
            <a:ext cx="227552" cy="7799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9" idx="2"/>
            <a:endCxn id="60" idx="6"/>
          </p:cNvCxnSpPr>
          <p:nvPr/>
        </p:nvCxnSpPr>
        <p:spPr>
          <a:xfrm flipH="1">
            <a:off x="7037986" y="2529258"/>
            <a:ext cx="1215747" cy="76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59" idx="4"/>
            <a:endCxn id="58" idx="7"/>
          </p:cNvCxnSpPr>
          <p:nvPr/>
        </p:nvCxnSpPr>
        <p:spPr>
          <a:xfrm flipH="1">
            <a:off x="8217493" y="2644079"/>
            <a:ext cx="159973" cy="7876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57" idx="6"/>
            <a:endCxn id="58" idx="2"/>
          </p:cNvCxnSpPr>
          <p:nvPr/>
        </p:nvCxnSpPr>
        <p:spPr>
          <a:xfrm>
            <a:off x="7353031" y="3512913"/>
            <a:ext cx="6532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9" idx="3"/>
            <a:endCxn id="57" idx="7"/>
          </p:cNvCxnSpPr>
          <p:nvPr/>
        </p:nvCxnSpPr>
        <p:spPr>
          <a:xfrm flipH="1">
            <a:off x="7316791" y="2610449"/>
            <a:ext cx="973182" cy="8212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0" idx="5"/>
            <a:endCxn id="58" idx="1"/>
          </p:cNvCxnSpPr>
          <p:nvPr/>
        </p:nvCxnSpPr>
        <p:spPr>
          <a:xfrm>
            <a:off x="7001746" y="2618127"/>
            <a:ext cx="1040762" cy="8135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/>
          <p:cNvSpPr/>
          <p:nvPr/>
        </p:nvSpPr>
        <p:spPr>
          <a:xfrm>
            <a:off x="7544345" y="19264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83" name="Conector reto 82"/>
          <p:cNvCxnSpPr>
            <a:stCxn id="60" idx="0"/>
            <a:endCxn id="82" idx="2"/>
          </p:cNvCxnSpPr>
          <p:nvPr/>
        </p:nvCxnSpPr>
        <p:spPr>
          <a:xfrm flipV="1">
            <a:off x="6914254" y="2041244"/>
            <a:ext cx="630091" cy="3808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/>
          <p:cNvCxnSpPr>
            <a:stCxn id="59" idx="0"/>
            <a:endCxn id="82" idx="6"/>
          </p:cNvCxnSpPr>
          <p:nvPr/>
        </p:nvCxnSpPr>
        <p:spPr>
          <a:xfrm flipH="1" flipV="1">
            <a:off x="7791810" y="2041244"/>
            <a:ext cx="585656" cy="373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>
            <a:stCxn id="58" idx="0"/>
            <a:endCxn id="82" idx="5"/>
          </p:cNvCxnSpPr>
          <p:nvPr/>
        </p:nvCxnSpPr>
        <p:spPr>
          <a:xfrm flipH="1" flipV="1">
            <a:off x="7755570" y="2122435"/>
            <a:ext cx="374431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57" idx="0"/>
            <a:endCxn id="82" idx="3"/>
          </p:cNvCxnSpPr>
          <p:nvPr/>
        </p:nvCxnSpPr>
        <p:spPr>
          <a:xfrm flipV="1">
            <a:off x="7229299" y="2122435"/>
            <a:ext cx="351286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120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57" grpId="0" animBg="1"/>
      <p:bldP spid="58" grpId="0" animBg="1"/>
      <p:bldP spid="59" grpId="0" animBg="1"/>
      <p:bldP spid="60" grpId="0" animBg="1"/>
      <p:bldP spid="8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Completo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397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número de arestas de um grafo completo </a:t>
                </a:r>
                <a:r>
                  <a:rPr lang="pt-BR" sz="2000" i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K</a:t>
                </a:r>
                <a:r>
                  <a:rPr lang="pt-BR" sz="2000" i="1" baseline="-250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é dado por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pt-BR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397498"/>
              </a:xfrm>
              <a:prstGeom prst="rect">
                <a:avLst/>
              </a:prstGeom>
              <a:blipFill rotWithShape="0">
                <a:blip r:embed="rId2"/>
                <a:stretch>
                  <a:fillRect l="-796" t="-26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/>
          <p:cNvSpPr/>
          <p:nvPr/>
        </p:nvSpPr>
        <p:spPr>
          <a:xfrm>
            <a:off x="1260388" y="3842655"/>
            <a:ext cx="381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5299624" y="3997253"/>
            <a:ext cx="383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pt-BR" dirty="0"/>
          </a:p>
        </p:txBody>
      </p:sp>
      <p:sp>
        <p:nvSpPr>
          <p:cNvPr id="23" name="Elipse 22"/>
          <p:cNvSpPr/>
          <p:nvPr/>
        </p:nvSpPr>
        <p:spPr>
          <a:xfrm>
            <a:off x="789140" y="361714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4" name="Elipse 23"/>
          <p:cNvSpPr/>
          <p:nvPr/>
        </p:nvSpPr>
        <p:spPr>
          <a:xfrm>
            <a:off x="1875052" y="361714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5" name="Elipse 24"/>
          <p:cNvSpPr/>
          <p:nvPr/>
        </p:nvSpPr>
        <p:spPr>
          <a:xfrm>
            <a:off x="1875052" y="259931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26" name="Elipse 25"/>
          <p:cNvSpPr/>
          <p:nvPr/>
        </p:nvSpPr>
        <p:spPr>
          <a:xfrm>
            <a:off x="789140" y="260345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39" name="Conector reto 38"/>
          <p:cNvCxnSpPr>
            <a:stCxn id="23" idx="0"/>
            <a:endCxn id="26" idx="4"/>
          </p:cNvCxnSpPr>
          <p:nvPr/>
        </p:nvCxnSpPr>
        <p:spPr>
          <a:xfrm flipV="1">
            <a:off x="912873" y="2833092"/>
            <a:ext cx="0" cy="78405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/>
          <p:cNvCxnSpPr>
            <a:stCxn id="25" idx="2"/>
            <a:endCxn id="26" idx="6"/>
          </p:cNvCxnSpPr>
          <p:nvPr/>
        </p:nvCxnSpPr>
        <p:spPr>
          <a:xfrm flipH="1">
            <a:off x="1036605" y="2714137"/>
            <a:ext cx="838447" cy="413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25" idx="4"/>
            <a:endCxn id="24" idx="0"/>
          </p:cNvCxnSpPr>
          <p:nvPr/>
        </p:nvCxnSpPr>
        <p:spPr>
          <a:xfrm>
            <a:off x="1998785" y="2828958"/>
            <a:ext cx="0" cy="78818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23" idx="6"/>
            <a:endCxn id="24" idx="2"/>
          </p:cNvCxnSpPr>
          <p:nvPr/>
        </p:nvCxnSpPr>
        <p:spPr>
          <a:xfrm>
            <a:off x="1036605" y="3731968"/>
            <a:ext cx="83844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25" idx="3"/>
            <a:endCxn id="23" idx="7"/>
          </p:cNvCxnSpPr>
          <p:nvPr/>
        </p:nvCxnSpPr>
        <p:spPr>
          <a:xfrm flipH="1">
            <a:off x="1000365" y="2795328"/>
            <a:ext cx="910927" cy="8554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>
            <a:stCxn id="26" idx="5"/>
            <a:endCxn id="24" idx="1"/>
          </p:cNvCxnSpPr>
          <p:nvPr/>
        </p:nvCxnSpPr>
        <p:spPr>
          <a:xfrm>
            <a:off x="1000365" y="2799462"/>
            <a:ext cx="910927" cy="85131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Elipse 56"/>
          <p:cNvSpPr/>
          <p:nvPr/>
        </p:nvSpPr>
        <p:spPr>
          <a:xfrm>
            <a:off x="4917260" y="37666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8" name="Elipse 57"/>
          <p:cNvSpPr/>
          <p:nvPr/>
        </p:nvSpPr>
        <p:spPr>
          <a:xfrm>
            <a:off x="5817962" y="37666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9" name="Elipse 58"/>
          <p:cNvSpPr/>
          <p:nvPr/>
        </p:nvSpPr>
        <p:spPr>
          <a:xfrm>
            <a:off x="6065427" y="278299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60" name="Elipse 59"/>
          <p:cNvSpPr/>
          <p:nvPr/>
        </p:nvSpPr>
        <p:spPr>
          <a:xfrm>
            <a:off x="4602215" y="279067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61" name="Conector reto 60"/>
          <p:cNvCxnSpPr>
            <a:stCxn id="57" idx="1"/>
            <a:endCxn id="60" idx="4"/>
          </p:cNvCxnSpPr>
          <p:nvPr/>
        </p:nvCxnSpPr>
        <p:spPr>
          <a:xfrm flipH="1" flipV="1">
            <a:off x="4725948" y="3020319"/>
            <a:ext cx="227552" cy="7799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9" idx="2"/>
            <a:endCxn id="60" idx="6"/>
          </p:cNvCxnSpPr>
          <p:nvPr/>
        </p:nvCxnSpPr>
        <p:spPr>
          <a:xfrm flipH="1">
            <a:off x="4849680" y="2897820"/>
            <a:ext cx="1215747" cy="76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59" idx="4"/>
            <a:endCxn id="58" idx="7"/>
          </p:cNvCxnSpPr>
          <p:nvPr/>
        </p:nvCxnSpPr>
        <p:spPr>
          <a:xfrm flipH="1">
            <a:off x="6029187" y="3012641"/>
            <a:ext cx="159973" cy="7876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/>
          <p:cNvCxnSpPr>
            <a:stCxn id="57" idx="6"/>
            <a:endCxn id="58" idx="2"/>
          </p:cNvCxnSpPr>
          <p:nvPr/>
        </p:nvCxnSpPr>
        <p:spPr>
          <a:xfrm>
            <a:off x="5164725" y="3881475"/>
            <a:ext cx="6532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9" idx="3"/>
            <a:endCxn id="57" idx="7"/>
          </p:cNvCxnSpPr>
          <p:nvPr/>
        </p:nvCxnSpPr>
        <p:spPr>
          <a:xfrm flipH="1">
            <a:off x="5128485" y="2979011"/>
            <a:ext cx="973182" cy="8212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0" idx="5"/>
            <a:endCxn id="58" idx="1"/>
          </p:cNvCxnSpPr>
          <p:nvPr/>
        </p:nvCxnSpPr>
        <p:spPr>
          <a:xfrm>
            <a:off x="4813440" y="2986689"/>
            <a:ext cx="1040762" cy="8135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/>
          <p:cNvSpPr/>
          <p:nvPr/>
        </p:nvSpPr>
        <p:spPr>
          <a:xfrm>
            <a:off x="5356039" y="2294985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83" name="Conector reto 82"/>
          <p:cNvCxnSpPr>
            <a:stCxn id="60" idx="0"/>
            <a:endCxn id="82" idx="2"/>
          </p:cNvCxnSpPr>
          <p:nvPr/>
        </p:nvCxnSpPr>
        <p:spPr>
          <a:xfrm flipV="1">
            <a:off x="4725948" y="2409806"/>
            <a:ext cx="630091" cy="3808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to 86"/>
          <p:cNvCxnSpPr>
            <a:stCxn id="59" idx="0"/>
            <a:endCxn id="82" idx="6"/>
          </p:cNvCxnSpPr>
          <p:nvPr/>
        </p:nvCxnSpPr>
        <p:spPr>
          <a:xfrm flipH="1" flipV="1">
            <a:off x="5603504" y="2409806"/>
            <a:ext cx="585656" cy="373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90"/>
          <p:cNvCxnSpPr>
            <a:stCxn id="58" idx="0"/>
            <a:endCxn id="82" idx="5"/>
          </p:cNvCxnSpPr>
          <p:nvPr/>
        </p:nvCxnSpPr>
        <p:spPr>
          <a:xfrm flipH="1" flipV="1">
            <a:off x="5567264" y="2490997"/>
            <a:ext cx="374431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96"/>
          <p:cNvCxnSpPr>
            <a:stCxn id="57" idx="0"/>
            <a:endCxn id="82" idx="3"/>
          </p:cNvCxnSpPr>
          <p:nvPr/>
        </p:nvCxnSpPr>
        <p:spPr>
          <a:xfrm flipV="1">
            <a:off x="5040993" y="2490997"/>
            <a:ext cx="351286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2218368" y="2599316"/>
                <a:ext cx="1802929" cy="1257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1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pt-BR" sz="1600" dirty="0"/>
                  <a:t>       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pt-BR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pt-BR" sz="1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8368" y="2599316"/>
                <a:ext cx="1802929" cy="1257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tângulo 45"/>
              <p:cNvSpPr/>
              <p:nvPr/>
            </p:nvSpPr>
            <p:spPr>
              <a:xfrm>
                <a:off x="6365011" y="2551176"/>
                <a:ext cx="1802929" cy="1257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14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sz="14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4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14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pt-BR" sz="14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pt-BR" sz="14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14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pt-BR" sz="1600" dirty="0"/>
                  <a:t>       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6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pt-BR" sz="16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pt-BR" sz="1600" b="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pt-BR" sz="14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       </a:t>
                </a:r>
                <a14:m>
                  <m:oMath xmlns:m="http://schemas.openxmlformats.org/officeDocument/2006/math">
                    <m:r>
                      <a:rPr lang="pt-BR" sz="16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16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lang="pt-BR" sz="11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Retângulo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011" y="2551176"/>
                <a:ext cx="1802929" cy="1257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368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3" grpId="0" animBg="1"/>
      <p:bldP spid="24" grpId="0" animBg="1"/>
      <p:bldP spid="25" grpId="0" animBg="1"/>
      <p:bldP spid="26" grpId="0" animBg="1"/>
      <p:bldP spid="57" grpId="0" animBg="1"/>
      <p:bldP spid="58" grpId="0" animBg="1"/>
      <p:bldP spid="59" grpId="0" animBg="1"/>
      <p:bldP spid="60" grpId="0" animBg="1"/>
      <p:bldP spid="82" grpId="0" animBg="1"/>
      <p:bldP spid="4" grpId="0"/>
      <p:bldP spid="4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Nulo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grafo nulo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(ou vazio) é aquele sem nenhuma aresta (ou todos os vértices são isolados).   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Elipse 5"/>
          <p:cNvSpPr/>
          <p:nvPr/>
        </p:nvSpPr>
        <p:spPr>
          <a:xfrm>
            <a:off x="3986681" y="3617832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7" name="Elipse 6"/>
          <p:cNvSpPr/>
          <p:nvPr/>
        </p:nvSpPr>
        <p:spPr>
          <a:xfrm>
            <a:off x="4887383" y="3617832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8" name="Elipse 7"/>
          <p:cNvSpPr/>
          <p:nvPr/>
        </p:nvSpPr>
        <p:spPr>
          <a:xfrm>
            <a:off x="5219909" y="2713895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9" name="Elipse 8"/>
          <p:cNvSpPr/>
          <p:nvPr/>
        </p:nvSpPr>
        <p:spPr>
          <a:xfrm>
            <a:off x="3629106" y="2713895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16" name="Elipse 15"/>
          <p:cNvSpPr/>
          <p:nvPr/>
        </p:nvSpPr>
        <p:spPr>
          <a:xfrm>
            <a:off x="4425460" y="214616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99483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Complementar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597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um grafo G = (V, E), 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grafo complementar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G – representado por C(G) ou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pt-BR" sz="2000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rPr>
                          <m:t>G</m:t>
                        </m:r>
                      </m:e>
                    </m:ba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– possui: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os mesmo vértices de G e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as arestas que faltam em G para ele se tornar um grafo completo.</a:t>
                </a:r>
              </a:p>
              <a:p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597360"/>
              </a:xfrm>
              <a:prstGeom prst="rect">
                <a:avLst/>
              </a:prstGeom>
              <a:blipFill rotWithShape="0">
                <a:blip r:embed="rId2"/>
                <a:stretch>
                  <a:fillRect l="-796" t="-30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6184427" y="3675954"/>
                <a:ext cx="383438" cy="3941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nor/>
                            </m:rPr>
                            <a:rPr lang="pt-BR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m:t>G</m:t>
                          </m:r>
                        </m:e>
                      </m:ba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427" y="3675954"/>
                <a:ext cx="383438" cy="39414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6663253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7" name="Elipse 6"/>
          <p:cNvSpPr/>
          <p:nvPr/>
        </p:nvSpPr>
        <p:spPr>
          <a:xfrm>
            <a:off x="7563955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8" name="Elipse 7"/>
          <p:cNvSpPr/>
          <p:nvPr/>
        </p:nvSpPr>
        <p:spPr>
          <a:xfrm>
            <a:off x="7811420" y="312326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9" name="Elipse 8"/>
          <p:cNvSpPr/>
          <p:nvPr/>
        </p:nvSpPr>
        <p:spPr>
          <a:xfrm>
            <a:off x="6348208" y="313094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12" name="Conector reto 11"/>
          <p:cNvCxnSpPr>
            <a:stCxn id="8" idx="4"/>
            <a:endCxn id="7" idx="7"/>
          </p:cNvCxnSpPr>
          <p:nvPr/>
        </p:nvCxnSpPr>
        <p:spPr>
          <a:xfrm flipH="1">
            <a:off x="7775180" y="3352910"/>
            <a:ext cx="159973" cy="7876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6"/>
            <a:endCxn id="7" idx="2"/>
          </p:cNvCxnSpPr>
          <p:nvPr/>
        </p:nvCxnSpPr>
        <p:spPr>
          <a:xfrm>
            <a:off x="6910718" y="4221744"/>
            <a:ext cx="6532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7102032" y="26352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17" name="Conector reto 16"/>
          <p:cNvCxnSpPr>
            <a:stCxn id="9" idx="0"/>
            <a:endCxn id="16" idx="2"/>
          </p:cNvCxnSpPr>
          <p:nvPr/>
        </p:nvCxnSpPr>
        <p:spPr>
          <a:xfrm flipV="1">
            <a:off x="6471941" y="2750075"/>
            <a:ext cx="630091" cy="3808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7" idx="0"/>
            <a:endCxn id="16" idx="5"/>
          </p:cNvCxnSpPr>
          <p:nvPr/>
        </p:nvCxnSpPr>
        <p:spPr>
          <a:xfrm flipH="1" flipV="1">
            <a:off x="7313257" y="2831266"/>
            <a:ext cx="374431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36"/>
          <p:cNvSpPr/>
          <p:nvPr/>
        </p:nvSpPr>
        <p:spPr>
          <a:xfrm>
            <a:off x="978542" y="3675954"/>
            <a:ext cx="383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endParaRPr lang="pt-BR" dirty="0"/>
          </a:p>
        </p:txBody>
      </p:sp>
      <p:sp>
        <p:nvSpPr>
          <p:cNvPr id="38" name="Elipse 37"/>
          <p:cNvSpPr/>
          <p:nvPr/>
        </p:nvSpPr>
        <p:spPr>
          <a:xfrm>
            <a:off x="1462236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39" name="Elipse 38"/>
          <p:cNvSpPr/>
          <p:nvPr/>
        </p:nvSpPr>
        <p:spPr>
          <a:xfrm>
            <a:off x="2362938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40" name="Elipse 39"/>
          <p:cNvSpPr/>
          <p:nvPr/>
        </p:nvSpPr>
        <p:spPr>
          <a:xfrm>
            <a:off x="2610403" y="312326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41" name="Elipse 40"/>
          <p:cNvSpPr/>
          <p:nvPr/>
        </p:nvSpPr>
        <p:spPr>
          <a:xfrm>
            <a:off x="1147191" y="313094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42" name="Conector reto 41"/>
          <p:cNvCxnSpPr>
            <a:stCxn id="38" idx="1"/>
            <a:endCxn id="41" idx="4"/>
          </p:cNvCxnSpPr>
          <p:nvPr/>
        </p:nvCxnSpPr>
        <p:spPr>
          <a:xfrm flipH="1" flipV="1">
            <a:off x="1270924" y="3360588"/>
            <a:ext cx="227552" cy="7799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40" idx="2"/>
            <a:endCxn id="41" idx="6"/>
          </p:cNvCxnSpPr>
          <p:nvPr/>
        </p:nvCxnSpPr>
        <p:spPr>
          <a:xfrm flipH="1">
            <a:off x="1394656" y="3238089"/>
            <a:ext cx="1215747" cy="76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40" idx="3"/>
            <a:endCxn id="38" idx="7"/>
          </p:cNvCxnSpPr>
          <p:nvPr/>
        </p:nvCxnSpPr>
        <p:spPr>
          <a:xfrm flipH="1">
            <a:off x="1673461" y="3319280"/>
            <a:ext cx="973182" cy="8212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1901015" y="26352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50" name="Conector reto 49"/>
          <p:cNvCxnSpPr>
            <a:stCxn id="40" idx="0"/>
            <a:endCxn id="48" idx="6"/>
          </p:cNvCxnSpPr>
          <p:nvPr/>
        </p:nvCxnSpPr>
        <p:spPr>
          <a:xfrm flipH="1" flipV="1">
            <a:off x="2148480" y="2750075"/>
            <a:ext cx="585656" cy="373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>
            <a:stCxn id="38" idx="0"/>
            <a:endCxn id="48" idx="3"/>
          </p:cNvCxnSpPr>
          <p:nvPr/>
        </p:nvCxnSpPr>
        <p:spPr>
          <a:xfrm flipV="1">
            <a:off x="1585969" y="2831266"/>
            <a:ext cx="351286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ângulo 52"/>
          <p:cNvSpPr/>
          <p:nvPr/>
        </p:nvSpPr>
        <p:spPr>
          <a:xfrm>
            <a:off x="3678363" y="3709584"/>
            <a:ext cx="383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pt-BR" dirty="0"/>
          </a:p>
        </p:txBody>
      </p:sp>
      <p:sp>
        <p:nvSpPr>
          <p:cNvPr id="54" name="Elipse 53"/>
          <p:cNvSpPr/>
          <p:nvPr/>
        </p:nvSpPr>
        <p:spPr>
          <a:xfrm>
            <a:off x="4132081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5" name="Elipse 54"/>
          <p:cNvSpPr/>
          <p:nvPr/>
        </p:nvSpPr>
        <p:spPr>
          <a:xfrm>
            <a:off x="5032783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6" name="Elipse 55"/>
          <p:cNvSpPr/>
          <p:nvPr/>
        </p:nvSpPr>
        <p:spPr>
          <a:xfrm>
            <a:off x="5280248" y="312326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7" name="Elipse 56"/>
          <p:cNvSpPr/>
          <p:nvPr/>
        </p:nvSpPr>
        <p:spPr>
          <a:xfrm>
            <a:off x="3817036" y="313094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58" name="Conector reto 57"/>
          <p:cNvCxnSpPr>
            <a:stCxn id="54" idx="1"/>
            <a:endCxn id="57" idx="4"/>
          </p:cNvCxnSpPr>
          <p:nvPr/>
        </p:nvCxnSpPr>
        <p:spPr>
          <a:xfrm flipH="1" flipV="1">
            <a:off x="3940769" y="3360588"/>
            <a:ext cx="227552" cy="7799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56" idx="2"/>
            <a:endCxn id="57" idx="6"/>
          </p:cNvCxnSpPr>
          <p:nvPr/>
        </p:nvCxnSpPr>
        <p:spPr>
          <a:xfrm flipH="1">
            <a:off x="4064501" y="3238089"/>
            <a:ext cx="1215747" cy="76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6" idx="4"/>
            <a:endCxn id="55" idx="7"/>
          </p:cNvCxnSpPr>
          <p:nvPr/>
        </p:nvCxnSpPr>
        <p:spPr>
          <a:xfrm flipH="1">
            <a:off x="5244008" y="3352910"/>
            <a:ext cx="159973" cy="7876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>
            <a:stCxn id="54" idx="6"/>
            <a:endCxn id="55" idx="2"/>
          </p:cNvCxnSpPr>
          <p:nvPr/>
        </p:nvCxnSpPr>
        <p:spPr>
          <a:xfrm>
            <a:off x="4379546" y="4221744"/>
            <a:ext cx="6532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6" idx="3"/>
            <a:endCxn id="54" idx="7"/>
          </p:cNvCxnSpPr>
          <p:nvPr/>
        </p:nvCxnSpPr>
        <p:spPr>
          <a:xfrm flipH="1">
            <a:off x="4343306" y="3319280"/>
            <a:ext cx="973182" cy="8212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57" idx="5"/>
            <a:endCxn id="55" idx="1"/>
          </p:cNvCxnSpPr>
          <p:nvPr/>
        </p:nvCxnSpPr>
        <p:spPr>
          <a:xfrm>
            <a:off x="4028261" y="3326958"/>
            <a:ext cx="1040762" cy="8135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ipse 63"/>
          <p:cNvSpPr/>
          <p:nvPr/>
        </p:nvSpPr>
        <p:spPr>
          <a:xfrm>
            <a:off x="4570860" y="26352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65" name="Conector reto 64"/>
          <p:cNvCxnSpPr>
            <a:stCxn id="57" idx="0"/>
            <a:endCxn id="64" idx="2"/>
          </p:cNvCxnSpPr>
          <p:nvPr/>
        </p:nvCxnSpPr>
        <p:spPr>
          <a:xfrm flipV="1">
            <a:off x="3940769" y="2750075"/>
            <a:ext cx="630091" cy="3808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6" idx="0"/>
            <a:endCxn id="64" idx="6"/>
          </p:cNvCxnSpPr>
          <p:nvPr/>
        </p:nvCxnSpPr>
        <p:spPr>
          <a:xfrm flipH="1" flipV="1">
            <a:off x="4818325" y="2750075"/>
            <a:ext cx="585656" cy="373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5" idx="0"/>
            <a:endCxn id="64" idx="5"/>
          </p:cNvCxnSpPr>
          <p:nvPr/>
        </p:nvCxnSpPr>
        <p:spPr>
          <a:xfrm flipH="1" flipV="1">
            <a:off x="4782085" y="2831266"/>
            <a:ext cx="374431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54" idx="0"/>
            <a:endCxn id="64" idx="3"/>
          </p:cNvCxnSpPr>
          <p:nvPr/>
        </p:nvCxnSpPr>
        <p:spPr>
          <a:xfrm flipV="1">
            <a:off x="4255814" y="2831266"/>
            <a:ext cx="351286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1" idx="5"/>
            <a:endCxn id="39" idx="1"/>
          </p:cNvCxnSpPr>
          <p:nvPr/>
        </p:nvCxnSpPr>
        <p:spPr>
          <a:xfrm>
            <a:off x="1358416" y="3326958"/>
            <a:ext cx="1040762" cy="8135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41" idx="0"/>
            <a:endCxn id="48" idx="2"/>
          </p:cNvCxnSpPr>
          <p:nvPr/>
        </p:nvCxnSpPr>
        <p:spPr>
          <a:xfrm flipV="1">
            <a:off x="1270924" y="2750075"/>
            <a:ext cx="630091" cy="38087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39" idx="0"/>
            <a:endCxn id="48" idx="5"/>
          </p:cNvCxnSpPr>
          <p:nvPr/>
        </p:nvCxnSpPr>
        <p:spPr>
          <a:xfrm flipH="1" flipV="1">
            <a:off x="2112240" y="2831266"/>
            <a:ext cx="374431" cy="1275657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/>
          <p:cNvCxnSpPr>
            <a:stCxn id="39" idx="7"/>
            <a:endCxn id="40" idx="4"/>
          </p:cNvCxnSpPr>
          <p:nvPr/>
        </p:nvCxnSpPr>
        <p:spPr>
          <a:xfrm flipV="1">
            <a:off x="2574163" y="3352910"/>
            <a:ext cx="159973" cy="78764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/>
          <p:cNvCxnSpPr>
            <a:stCxn id="39" idx="2"/>
            <a:endCxn id="38" idx="6"/>
          </p:cNvCxnSpPr>
          <p:nvPr/>
        </p:nvCxnSpPr>
        <p:spPr>
          <a:xfrm flipH="1">
            <a:off x="1709701" y="4221744"/>
            <a:ext cx="653237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17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6" grpId="0" animBg="1"/>
      <p:bldP spid="37" grpId="0"/>
      <p:bldP spid="38" grpId="0" animBg="1"/>
      <p:bldP spid="39" grpId="0" animBg="1"/>
      <p:bldP spid="40" grpId="0" animBg="1"/>
      <p:bldP spid="41" grpId="0" animBg="1"/>
      <p:bldP spid="48" grpId="0" animBg="1"/>
      <p:bldP spid="53" grpId="0"/>
      <p:bldP spid="54" grpId="0" animBg="1"/>
      <p:bldP spid="55" grpId="0" animBg="1"/>
      <p:bldP spid="56" grpId="0" animBg="1"/>
      <p:bldP spid="57" grpId="0" animBg="1"/>
      <p:bldP spid="6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Complementar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5973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Dado um grafo G = (V, E), o </a:t>
                </a:r>
                <a:r>
                  <a:rPr lang="pt-BR" sz="200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grafo complementar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de G – representado por C(G) ou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pt-BR" sz="2000" b="0" i="0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</a:rPr>
                          <m:t>G</m:t>
                        </m:r>
                      </m:e>
                    </m:bar>
                  </m:oMath>
                </a14:m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– possui: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os mesmo vértices de G e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pt-BR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as arestas que faltam em G para ele se tornar um grafo completo.</a:t>
                </a:r>
              </a:p>
              <a:p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597360"/>
              </a:xfrm>
              <a:prstGeom prst="rect">
                <a:avLst/>
              </a:prstGeom>
              <a:blipFill rotWithShape="0">
                <a:blip r:embed="rId2"/>
                <a:stretch>
                  <a:fillRect l="-796" t="-305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6184427" y="3675954"/>
                <a:ext cx="383438" cy="39414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lang="pt-BR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nor/>
                            </m:rPr>
                            <a:rPr lang="pt-BR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</a:rPr>
                            <m:t>G</m:t>
                          </m:r>
                        </m:e>
                      </m:ba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4427" y="3675954"/>
                <a:ext cx="383438" cy="39414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Elipse 5"/>
          <p:cNvSpPr/>
          <p:nvPr/>
        </p:nvSpPr>
        <p:spPr>
          <a:xfrm>
            <a:off x="6663253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7" name="Elipse 6"/>
          <p:cNvSpPr/>
          <p:nvPr/>
        </p:nvSpPr>
        <p:spPr>
          <a:xfrm>
            <a:off x="7563955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8" name="Elipse 7"/>
          <p:cNvSpPr/>
          <p:nvPr/>
        </p:nvSpPr>
        <p:spPr>
          <a:xfrm>
            <a:off x="7811420" y="312326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9" name="Elipse 8"/>
          <p:cNvSpPr/>
          <p:nvPr/>
        </p:nvSpPr>
        <p:spPr>
          <a:xfrm>
            <a:off x="6348208" y="313094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12" name="Conector reto 11"/>
          <p:cNvCxnSpPr>
            <a:stCxn id="8" idx="4"/>
            <a:endCxn id="7" idx="7"/>
          </p:cNvCxnSpPr>
          <p:nvPr/>
        </p:nvCxnSpPr>
        <p:spPr>
          <a:xfrm flipH="1">
            <a:off x="7775180" y="3352910"/>
            <a:ext cx="159973" cy="7876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6" idx="6"/>
            <a:endCxn id="7" idx="2"/>
          </p:cNvCxnSpPr>
          <p:nvPr/>
        </p:nvCxnSpPr>
        <p:spPr>
          <a:xfrm>
            <a:off x="6910718" y="4221744"/>
            <a:ext cx="6532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lipse 15"/>
          <p:cNvSpPr/>
          <p:nvPr/>
        </p:nvSpPr>
        <p:spPr>
          <a:xfrm>
            <a:off x="7102032" y="26352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17" name="Conector reto 16"/>
          <p:cNvCxnSpPr>
            <a:stCxn id="9" idx="0"/>
            <a:endCxn id="16" idx="2"/>
          </p:cNvCxnSpPr>
          <p:nvPr/>
        </p:nvCxnSpPr>
        <p:spPr>
          <a:xfrm flipV="1">
            <a:off x="6471941" y="2750075"/>
            <a:ext cx="630091" cy="3808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7" idx="0"/>
            <a:endCxn id="16" idx="5"/>
          </p:cNvCxnSpPr>
          <p:nvPr/>
        </p:nvCxnSpPr>
        <p:spPr>
          <a:xfrm flipH="1" flipV="1">
            <a:off x="7313257" y="2831266"/>
            <a:ext cx="374431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36"/>
          <p:cNvSpPr/>
          <p:nvPr/>
        </p:nvSpPr>
        <p:spPr>
          <a:xfrm>
            <a:off x="978542" y="3675954"/>
            <a:ext cx="383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</a:t>
            </a:r>
            <a:endParaRPr lang="pt-BR" dirty="0"/>
          </a:p>
        </p:txBody>
      </p:sp>
      <p:sp>
        <p:nvSpPr>
          <p:cNvPr id="38" name="Elipse 37"/>
          <p:cNvSpPr/>
          <p:nvPr/>
        </p:nvSpPr>
        <p:spPr>
          <a:xfrm>
            <a:off x="1462236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39" name="Elipse 38"/>
          <p:cNvSpPr/>
          <p:nvPr/>
        </p:nvSpPr>
        <p:spPr>
          <a:xfrm>
            <a:off x="2362938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40" name="Elipse 39"/>
          <p:cNvSpPr/>
          <p:nvPr/>
        </p:nvSpPr>
        <p:spPr>
          <a:xfrm>
            <a:off x="2610403" y="312326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41" name="Elipse 40"/>
          <p:cNvSpPr/>
          <p:nvPr/>
        </p:nvSpPr>
        <p:spPr>
          <a:xfrm>
            <a:off x="1147191" y="313094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42" name="Conector reto 41"/>
          <p:cNvCxnSpPr>
            <a:stCxn id="38" idx="1"/>
            <a:endCxn id="41" idx="4"/>
          </p:cNvCxnSpPr>
          <p:nvPr/>
        </p:nvCxnSpPr>
        <p:spPr>
          <a:xfrm flipH="1" flipV="1">
            <a:off x="1270924" y="3360588"/>
            <a:ext cx="227552" cy="7799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40" idx="2"/>
            <a:endCxn id="41" idx="6"/>
          </p:cNvCxnSpPr>
          <p:nvPr/>
        </p:nvCxnSpPr>
        <p:spPr>
          <a:xfrm flipH="1">
            <a:off x="1394656" y="3238089"/>
            <a:ext cx="1215747" cy="76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>
            <a:stCxn id="40" idx="3"/>
            <a:endCxn id="38" idx="7"/>
          </p:cNvCxnSpPr>
          <p:nvPr/>
        </p:nvCxnSpPr>
        <p:spPr>
          <a:xfrm flipH="1">
            <a:off x="1673461" y="3319280"/>
            <a:ext cx="973182" cy="8212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1901015" y="26352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50" name="Conector reto 49"/>
          <p:cNvCxnSpPr>
            <a:stCxn id="40" idx="0"/>
            <a:endCxn id="48" idx="6"/>
          </p:cNvCxnSpPr>
          <p:nvPr/>
        </p:nvCxnSpPr>
        <p:spPr>
          <a:xfrm flipH="1" flipV="1">
            <a:off x="2148480" y="2750075"/>
            <a:ext cx="585656" cy="373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>
            <a:stCxn id="38" idx="0"/>
            <a:endCxn id="48" idx="3"/>
          </p:cNvCxnSpPr>
          <p:nvPr/>
        </p:nvCxnSpPr>
        <p:spPr>
          <a:xfrm flipV="1">
            <a:off x="1585969" y="2831266"/>
            <a:ext cx="351286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tângulo 52"/>
          <p:cNvSpPr/>
          <p:nvPr/>
        </p:nvSpPr>
        <p:spPr>
          <a:xfrm>
            <a:off x="3678363" y="3709584"/>
            <a:ext cx="38343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lang="pt-BR" dirty="0"/>
          </a:p>
        </p:txBody>
      </p:sp>
      <p:sp>
        <p:nvSpPr>
          <p:cNvPr id="54" name="Elipse 53"/>
          <p:cNvSpPr/>
          <p:nvPr/>
        </p:nvSpPr>
        <p:spPr>
          <a:xfrm>
            <a:off x="4132081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5" name="Elipse 54"/>
          <p:cNvSpPr/>
          <p:nvPr/>
        </p:nvSpPr>
        <p:spPr>
          <a:xfrm>
            <a:off x="5032783" y="410692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6" name="Elipse 55"/>
          <p:cNvSpPr/>
          <p:nvPr/>
        </p:nvSpPr>
        <p:spPr>
          <a:xfrm>
            <a:off x="5280248" y="312326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sp>
        <p:nvSpPr>
          <p:cNvPr id="57" name="Elipse 56"/>
          <p:cNvSpPr/>
          <p:nvPr/>
        </p:nvSpPr>
        <p:spPr>
          <a:xfrm>
            <a:off x="3817036" y="3130946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58" name="Conector reto 57"/>
          <p:cNvCxnSpPr>
            <a:stCxn id="54" idx="1"/>
            <a:endCxn id="57" idx="4"/>
          </p:cNvCxnSpPr>
          <p:nvPr/>
        </p:nvCxnSpPr>
        <p:spPr>
          <a:xfrm flipH="1" flipV="1">
            <a:off x="3940769" y="3360588"/>
            <a:ext cx="227552" cy="7799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/>
          <p:cNvCxnSpPr>
            <a:stCxn id="56" idx="2"/>
            <a:endCxn id="57" idx="6"/>
          </p:cNvCxnSpPr>
          <p:nvPr/>
        </p:nvCxnSpPr>
        <p:spPr>
          <a:xfrm flipH="1">
            <a:off x="4064501" y="3238089"/>
            <a:ext cx="1215747" cy="76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/>
          <p:cNvCxnSpPr>
            <a:stCxn id="56" idx="4"/>
            <a:endCxn id="55" idx="7"/>
          </p:cNvCxnSpPr>
          <p:nvPr/>
        </p:nvCxnSpPr>
        <p:spPr>
          <a:xfrm flipH="1">
            <a:off x="5244008" y="3352910"/>
            <a:ext cx="159973" cy="78764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>
            <a:stCxn id="54" idx="6"/>
            <a:endCxn id="55" idx="2"/>
          </p:cNvCxnSpPr>
          <p:nvPr/>
        </p:nvCxnSpPr>
        <p:spPr>
          <a:xfrm>
            <a:off x="4379546" y="4221744"/>
            <a:ext cx="65323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6" idx="3"/>
            <a:endCxn id="54" idx="7"/>
          </p:cNvCxnSpPr>
          <p:nvPr/>
        </p:nvCxnSpPr>
        <p:spPr>
          <a:xfrm flipH="1">
            <a:off x="4343306" y="3319280"/>
            <a:ext cx="973182" cy="8212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/>
          <p:cNvCxnSpPr>
            <a:stCxn id="57" idx="5"/>
            <a:endCxn id="55" idx="1"/>
          </p:cNvCxnSpPr>
          <p:nvPr/>
        </p:nvCxnSpPr>
        <p:spPr>
          <a:xfrm>
            <a:off x="4028261" y="3326958"/>
            <a:ext cx="1040762" cy="8135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Elipse 63"/>
          <p:cNvSpPr/>
          <p:nvPr/>
        </p:nvSpPr>
        <p:spPr>
          <a:xfrm>
            <a:off x="4570860" y="26352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400" dirty="0"/>
          </a:p>
        </p:txBody>
      </p:sp>
      <p:cxnSp>
        <p:nvCxnSpPr>
          <p:cNvPr id="65" name="Conector reto 64"/>
          <p:cNvCxnSpPr>
            <a:stCxn id="57" idx="0"/>
            <a:endCxn id="64" idx="2"/>
          </p:cNvCxnSpPr>
          <p:nvPr/>
        </p:nvCxnSpPr>
        <p:spPr>
          <a:xfrm flipV="1">
            <a:off x="3940769" y="2750075"/>
            <a:ext cx="630091" cy="38087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56" idx="0"/>
            <a:endCxn id="64" idx="6"/>
          </p:cNvCxnSpPr>
          <p:nvPr/>
        </p:nvCxnSpPr>
        <p:spPr>
          <a:xfrm flipH="1" flipV="1">
            <a:off x="4818325" y="2750075"/>
            <a:ext cx="585656" cy="37319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/>
          <p:cNvCxnSpPr>
            <a:stCxn id="55" idx="0"/>
            <a:endCxn id="64" idx="5"/>
          </p:cNvCxnSpPr>
          <p:nvPr/>
        </p:nvCxnSpPr>
        <p:spPr>
          <a:xfrm flipH="1" flipV="1">
            <a:off x="4782085" y="2831266"/>
            <a:ext cx="374431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/>
          <p:cNvCxnSpPr>
            <a:stCxn id="54" idx="0"/>
            <a:endCxn id="64" idx="3"/>
          </p:cNvCxnSpPr>
          <p:nvPr/>
        </p:nvCxnSpPr>
        <p:spPr>
          <a:xfrm flipV="1">
            <a:off x="4255814" y="2831266"/>
            <a:ext cx="351286" cy="127565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41" idx="5"/>
            <a:endCxn id="39" idx="1"/>
          </p:cNvCxnSpPr>
          <p:nvPr/>
        </p:nvCxnSpPr>
        <p:spPr>
          <a:xfrm>
            <a:off x="1358416" y="3326958"/>
            <a:ext cx="1040762" cy="81359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578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nimBg="1"/>
      <p:bldP spid="8" grpId="0" animBg="1"/>
      <p:bldP spid="9" grpId="0" animBg="1"/>
      <p:bldP spid="16" grpId="0" animBg="1"/>
      <p:bldP spid="37" grpId="0"/>
      <p:bldP spid="38" grpId="0" animBg="1"/>
      <p:bldP spid="39" grpId="0" animBg="1"/>
      <p:bldP spid="40" grpId="0" animBg="1"/>
      <p:bldP spid="41" grpId="0" animBg="1"/>
      <p:bldP spid="48" grpId="0" animBg="1"/>
      <p:bldP spid="53" grpId="0"/>
      <p:bldP spid="54" grpId="0" animBg="1"/>
      <p:bldP spid="55" grpId="0" animBg="1"/>
      <p:bldP spid="56" grpId="0" animBg="1"/>
      <p:bldP spid="57" grpId="0" animBg="1"/>
      <p:bldP spid="6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upo 49"/>
          <p:cNvGrpSpPr/>
          <p:nvPr/>
        </p:nvGrpSpPr>
        <p:grpSpPr>
          <a:xfrm>
            <a:off x="2488093" y="2911424"/>
            <a:ext cx="437163" cy="433863"/>
            <a:chOff x="2450255" y="2816831"/>
            <a:chExt cx="437163" cy="433863"/>
          </a:xfrm>
        </p:grpSpPr>
        <p:sp>
          <p:nvSpPr>
            <p:cNvPr id="28" name="Elipse 27"/>
            <p:cNvSpPr/>
            <p:nvPr/>
          </p:nvSpPr>
          <p:spPr>
            <a:xfrm>
              <a:off x="2450255" y="2816831"/>
              <a:ext cx="437163" cy="4338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pt-BR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2474426" y="2838506"/>
              <a:ext cx="391453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RJ</a:t>
              </a:r>
            </a:p>
          </p:txBody>
        </p:sp>
      </p:grpSp>
      <p:grpSp>
        <p:nvGrpSpPr>
          <p:cNvPr id="44" name="Grupo 43"/>
          <p:cNvGrpSpPr/>
          <p:nvPr/>
        </p:nvGrpSpPr>
        <p:grpSpPr>
          <a:xfrm>
            <a:off x="1655733" y="2048517"/>
            <a:ext cx="534122" cy="433863"/>
            <a:chOff x="1617895" y="1953924"/>
            <a:chExt cx="534122" cy="433863"/>
          </a:xfrm>
        </p:grpSpPr>
        <p:sp>
          <p:nvSpPr>
            <p:cNvPr id="4" name="Elipse 3"/>
            <p:cNvSpPr/>
            <p:nvPr/>
          </p:nvSpPr>
          <p:spPr>
            <a:xfrm>
              <a:off x="1665059" y="1953924"/>
              <a:ext cx="437163" cy="4338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pt-BR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1617895" y="1975599"/>
              <a:ext cx="534122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MG</a:t>
              </a:r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Rotulado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é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rotulado em vértices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quando a cada vértice estiver associado um rótulo.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Já um grafo é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rotulado em arestas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quando a cada aresta estiver associada um rótulo.</a:t>
            </a:r>
          </a:p>
        </p:txBody>
      </p:sp>
      <p:grpSp>
        <p:nvGrpSpPr>
          <p:cNvPr id="12" name="Grupo 11"/>
          <p:cNvGrpSpPr/>
          <p:nvPr/>
        </p:nvGrpSpPr>
        <p:grpSpPr>
          <a:xfrm>
            <a:off x="1218570" y="2913117"/>
            <a:ext cx="437163" cy="433863"/>
            <a:chOff x="1026585" y="2826179"/>
            <a:chExt cx="437163" cy="433863"/>
          </a:xfrm>
        </p:grpSpPr>
        <p:sp>
          <p:nvSpPr>
            <p:cNvPr id="6" name="Elipse 5"/>
            <p:cNvSpPr/>
            <p:nvPr/>
          </p:nvSpPr>
          <p:spPr>
            <a:xfrm>
              <a:off x="1026585" y="2826179"/>
              <a:ext cx="437163" cy="4338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pt-BR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7" name="CaixaDeTexto 6"/>
            <p:cNvSpPr txBox="1"/>
            <p:nvPr/>
          </p:nvSpPr>
          <p:spPr>
            <a:xfrm>
              <a:off x="1037931" y="2847854"/>
              <a:ext cx="417102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SP</a:t>
              </a:r>
            </a:p>
          </p:txBody>
        </p:sp>
      </p:grpSp>
      <p:cxnSp>
        <p:nvCxnSpPr>
          <p:cNvPr id="17" name="Conector reto 16"/>
          <p:cNvCxnSpPr>
            <a:stCxn id="4" idx="3"/>
            <a:endCxn id="6" idx="0"/>
          </p:cNvCxnSpPr>
          <p:nvPr/>
        </p:nvCxnSpPr>
        <p:spPr>
          <a:xfrm flipH="1">
            <a:off x="1437152" y="2418842"/>
            <a:ext cx="329766" cy="494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o 23"/>
          <p:cNvGrpSpPr/>
          <p:nvPr/>
        </p:nvGrpSpPr>
        <p:grpSpPr>
          <a:xfrm>
            <a:off x="2972420" y="2046824"/>
            <a:ext cx="437163" cy="433863"/>
            <a:chOff x="1816940" y="1905158"/>
            <a:chExt cx="437163" cy="433863"/>
          </a:xfrm>
        </p:grpSpPr>
        <p:sp>
          <p:nvSpPr>
            <p:cNvPr id="25" name="Elipse 24"/>
            <p:cNvSpPr/>
            <p:nvPr/>
          </p:nvSpPr>
          <p:spPr>
            <a:xfrm>
              <a:off x="1816940" y="1905158"/>
              <a:ext cx="437163" cy="4338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pt-BR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1835019" y="1926833"/>
              <a:ext cx="403637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ES</a:t>
              </a:r>
            </a:p>
          </p:txBody>
        </p:sp>
      </p:grpSp>
      <p:cxnSp>
        <p:nvCxnSpPr>
          <p:cNvPr id="30" name="Conector reto 29"/>
          <p:cNvCxnSpPr>
            <a:stCxn id="25" idx="3"/>
            <a:endCxn id="28" idx="0"/>
          </p:cNvCxnSpPr>
          <p:nvPr/>
        </p:nvCxnSpPr>
        <p:spPr>
          <a:xfrm flipH="1">
            <a:off x="2706675" y="2417149"/>
            <a:ext cx="329766" cy="494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>
            <a:stCxn id="28" idx="2"/>
            <a:endCxn id="6" idx="6"/>
          </p:cNvCxnSpPr>
          <p:nvPr/>
        </p:nvCxnSpPr>
        <p:spPr>
          <a:xfrm flipH="1">
            <a:off x="1655733" y="3128356"/>
            <a:ext cx="832360" cy="16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>
            <a:stCxn id="25" idx="2"/>
            <a:endCxn id="4" idx="6"/>
          </p:cNvCxnSpPr>
          <p:nvPr/>
        </p:nvCxnSpPr>
        <p:spPr>
          <a:xfrm flipH="1">
            <a:off x="2140060" y="2263756"/>
            <a:ext cx="832360" cy="16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28" idx="1"/>
            <a:endCxn id="4" idx="5"/>
          </p:cNvCxnSpPr>
          <p:nvPr/>
        </p:nvCxnSpPr>
        <p:spPr>
          <a:xfrm flipH="1" flipV="1">
            <a:off x="2076039" y="2418842"/>
            <a:ext cx="476075" cy="556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Elipse 51"/>
          <p:cNvSpPr/>
          <p:nvPr/>
        </p:nvSpPr>
        <p:spPr>
          <a:xfrm>
            <a:off x="5661166" y="2933099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sp>
        <p:nvSpPr>
          <p:cNvPr id="55" name="Elipse 54"/>
          <p:cNvSpPr/>
          <p:nvPr/>
        </p:nvSpPr>
        <p:spPr>
          <a:xfrm>
            <a:off x="4875970" y="2070192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sp>
        <p:nvSpPr>
          <p:cNvPr id="58" name="Elipse 57"/>
          <p:cNvSpPr/>
          <p:nvPr/>
        </p:nvSpPr>
        <p:spPr>
          <a:xfrm>
            <a:off x="4391643" y="2934792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cxnSp>
        <p:nvCxnSpPr>
          <p:cNvPr id="60" name="Conector reto 59"/>
          <p:cNvCxnSpPr>
            <a:stCxn id="55" idx="3"/>
            <a:endCxn id="58" idx="0"/>
          </p:cNvCxnSpPr>
          <p:nvPr/>
        </p:nvCxnSpPr>
        <p:spPr>
          <a:xfrm flipH="1">
            <a:off x="4610225" y="2440517"/>
            <a:ext cx="329766" cy="494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Elipse 61"/>
          <p:cNvSpPr/>
          <p:nvPr/>
        </p:nvSpPr>
        <p:spPr>
          <a:xfrm>
            <a:off x="6145493" y="2068499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cxnSp>
        <p:nvCxnSpPr>
          <p:cNvPr id="64" name="Conector reto 63"/>
          <p:cNvCxnSpPr>
            <a:stCxn id="62" idx="3"/>
            <a:endCxn id="52" idx="0"/>
          </p:cNvCxnSpPr>
          <p:nvPr/>
        </p:nvCxnSpPr>
        <p:spPr>
          <a:xfrm flipH="1">
            <a:off x="5879748" y="2438824"/>
            <a:ext cx="329766" cy="494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52" idx="2"/>
            <a:endCxn id="58" idx="6"/>
          </p:cNvCxnSpPr>
          <p:nvPr/>
        </p:nvCxnSpPr>
        <p:spPr>
          <a:xfrm flipH="1">
            <a:off x="4828806" y="3150031"/>
            <a:ext cx="832360" cy="16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/>
          <p:cNvCxnSpPr>
            <a:stCxn id="62" idx="2"/>
            <a:endCxn id="55" idx="6"/>
          </p:cNvCxnSpPr>
          <p:nvPr/>
        </p:nvCxnSpPr>
        <p:spPr>
          <a:xfrm flipH="1">
            <a:off x="5313133" y="2285431"/>
            <a:ext cx="832360" cy="16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/>
          <p:cNvSpPr/>
          <p:nvPr/>
        </p:nvSpPr>
        <p:spPr>
          <a:xfrm>
            <a:off x="7038086" y="2933099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cxnSp>
        <p:nvCxnSpPr>
          <p:cNvPr id="69" name="Conector reto 68"/>
          <p:cNvCxnSpPr>
            <a:stCxn id="68" idx="1"/>
            <a:endCxn id="62" idx="5"/>
          </p:cNvCxnSpPr>
          <p:nvPr/>
        </p:nvCxnSpPr>
        <p:spPr>
          <a:xfrm flipH="1" flipV="1">
            <a:off x="6518635" y="2438824"/>
            <a:ext cx="583472" cy="5578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>
            <a:stCxn id="68" idx="2"/>
            <a:endCxn id="52" idx="6"/>
          </p:cNvCxnSpPr>
          <p:nvPr/>
        </p:nvCxnSpPr>
        <p:spPr>
          <a:xfrm flipH="1">
            <a:off x="6098329" y="3150031"/>
            <a:ext cx="93975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aixaDeTexto 74"/>
          <p:cNvSpPr txBox="1"/>
          <p:nvPr/>
        </p:nvSpPr>
        <p:spPr>
          <a:xfrm>
            <a:off x="4494102" y="2453187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</a:t>
            </a:r>
          </a:p>
        </p:txBody>
      </p:sp>
      <p:sp>
        <p:nvSpPr>
          <p:cNvPr id="76" name="CaixaDeTexto 75"/>
          <p:cNvSpPr txBox="1"/>
          <p:nvPr/>
        </p:nvSpPr>
        <p:spPr>
          <a:xfrm>
            <a:off x="5584473" y="193195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</a:t>
            </a:r>
          </a:p>
        </p:txBody>
      </p:sp>
      <p:sp>
        <p:nvSpPr>
          <p:cNvPr id="77" name="CaixaDeTexto 76"/>
          <p:cNvSpPr txBox="1"/>
          <p:nvPr/>
        </p:nvSpPr>
        <p:spPr>
          <a:xfrm>
            <a:off x="5118332" y="3112659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</a:t>
            </a:r>
          </a:p>
        </p:txBody>
      </p:sp>
      <p:sp>
        <p:nvSpPr>
          <p:cNvPr id="78" name="CaixaDeTexto 77"/>
          <p:cNvSpPr txBox="1"/>
          <p:nvPr/>
        </p:nvSpPr>
        <p:spPr>
          <a:xfrm>
            <a:off x="5763625" y="245131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</a:t>
            </a:r>
          </a:p>
        </p:txBody>
      </p:sp>
      <p:sp>
        <p:nvSpPr>
          <p:cNvPr id="79" name="CaixaDeTexto 78"/>
          <p:cNvSpPr txBox="1"/>
          <p:nvPr/>
        </p:nvSpPr>
        <p:spPr>
          <a:xfrm>
            <a:off x="6416299" y="31293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</a:t>
            </a:r>
          </a:p>
        </p:txBody>
      </p:sp>
      <p:sp>
        <p:nvSpPr>
          <p:cNvPr id="80" name="CaixaDeTexto 79"/>
          <p:cNvSpPr txBox="1"/>
          <p:nvPr/>
        </p:nvSpPr>
        <p:spPr>
          <a:xfrm>
            <a:off x="6810371" y="2453187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358890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5" grpId="0" animBg="1"/>
      <p:bldP spid="58" grpId="0" animBg="1"/>
      <p:bldP spid="62" grpId="0" animBg="1"/>
      <p:bldP spid="68" grpId="0" animBg="1"/>
      <p:bldP spid="75" grpId="0"/>
      <p:bldP spid="76" grpId="0"/>
      <p:bldP spid="77" grpId="0"/>
      <p:bldP spid="78" grpId="0"/>
      <p:bldP spid="79" grpId="0"/>
      <p:bldP spid="80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Ponderado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é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ponderado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(ou valorado) em quando existe uma ou mais funções relacionando os vértices e/ou as arestas com um conjunto de números.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8" name="Grupo 37"/>
          <p:cNvGrpSpPr/>
          <p:nvPr/>
        </p:nvGrpSpPr>
        <p:grpSpPr>
          <a:xfrm>
            <a:off x="2312231" y="3219073"/>
            <a:ext cx="437163" cy="433863"/>
            <a:chOff x="2450255" y="2816831"/>
            <a:chExt cx="437163" cy="433863"/>
          </a:xfrm>
        </p:grpSpPr>
        <p:sp>
          <p:nvSpPr>
            <p:cNvPr id="39" name="Elipse 38"/>
            <p:cNvSpPr/>
            <p:nvPr/>
          </p:nvSpPr>
          <p:spPr>
            <a:xfrm>
              <a:off x="2450255" y="2816831"/>
              <a:ext cx="437163" cy="4338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pt-BR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40" name="CaixaDeTexto 39"/>
            <p:cNvSpPr txBox="1"/>
            <p:nvPr/>
          </p:nvSpPr>
          <p:spPr>
            <a:xfrm>
              <a:off x="2474426" y="2838506"/>
              <a:ext cx="391453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RJ</a:t>
              </a:r>
            </a:p>
          </p:txBody>
        </p:sp>
      </p:grpSp>
      <p:grpSp>
        <p:nvGrpSpPr>
          <p:cNvPr id="41" name="Grupo 40"/>
          <p:cNvGrpSpPr/>
          <p:nvPr/>
        </p:nvGrpSpPr>
        <p:grpSpPr>
          <a:xfrm>
            <a:off x="1479871" y="2356166"/>
            <a:ext cx="534122" cy="433863"/>
            <a:chOff x="1617895" y="1953924"/>
            <a:chExt cx="534122" cy="433863"/>
          </a:xfrm>
        </p:grpSpPr>
        <p:sp>
          <p:nvSpPr>
            <p:cNvPr id="42" name="Elipse 41"/>
            <p:cNvSpPr/>
            <p:nvPr/>
          </p:nvSpPr>
          <p:spPr>
            <a:xfrm>
              <a:off x="1665059" y="1953924"/>
              <a:ext cx="437163" cy="4338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pt-BR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43" name="CaixaDeTexto 42"/>
            <p:cNvSpPr txBox="1"/>
            <p:nvPr/>
          </p:nvSpPr>
          <p:spPr>
            <a:xfrm>
              <a:off x="1617895" y="1975599"/>
              <a:ext cx="534122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MG</a:t>
              </a:r>
            </a:p>
          </p:txBody>
        </p:sp>
      </p:grpSp>
      <p:grpSp>
        <p:nvGrpSpPr>
          <p:cNvPr id="44" name="Grupo 43"/>
          <p:cNvGrpSpPr/>
          <p:nvPr/>
        </p:nvGrpSpPr>
        <p:grpSpPr>
          <a:xfrm>
            <a:off x="1042708" y="3220766"/>
            <a:ext cx="437163" cy="433863"/>
            <a:chOff x="1026585" y="2826179"/>
            <a:chExt cx="437163" cy="433863"/>
          </a:xfrm>
        </p:grpSpPr>
        <p:sp>
          <p:nvSpPr>
            <p:cNvPr id="45" name="Elipse 44"/>
            <p:cNvSpPr/>
            <p:nvPr/>
          </p:nvSpPr>
          <p:spPr>
            <a:xfrm>
              <a:off x="1026585" y="2826179"/>
              <a:ext cx="437163" cy="4338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pt-BR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46" name="CaixaDeTexto 45"/>
            <p:cNvSpPr txBox="1"/>
            <p:nvPr/>
          </p:nvSpPr>
          <p:spPr>
            <a:xfrm>
              <a:off x="1037931" y="2847854"/>
              <a:ext cx="417102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SP</a:t>
              </a:r>
            </a:p>
          </p:txBody>
        </p:sp>
      </p:grpSp>
      <p:cxnSp>
        <p:nvCxnSpPr>
          <p:cNvPr id="47" name="Conector reto 46"/>
          <p:cNvCxnSpPr>
            <a:stCxn id="42" idx="3"/>
            <a:endCxn id="45" idx="0"/>
          </p:cNvCxnSpPr>
          <p:nvPr/>
        </p:nvCxnSpPr>
        <p:spPr>
          <a:xfrm flipH="1">
            <a:off x="1261290" y="2726491"/>
            <a:ext cx="329766" cy="494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upo 47"/>
          <p:cNvGrpSpPr/>
          <p:nvPr/>
        </p:nvGrpSpPr>
        <p:grpSpPr>
          <a:xfrm>
            <a:off x="2796558" y="2354473"/>
            <a:ext cx="437163" cy="433863"/>
            <a:chOff x="1816940" y="1905158"/>
            <a:chExt cx="437163" cy="433863"/>
          </a:xfrm>
        </p:grpSpPr>
        <p:sp>
          <p:nvSpPr>
            <p:cNvPr id="49" name="Elipse 48"/>
            <p:cNvSpPr/>
            <p:nvPr/>
          </p:nvSpPr>
          <p:spPr>
            <a:xfrm>
              <a:off x="1816940" y="1905158"/>
              <a:ext cx="437163" cy="4338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1"/>
            <a:lstStyle/>
            <a:p>
              <a:pPr algn="ctr"/>
              <a:endParaRPr lang="pt-BR" sz="1100" b="1" dirty="0">
                <a:latin typeface="Arial Black" panose="020B0A04020102020204" pitchFamily="34" charset="0"/>
              </a:endParaRPr>
            </a:p>
          </p:txBody>
        </p:sp>
        <p:sp>
          <p:nvSpPr>
            <p:cNvPr id="50" name="CaixaDeTexto 49"/>
            <p:cNvSpPr txBox="1"/>
            <p:nvPr/>
          </p:nvSpPr>
          <p:spPr>
            <a:xfrm>
              <a:off x="1835019" y="1926833"/>
              <a:ext cx="403637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pt-BR" b="1" dirty="0">
                  <a:solidFill>
                    <a:schemeClr val="bg1"/>
                  </a:solidFill>
                </a:rPr>
                <a:t>ES</a:t>
              </a:r>
            </a:p>
          </p:txBody>
        </p:sp>
      </p:grpSp>
      <p:cxnSp>
        <p:nvCxnSpPr>
          <p:cNvPr id="51" name="Conector reto 50"/>
          <p:cNvCxnSpPr>
            <a:stCxn id="49" idx="3"/>
            <a:endCxn id="39" idx="0"/>
          </p:cNvCxnSpPr>
          <p:nvPr/>
        </p:nvCxnSpPr>
        <p:spPr>
          <a:xfrm flipH="1">
            <a:off x="2530813" y="2724798"/>
            <a:ext cx="329766" cy="494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>
            <a:stCxn id="39" idx="2"/>
            <a:endCxn id="45" idx="6"/>
          </p:cNvCxnSpPr>
          <p:nvPr/>
        </p:nvCxnSpPr>
        <p:spPr>
          <a:xfrm flipH="1">
            <a:off x="1479871" y="3436005"/>
            <a:ext cx="832360" cy="16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/>
          <p:cNvCxnSpPr>
            <a:stCxn id="49" idx="2"/>
            <a:endCxn id="42" idx="6"/>
          </p:cNvCxnSpPr>
          <p:nvPr/>
        </p:nvCxnSpPr>
        <p:spPr>
          <a:xfrm flipH="1">
            <a:off x="1964198" y="2571405"/>
            <a:ext cx="832360" cy="16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>
            <a:stCxn id="39" idx="1"/>
            <a:endCxn id="42" idx="5"/>
          </p:cNvCxnSpPr>
          <p:nvPr/>
        </p:nvCxnSpPr>
        <p:spPr>
          <a:xfrm flipH="1" flipV="1">
            <a:off x="1900177" y="2726491"/>
            <a:ext cx="476075" cy="55612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ipse 54"/>
          <p:cNvSpPr/>
          <p:nvPr/>
        </p:nvSpPr>
        <p:spPr>
          <a:xfrm>
            <a:off x="6071070" y="3220766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sp>
        <p:nvSpPr>
          <p:cNvPr id="56" name="Elipse 55"/>
          <p:cNvSpPr/>
          <p:nvPr/>
        </p:nvSpPr>
        <p:spPr>
          <a:xfrm>
            <a:off x="5285874" y="2357859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sp>
        <p:nvSpPr>
          <p:cNvPr id="57" name="Elipse 56"/>
          <p:cNvSpPr/>
          <p:nvPr/>
        </p:nvSpPr>
        <p:spPr>
          <a:xfrm>
            <a:off x="4801547" y="3222459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cxnSp>
        <p:nvCxnSpPr>
          <p:cNvPr id="58" name="Conector reto 57"/>
          <p:cNvCxnSpPr>
            <a:stCxn id="56" idx="3"/>
            <a:endCxn id="57" idx="0"/>
          </p:cNvCxnSpPr>
          <p:nvPr/>
        </p:nvCxnSpPr>
        <p:spPr>
          <a:xfrm flipH="1">
            <a:off x="5020129" y="2728184"/>
            <a:ext cx="329766" cy="494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/>
          <p:cNvSpPr/>
          <p:nvPr/>
        </p:nvSpPr>
        <p:spPr>
          <a:xfrm>
            <a:off x="6555397" y="2356166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cxnSp>
        <p:nvCxnSpPr>
          <p:cNvPr id="60" name="Conector reto 59"/>
          <p:cNvCxnSpPr>
            <a:stCxn id="59" idx="3"/>
            <a:endCxn id="55" idx="0"/>
          </p:cNvCxnSpPr>
          <p:nvPr/>
        </p:nvCxnSpPr>
        <p:spPr>
          <a:xfrm flipH="1">
            <a:off x="6289652" y="2726491"/>
            <a:ext cx="329766" cy="4942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/>
          <p:cNvCxnSpPr>
            <a:stCxn id="55" idx="2"/>
            <a:endCxn id="57" idx="6"/>
          </p:cNvCxnSpPr>
          <p:nvPr/>
        </p:nvCxnSpPr>
        <p:spPr>
          <a:xfrm flipH="1">
            <a:off x="5238710" y="3437698"/>
            <a:ext cx="832360" cy="16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/>
          <p:cNvCxnSpPr>
            <a:stCxn id="59" idx="2"/>
            <a:endCxn id="56" idx="6"/>
          </p:cNvCxnSpPr>
          <p:nvPr/>
        </p:nvCxnSpPr>
        <p:spPr>
          <a:xfrm flipH="1">
            <a:off x="5723037" y="2573098"/>
            <a:ext cx="832360" cy="169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ipse 62"/>
          <p:cNvSpPr/>
          <p:nvPr/>
        </p:nvSpPr>
        <p:spPr>
          <a:xfrm>
            <a:off x="7447990" y="3220766"/>
            <a:ext cx="437163" cy="433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pt-BR" sz="1100" b="1" dirty="0">
              <a:latin typeface="Arial Black" panose="020B0A04020102020204" pitchFamily="34" charset="0"/>
            </a:endParaRPr>
          </a:p>
        </p:txBody>
      </p:sp>
      <p:cxnSp>
        <p:nvCxnSpPr>
          <p:cNvPr id="64" name="Conector reto 63"/>
          <p:cNvCxnSpPr>
            <a:stCxn id="63" idx="1"/>
            <a:endCxn id="59" idx="5"/>
          </p:cNvCxnSpPr>
          <p:nvPr/>
        </p:nvCxnSpPr>
        <p:spPr>
          <a:xfrm flipH="1" flipV="1">
            <a:off x="6928539" y="2726491"/>
            <a:ext cx="583472" cy="55781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/>
          <p:cNvCxnSpPr>
            <a:stCxn id="63" idx="2"/>
            <a:endCxn id="55" idx="6"/>
          </p:cNvCxnSpPr>
          <p:nvPr/>
        </p:nvCxnSpPr>
        <p:spPr>
          <a:xfrm flipH="1">
            <a:off x="6508233" y="3437698"/>
            <a:ext cx="93975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/>
          <p:cNvSpPr txBox="1"/>
          <p:nvPr/>
        </p:nvSpPr>
        <p:spPr>
          <a:xfrm>
            <a:off x="4791537" y="27389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5994377" y="2219623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68" name="CaixaDeTexto 67"/>
          <p:cNvSpPr txBox="1"/>
          <p:nvPr/>
        </p:nvSpPr>
        <p:spPr>
          <a:xfrm>
            <a:off x="5525030" y="34169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sp>
        <p:nvSpPr>
          <p:cNvPr id="69" name="CaixaDeTexto 68"/>
          <p:cNvSpPr txBox="1"/>
          <p:nvPr/>
        </p:nvSpPr>
        <p:spPr>
          <a:xfrm>
            <a:off x="6042601" y="273898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16</a:t>
            </a:r>
          </a:p>
        </p:txBody>
      </p:sp>
      <p:sp>
        <p:nvSpPr>
          <p:cNvPr id="70" name="CaixaDeTexto 69"/>
          <p:cNvSpPr txBox="1"/>
          <p:nvPr/>
        </p:nvSpPr>
        <p:spPr>
          <a:xfrm>
            <a:off x="6828070" y="34169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71" name="CaixaDeTexto 70"/>
          <p:cNvSpPr txBox="1"/>
          <p:nvPr/>
        </p:nvSpPr>
        <p:spPr>
          <a:xfrm>
            <a:off x="7220275" y="27247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12</a:t>
            </a:r>
          </a:p>
        </p:txBody>
      </p:sp>
      <p:sp>
        <p:nvSpPr>
          <p:cNvPr id="3" name="Retângulo 2"/>
          <p:cNvSpPr/>
          <p:nvPr/>
        </p:nvSpPr>
        <p:spPr>
          <a:xfrm>
            <a:off x="692075" y="3662400"/>
            <a:ext cx="9957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/>
              <a:t>46 649 132</a:t>
            </a:r>
          </a:p>
        </p:txBody>
      </p:sp>
      <p:sp>
        <p:nvSpPr>
          <p:cNvPr id="72" name="Retângulo 71"/>
          <p:cNvSpPr/>
          <p:nvPr/>
        </p:nvSpPr>
        <p:spPr>
          <a:xfrm>
            <a:off x="1176033" y="2059387"/>
            <a:ext cx="9957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/>
              <a:t>21 411 923</a:t>
            </a:r>
          </a:p>
        </p:txBody>
      </p:sp>
      <p:sp>
        <p:nvSpPr>
          <p:cNvPr id="73" name="Retângulo 72"/>
          <p:cNvSpPr/>
          <p:nvPr/>
        </p:nvSpPr>
        <p:spPr>
          <a:xfrm>
            <a:off x="2114370" y="3662399"/>
            <a:ext cx="9957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/>
              <a:t>17 463 349</a:t>
            </a:r>
          </a:p>
        </p:txBody>
      </p:sp>
      <p:sp>
        <p:nvSpPr>
          <p:cNvPr id="74" name="Retângulo 73"/>
          <p:cNvSpPr/>
          <p:nvPr/>
        </p:nvSpPr>
        <p:spPr>
          <a:xfrm>
            <a:off x="2573567" y="2065734"/>
            <a:ext cx="9044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400" dirty="0"/>
              <a:t>4 108 508</a:t>
            </a:r>
          </a:p>
        </p:txBody>
      </p:sp>
      <p:cxnSp>
        <p:nvCxnSpPr>
          <p:cNvPr id="75" name="Conector de seta reta 74"/>
          <p:cNvCxnSpPr/>
          <p:nvPr/>
        </p:nvCxnSpPr>
        <p:spPr>
          <a:xfrm flipH="1" flipV="1">
            <a:off x="2666196" y="3932655"/>
            <a:ext cx="130362" cy="241502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ixaDeTexto 77"/>
          <p:cNvSpPr txBox="1"/>
          <p:nvPr/>
        </p:nvSpPr>
        <p:spPr>
          <a:xfrm>
            <a:off x="2114370" y="4182120"/>
            <a:ext cx="2460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População (</a:t>
            </a:r>
            <a:r>
              <a:rPr lang="pt-B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jul</a:t>
            </a:r>
            <a:r>
              <a:rPr lang="pt-B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/21), Fonte: IBGE</a:t>
            </a:r>
          </a:p>
        </p:txBody>
      </p:sp>
    </p:spTree>
    <p:extLst>
      <p:ext uri="{BB962C8B-B14F-4D97-AF65-F5344CB8AC3E}">
        <p14:creationId xmlns:p14="http://schemas.microsoft.com/office/powerpoint/2010/main" val="3629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7" grpId="0" animBg="1"/>
      <p:bldP spid="59" grpId="0" animBg="1"/>
      <p:bldP spid="63" grpId="0" animBg="1"/>
      <p:bldP spid="66" grpId="0"/>
      <p:bldP spid="67" grpId="0"/>
      <p:bldP spid="68" grpId="0"/>
      <p:bldP spid="69" grpId="0"/>
      <p:bldP spid="70" grpId="0"/>
      <p:bldP spid="71" grpId="0"/>
      <p:bldP spid="3" grpId="0"/>
      <p:bldP spid="72" grpId="0"/>
      <p:bldP spid="73" grpId="0"/>
      <p:bldP spid="74" grpId="0"/>
      <p:bldP spid="78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Bipartido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G = (V, E) é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bipartido</a:t>
            </a:r>
            <a:r>
              <a:rPr lang="pt-BR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(ou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bipartite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quando o conjunto de vértices V puder ser particionado em 2 subconjuntos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disjuntos (ou sem elementos comuns) de forma que toda aresta de E conecta um elemento de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 um elemento de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887822" y="294999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887822" y="3689325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3018417" y="271619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3024723" y="391896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9" name="Elipse 8"/>
          <p:cNvSpPr/>
          <p:nvPr/>
        </p:nvSpPr>
        <p:spPr>
          <a:xfrm>
            <a:off x="3018416" y="3319661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7" idx="2"/>
            <a:endCxn id="4" idx="7"/>
          </p:cNvCxnSpPr>
          <p:nvPr/>
        </p:nvCxnSpPr>
        <p:spPr>
          <a:xfrm flipH="1">
            <a:off x="2099047" y="2831020"/>
            <a:ext cx="919370" cy="15260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2"/>
            <a:endCxn id="6" idx="5"/>
          </p:cNvCxnSpPr>
          <p:nvPr/>
        </p:nvCxnSpPr>
        <p:spPr>
          <a:xfrm flipH="1" flipV="1">
            <a:off x="2099047" y="3885337"/>
            <a:ext cx="925676" cy="1484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9" idx="1"/>
            <a:endCxn id="4" idx="6"/>
          </p:cNvCxnSpPr>
          <p:nvPr/>
        </p:nvCxnSpPr>
        <p:spPr>
          <a:xfrm flipH="1" flipV="1">
            <a:off x="2135287" y="3064818"/>
            <a:ext cx="919369" cy="2884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8" idx="1"/>
            <a:endCxn id="4" idx="5"/>
          </p:cNvCxnSpPr>
          <p:nvPr/>
        </p:nvCxnSpPr>
        <p:spPr>
          <a:xfrm flipH="1" flipV="1">
            <a:off x="2099047" y="3146009"/>
            <a:ext cx="961916" cy="806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9" idx="3"/>
            <a:endCxn id="6" idx="6"/>
          </p:cNvCxnSpPr>
          <p:nvPr/>
        </p:nvCxnSpPr>
        <p:spPr>
          <a:xfrm flipH="1">
            <a:off x="2135287" y="3515673"/>
            <a:ext cx="919369" cy="2884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de cantos arredondados 24"/>
          <p:cNvSpPr/>
          <p:nvPr/>
        </p:nvSpPr>
        <p:spPr>
          <a:xfrm>
            <a:off x="1665767" y="2665228"/>
            <a:ext cx="715926" cy="1545265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de cantos arredondados 25"/>
          <p:cNvSpPr/>
          <p:nvPr/>
        </p:nvSpPr>
        <p:spPr>
          <a:xfrm>
            <a:off x="2784185" y="2568011"/>
            <a:ext cx="715926" cy="1732941"/>
          </a:xfrm>
          <a:prstGeom prst="round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/>
        </p:nvSpPr>
        <p:spPr>
          <a:xfrm>
            <a:off x="1234207" y="3249815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dirty="0"/>
          </a:p>
        </p:txBody>
      </p:sp>
      <p:sp>
        <p:nvSpPr>
          <p:cNvPr id="28" name="Retângulo 27"/>
          <p:cNvSpPr/>
          <p:nvPr/>
        </p:nvSpPr>
        <p:spPr>
          <a:xfrm>
            <a:off x="3537012" y="3253555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dirty="0"/>
          </a:p>
        </p:txBody>
      </p:sp>
      <p:sp>
        <p:nvSpPr>
          <p:cNvPr id="29" name="Elipse 28"/>
          <p:cNvSpPr/>
          <p:nvPr/>
        </p:nvSpPr>
        <p:spPr>
          <a:xfrm>
            <a:off x="5722715" y="400281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30" name="Elipse 29"/>
          <p:cNvSpPr/>
          <p:nvPr/>
        </p:nvSpPr>
        <p:spPr>
          <a:xfrm>
            <a:off x="6721001" y="400281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31" name="Elipse 30"/>
          <p:cNvSpPr/>
          <p:nvPr/>
        </p:nvSpPr>
        <p:spPr>
          <a:xfrm>
            <a:off x="7207783" y="326643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32" name="Elipse 31"/>
          <p:cNvSpPr/>
          <p:nvPr/>
        </p:nvSpPr>
        <p:spPr>
          <a:xfrm>
            <a:off x="5184483" y="326643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4" name="Elipse 33"/>
          <p:cNvSpPr/>
          <p:nvPr/>
        </p:nvSpPr>
        <p:spPr>
          <a:xfrm>
            <a:off x="5722715" y="249071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5" name="Elipse 34"/>
          <p:cNvSpPr/>
          <p:nvPr/>
        </p:nvSpPr>
        <p:spPr>
          <a:xfrm>
            <a:off x="6721001" y="249071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36" name="Conector reto 35"/>
          <p:cNvCxnSpPr>
            <a:stCxn id="34" idx="3"/>
            <a:endCxn id="32" idx="7"/>
          </p:cNvCxnSpPr>
          <p:nvPr/>
        </p:nvCxnSpPr>
        <p:spPr>
          <a:xfrm flipH="1">
            <a:off x="5395708" y="2686725"/>
            <a:ext cx="363247" cy="6133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1" idx="3"/>
            <a:endCxn id="30" idx="7"/>
          </p:cNvCxnSpPr>
          <p:nvPr/>
        </p:nvCxnSpPr>
        <p:spPr>
          <a:xfrm flipH="1">
            <a:off x="6932226" y="3462449"/>
            <a:ext cx="311797" cy="574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5" idx="5"/>
            <a:endCxn id="31" idx="1"/>
          </p:cNvCxnSpPr>
          <p:nvPr/>
        </p:nvCxnSpPr>
        <p:spPr>
          <a:xfrm>
            <a:off x="6932226" y="2686725"/>
            <a:ext cx="311797" cy="6133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32" idx="5"/>
            <a:endCxn id="29" idx="1"/>
          </p:cNvCxnSpPr>
          <p:nvPr/>
        </p:nvCxnSpPr>
        <p:spPr>
          <a:xfrm>
            <a:off x="5395708" y="3462449"/>
            <a:ext cx="363247" cy="574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34" idx="6"/>
            <a:endCxn id="35" idx="2"/>
          </p:cNvCxnSpPr>
          <p:nvPr/>
        </p:nvCxnSpPr>
        <p:spPr>
          <a:xfrm>
            <a:off x="5970180" y="2605534"/>
            <a:ext cx="7508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>
            <a:stCxn id="29" idx="6"/>
            <a:endCxn id="30" idx="2"/>
          </p:cNvCxnSpPr>
          <p:nvPr/>
        </p:nvCxnSpPr>
        <p:spPr>
          <a:xfrm>
            <a:off x="5970180" y="4117640"/>
            <a:ext cx="7508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Forma livre 80"/>
          <p:cNvSpPr/>
          <p:nvPr/>
        </p:nvSpPr>
        <p:spPr>
          <a:xfrm>
            <a:off x="4903261" y="2239375"/>
            <a:ext cx="2271475" cy="2210139"/>
          </a:xfrm>
          <a:custGeom>
            <a:avLst/>
            <a:gdLst>
              <a:gd name="connsiteX0" fmla="*/ 44423 w 2320035"/>
              <a:gd name="connsiteY0" fmla="*/ 987391 h 2265400"/>
              <a:gd name="connsiteX1" fmla="*/ 370488 w 2320035"/>
              <a:gd name="connsiteY1" fmla="*/ 824359 h 2265400"/>
              <a:gd name="connsiteX2" fmla="*/ 1093502 w 2320035"/>
              <a:gd name="connsiteY2" fmla="*/ 902331 h 2265400"/>
              <a:gd name="connsiteX3" fmla="*/ 1915753 w 2320035"/>
              <a:gd name="connsiteY3" fmla="*/ 58814 h 2265400"/>
              <a:gd name="connsiteX4" fmla="*/ 2305613 w 2320035"/>
              <a:gd name="connsiteY4" fmla="*/ 136786 h 2265400"/>
              <a:gd name="connsiteX5" fmla="*/ 2206376 w 2320035"/>
              <a:gd name="connsiteY5" fmla="*/ 661326 h 2265400"/>
              <a:gd name="connsiteX6" fmla="*/ 1922841 w 2320035"/>
              <a:gd name="connsiteY6" fmla="*/ 1072452 h 2265400"/>
              <a:gd name="connsiteX7" fmla="*/ 2255995 w 2320035"/>
              <a:gd name="connsiteY7" fmla="*/ 1845084 h 2265400"/>
              <a:gd name="connsiteX8" fmla="*/ 2135492 w 2320035"/>
              <a:gd name="connsiteY8" fmla="*/ 2234945 h 2265400"/>
              <a:gd name="connsiteX9" fmla="*/ 1610953 w 2320035"/>
              <a:gd name="connsiteY9" fmla="*/ 2178238 h 2265400"/>
              <a:gd name="connsiteX10" fmla="*/ 1476274 w 2320035"/>
              <a:gd name="connsiteY10" fmla="*/ 1689140 h 2265400"/>
              <a:gd name="connsiteX11" fmla="*/ 965911 w 2320035"/>
              <a:gd name="connsiteY11" fmla="*/ 1441047 h 2265400"/>
              <a:gd name="connsiteX12" fmla="*/ 349223 w 2320035"/>
              <a:gd name="connsiteY12" fmla="*/ 1441047 h 2265400"/>
              <a:gd name="connsiteX13" fmla="*/ 37334 w 2320035"/>
              <a:gd name="connsiteY13" fmla="*/ 1221307 h 2265400"/>
              <a:gd name="connsiteX14" fmla="*/ 44423 w 2320035"/>
              <a:gd name="connsiteY14" fmla="*/ 987391 h 2265400"/>
              <a:gd name="connsiteX0" fmla="*/ 44423 w 2314919"/>
              <a:gd name="connsiteY0" fmla="*/ 987134 h 2265143"/>
              <a:gd name="connsiteX1" fmla="*/ 370488 w 2314919"/>
              <a:gd name="connsiteY1" fmla="*/ 824102 h 2265143"/>
              <a:gd name="connsiteX2" fmla="*/ 1093502 w 2314919"/>
              <a:gd name="connsiteY2" fmla="*/ 902074 h 2265143"/>
              <a:gd name="connsiteX3" fmla="*/ 1915753 w 2314919"/>
              <a:gd name="connsiteY3" fmla="*/ 58557 h 2265143"/>
              <a:gd name="connsiteX4" fmla="*/ 2305613 w 2314919"/>
              <a:gd name="connsiteY4" fmla="*/ 136529 h 2265143"/>
              <a:gd name="connsiteX5" fmla="*/ 2170934 w 2314919"/>
              <a:gd name="connsiteY5" fmla="*/ 653981 h 2265143"/>
              <a:gd name="connsiteX6" fmla="*/ 1922841 w 2314919"/>
              <a:gd name="connsiteY6" fmla="*/ 1072195 h 2265143"/>
              <a:gd name="connsiteX7" fmla="*/ 2255995 w 2314919"/>
              <a:gd name="connsiteY7" fmla="*/ 1844827 h 2265143"/>
              <a:gd name="connsiteX8" fmla="*/ 2135492 w 2314919"/>
              <a:gd name="connsiteY8" fmla="*/ 2234688 h 2265143"/>
              <a:gd name="connsiteX9" fmla="*/ 1610953 w 2314919"/>
              <a:gd name="connsiteY9" fmla="*/ 2177981 h 2265143"/>
              <a:gd name="connsiteX10" fmla="*/ 1476274 w 2314919"/>
              <a:gd name="connsiteY10" fmla="*/ 1688883 h 2265143"/>
              <a:gd name="connsiteX11" fmla="*/ 965911 w 2314919"/>
              <a:gd name="connsiteY11" fmla="*/ 1440790 h 2265143"/>
              <a:gd name="connsiteX12" fmla="*/ 349223 w 2314919"/>
              <a:gd name="connsiteY12" fmla="*/ 1440790 h 2265143"/>
              <a:gd name="connsiteX13" fmla="*/ 37334 w 2314919"/>
              <a:gd name="connsiteY13" fmla="*/ 1221050 h 2265143"/>
              <a:gd name="connsiteX14" fmla="*/ 44423 w 2314919"/>
              <a:gd name="connsiteY14" fmla="*/ 987134 h 2265143"/>
              <a:gd name="connsiteX0" fmla="*/ 44423 w 2318145"/>
              <a:gd name="connsiteY0" fmla="*/ 987134 h 2265143"/>
              <a:gd name="connsiteX1" fmla="*/ 370488 w 2318145"/>
              <a:gd name="connsiteY1" fmla="*/ 824102 h 2265143"/>
              <a:gd name="connsiteX2" fmla="*/ 1093502 w 2318145"/>
              <a:gd name="connsiteY2" fmla="*/ 902074 h 2265143"/>
              <a:gd name="connsiteX3" fmla="*/ 1915753 w 2318145"/>
              <a:gd name="connsiteY3" fmla="*/ 58557 h 2265143"/>
              <a:gd name="connsiteX4" fmla="*/ 2305613 w 2318145"/>
              <a:gd name="connsiteY4" fmla="*/ 136529 h 2265143"/>
              <a:gd name="connsiteX5" fmla="*/ 2170934 w 2318145"/>
              <a:gd name="connsiteY5" fmla="*/ 653981 h 2265143"/>
              <a:gd name="connsiteX6" fmla="*/ 1922841 w 2318145"/>
              <a:gd name="connsiteY6" fmla="*/ 1072195 h 2265143"/>
              <a:gd name="connsiteX7" fmla="*/ 2255995 w 2318145"/>
              <a:gd name="connsiteY7" fmla="*/ 1844827 h 2265143"/>
              <a:gd name="connsiteX8" fmla="*/ 2135492 w 2318145"/>
              <a:gd name="connsiteY8" fmla="*/ 2234688 h 2265143"/>
              <a:gd name="connsiteX9" fmla="*/ 1610953 w 2318145"/>
              <a:gd name="connsiteY9" fmla="*/ 2177981 h 2265143"/>
              <a:gd name="connsiteX10" fmla="*/ 1476274 w 2318145"/>
              <a:gd name="connsiteY10" fmla="*/ 1688883 h 2265143"/>
              <a:gd name="connsiteX11" fmla="*/ 965911 w 2318145"/>
              <a:gd name="connsiteY11" fmla="*/ 1440790 h 2265143"/>
              <a:gd name="connsiteX12" fmla="*/ 349223 w 2318145"/>
              <a:gd name="connsiteY12" fmla="*/ 1440790 h 2265143"/>
              <a:gd name="connsiteX13" fmla="*/ 37334 w 2318145"/>
              <a:gd name="connsiteY13" fmla="*/ 1221050 h 2265143"/>
              <a:gd name="connsiteX14" fmla="*/ 44423 w 2318145"/>
              <a:gd name="connsiteY14" fmla="*/ 987134 h 2265143"/>
              <a:gd name="connsiteX0" fmla="*/ 44423 w 2315351"/>
              <a:gd name="connsiteY0" fmla="*/ 987134 h 2265143"/>
              <a:gd name="connsiteX1" fmla="*/ 370488 w 2315351"/>
              <a:gd name="connsiteY1" fmla="*/ 824102 h 2265143"/>
              <a:gd name="connsiteX2" fmla="*/ 1093502 w 2315351"/>
              <a:gd name="connsiteY2" fmla="*/ 902074 h 2265143"/>
              <a:gd name="connsiteX3" fmla="*/ 1915753 w 2315351"/>
              <a:gd name="connsiteY3" fmla="*/ 58557 h 2265143"/>
              <a:gd name="connsiteX4" fmla="*/ 2305613 w 2315351"/>
              <a:gd name="connsiteY4" fmla="*/ 136529 h 2265143"/>
              <a:gd name="connsiteX5" fmla="*/ 2170934 w 2315351"/>
              <a:gd name="connsiteY5" fmla="*/ 653981 h 2265143"/>
              <a:gd name="connsiteX6" fmla="*/ 1880311 w 2315351"/>
              <a:gd name="connsiteY6" fmla="*/ 1114725 h 2265143"/>
              <a:gd name="connsiteX7" fmla="*/ 2255995 w 2315351"/>
              <a:gd name="connsiteY7" fmla="*/ 1844827 h 2265143"/>
              <a:gd name="connsiteX8" fmla="*/ 2135492 w 2315351"/>
              <a:gd name="connsiteY8" fmla="*/ 2234688 h 2265143"/>
              <a:gd name="connsiteX9" fmla="*/ 1610953 w 2315351"/>
              <a:gd name="connsiteY9" fmla="*/ 2177981 h 2265143"/>
              <a:gd name="connsiteX10" fmla="*/ 1476274 w 2315351"/>
              <a:gd name="connsiteY10" fmla="*/ 1688883 h 2265143"/>
              <a:gd name="connsiteX11" fmla="*/ 965911 w 2315351"/>
              <a:gd name="connsiteY11" fmla="*/ 1440790 h 2265143"/>
              <a:gd name="connsiteX12" fmla="*/ 349223 w 2315351"/>
              <a:gd name="connsiteY12" fmla="*/ 1440790 h 2265143"/>
              <a:gd name="connsiteX13" fmla="*/ 37334 w 2315351"/>
              <a:gd name="connsiteY13" fmla="*/ 1221050 h 2265143"/>
              <a:gd name="connsiteX14" fmla="*/ 44423 w 2315351"/>
              <a:gd name="connsiteY14" fmla="*/ 987134 h 2265143"/>
              <a:gd name="connsiteX0" fmla="*/ 44423 w 2315351"/>
              <a:gd name="connsiteY0" fmla="*/ 987134 h 2265143"/>
              <a:gd name="connsiteX1" fmla="*/ 370488 w 2315351"/>
              <a:gd name="connsiteY1" fmla="*/ 824102 h 2265143"/>
              <a:gd name="connsiteX2" fmla="*/ 1093502 w 2315351"/>
              <a:gd name="connsiteY2" fmla="*/ 902074 h 2265143"/>
              <a:gd name="connsiteX3" fmla="*/ 1915753 w 2315351"/>
              <a:gd name="connsiteY3" fmla="*/ 58557 h 2265143"/>
              <a:gd name="connsiteX4" fmla="*/ 2305613 w 2315351"/>
              <a:gd name="connsiteY4" fmla="*/ 136529 h 2265143"/>
              <a:gd name="connsiteX5" fmla="*/ 2170934 w 2315351"/>
              <a:gd name="connsiteY5" fmla="*/ 653981 h 2265143"/>
              <a:gd name="connsiteX6" fmla="*/ 1880311 w 2315351"/>
              <a:gd name="connsiteY6" fmla="*/ 1114725 h 2265143"/>
              <a:gd name="connsiteX7" fmla="*/ 2255995 w 2315351"/>
              <a:gd name="connsiteY7" fmla="*/ 1844827 h 2265143"/>
              <a:gd name="connsiteX8" fmla="*/ 2135492 w 2315351"/>
              <a:gd name="connsiteY8" fmla="*/ 2234688 h 2265143"/>
              <a:gd name="connsiteX9" fmla="*/ 1610953 w 2315351"/>
              <a:gd name="connsiteY9" fmla="*/ 2177981 h 2265143"/>
              <a:gd name="connsiteX10" fmla="*/ 1476274 w 2315351"/>
              <a:gd name="connsiteY10" fmla="*/ 1688883 h 2265143"/>
              <a:gd name="connsiteX11" fmla="*/ 965911 w 2315351"/>
              <a:gd name="connsiteY11" fmla="*/ 1440790 h 2265143"/>
              <a:gd name="connsiteX12" fmla="*/ 349223 w 2315351"/>
              <a:gd name="connsiteY12" fmla="*/ 1440790 h 2265143"/>
              <a:gd name="connsiteX13" fmla="*/ 37334 w 2315351"/>
              <a:gd name="connsiteY13" fmla="*/ 1221050 h 2265143"/>
              <a:gd name="connsiteX14" fmla="*/ 44423 w 2315351"/>
              <a:gd name="connsiteY14" fmla="*/ 987134 h 2265143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49381"/>
              <a:gd name="connsiteX1" fmla="*/ 370488 w 2315351"/>
              <a:gd name="connsiteY1" fmla="*/ 824102 h 2249381"/>
              <a:gd name="connsiteX2" fmla="*/ 1093502 w 2315351"/>
              <a:gd name="connsiteY2" fmla="*/ 902074 h 2249381"/>
              <a:gd name="connsiteX3" fmla="*/ 1915753 w 2315351"/>
              <a:gd name="connsiteY3" fmla="*/ 58557 h 2249381"/>
              <a:gd name="connsiteX4" fmla="*/ 2305613 w 2315351"/>
              <a:gd name="connsiteY4" fmla="*/ 136529 h 2249381"/>
              <a:gd name="connsiteX5" fmla="*/ 2170934 w 2315351"/>
              <a:gd name="connsiteY5" fmla="*/ 653981 h 2249381"/>
              <a:gd name="connsiteX6" fmla="*/ 1880311 w 2315351"/>
              <a:gd name="connsiteY6" fmla="*/ 1114725 h 2249381"/>
              <a:gd name="connsiteX7" fmla="*/ 2220553 w 2315351"/>
              <a:gd name="connsiteY7" fmla="*/ 1788120 h 2249381"/>
              <a:gd name="connsiteX8" fmla="*/ 2135492 w 2315351"/>
              <a:gd name="connsiteY8" fmla="*/ 2234688 h 2249381"/>
              <a:gd name="connsiteX9" fmla="*/ 1696014 w 2315351"/>
              <a:gd name="connsiteY9" fmla="*/ 2100009 h 2249381"/>
              <a:gd name="connsiteX10" fmla="*/ 1476274 w 2315351"/>
              <a:gd name="connsiteY10" fmla="*/ 1688883 h 2249381"/>
              <a:gd name="connsiteX11" fmla="*/ 965911 w 2315351"/>
              <a:gd name="connsiteY11" fmla="*/ 1440790 h 2249381"/>
              <a:gd name="connsiteX12" fmla="*/ 349223 w 2315351"/>
              <a:gd name="connsiteY12" fmla="*/ 1440790 h 2249381"/>
              <a:gd name="connsiteX13" fmla="*/ 37334 w 2315351"/>
              <a:gd name="connsiteY13" fmla="*/ 1221050 h 2249381"/>
              <a:gd name="connsiteX14" fmla="*/ 44423 w 2315351"/>
              <a:gd name="connsiteY14" fmla="*/ 987134 h 2249381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65911 w 2315351"/>
              <a:gd name="connsiteY11" fmla="*/ 1440790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99023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73720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99023 h 2250669"/>
              <a:gd name="connsiteX14" fmla="*/ 44423 w 2315351"/>
              <a:gd name="connsiteY14" fmla="*/ 987134 h 2250669"/>
              <a:gd name="connsiteX0" fmla="*/ 44423 w 2315351"/>
              <a:gd name="connsiteY0" fmla="*/ 983984 h 2247519"/>
              <a:gd name="connsiteX1" fmla="*/ 370488 w 2315351"/>
              <a:gd name="connsiteY1" fmla="*/ 870570 h 2247519"/>
              <a:gd name="connsiteX2" fmla="*/ 1214005 w 2315351"/>
              <a:gd name="connsiteY2" fmla="*/ 856393 h 2247519"/>
              <a:gd name="connsiteX3" fmla="*/ 1915753 w 2315351"/>
              <a:gd name="connsiteY3" fmla="*/ 55407 h 2247519"/>
              <a:gd name="connsiteX4" fmla="*/ 2305613 w 2315351"/>
              <a:gd name="connsiteY4" fmla="*/ 133379 h 2247519"/>
              <a:gd name="connsiteX5" fmla="*/ 2170934 w 2315351"/>
              <a:gd name="connsiteY5" fmla="*/ 650831 h 2247519"/>
              <a:gd name="connsiteX6" fmla="*/ 1880311 w 2315351"/>
              <a:gd name="connsiteY6" fmla="*/ 1111575 h 2247519"/>
              <a:gd name="connsiteX7" fmla="*/ 2220553 w 2315351"/>
              <a:gd name="connsiteY7" fmla="*/ 1784970 h 2247519"/>
              <a:gd name="connsiteX8" fmla="*/ 2135492 w 2315351"/>
              <a:gd name="connsiteY8" fmla="*/ 2231538 h 2247519"/>
              <a:gd name="connsiteX9" fmla="*/ 1696014 w 2315351"/>
              <a:gd name="connsiteY9" fmla="*/ 2096859 h 2247519"/>
              <a:gd name="connsiteX10" fmla="*/ 1455009 w 2315351"/>
              <a:gd name="connsiteY10" fmla="*/ 1607761 h 2247519"/>
              <a:gd name="connsiteX11" fmla="*/ 958823 w 2315351"/>
              <a:gd name="connsiteY11" fmla="*/ 1402198 h 2247519"/>
              <a:gd name="connsiteX12" fmla="*/ 349223 w 2315351"/>
              <a:gd name="connsiteY12" fmla="*/ 1437640 h 2247519"/>
              <a:gd name="connsiteX13" fmla="*/ 37334 w 2315351"/>
              <a:gd name="connsiteY13" fmla="*/ 1295873 h 2247519"/>
              <a:gd name="connsiteX14" fmla="*/ 44423 w 2315351"/>
              <a:gd name="connsiteY14" fmla="*/ 983984 h 2247519"/>
              <a:gd name="connsiteX0" fmla="*/ 44423 w 2315351"/>
              <a:gd name="connsiteY0" fmla="*/ 983984 h 2247519"/>
              <a:gd name="connsiteX1" fmla="*/ 370488 w 2315351"/>
              <a:gd name="connsiteY1" fmla="*/ 870570 h 2247519"/>
              <a:gd name="connsiteX2" fmla="*/ 1214005 w 2315351"/>
              <a:gd name="connsiteY2" fmla="*/ 856393 h 2247519"/>
              <a:gd name="connsiteX3" fmla="*/ 1915753 w 2315351"/>
              <a:gd name="connsiteY3" fmla="*/ 55407 h 2247519"/>
              <a:gd name="connsiteX4" fmla="*/ 2305613 w 2315351"/>
              <a:gd name="connsiteY4" fmla="*/ 133379 h 2247519"/>
              <a:gd name="connsiteX5" fmla="*/ 2170934 w 2315351"/>
              <a:gd name="connsiteY5" fmla="*/ 650831 h 2247519"/>
              <a:gd name="connsiteX6" fmla="*/ 1880311 w 2315351"/>
              <a:gd name="connsiteY6" fmla="*/ 1111575 h 2247519"/>
              <a:gd name="connsiteX7" fmla="*/ 2220553 w 2315351"/>
              <a:gd name="connsiteY7" fmla="*/ 1784970 h 2247519"/>
              <a:gd name="connsiteX8" fmla="*/ 2135492 w 2315351"/>
              <a:gd name="connsiteY8" fmla="*/ 2231538 h 2247519"/>
              <a:gd name="connsiteX9" fmla="*/ 1696014 w 2315351"/>
              <a:gd name="connsiteY9" fmla="*/ 2096859 h 2247519"/>
              <a:gd name="connsiteX10" fmla="*/ 1455009 w 2315351"/>
              <a:gd name="connsiteY10" fmla="*/ 1607761 h 2247519"/>
              <a:gd name="connsiteX11" fmla="*/ 958823 w 2315351"/>
              <a:gd name="connsiteY11" fmla="*/ 1402198 h 2247519"/>
              <a:gd name="connsiteX12" fmla="*/ 349223 w 2315351"/>
              <a:gd name="connsiteY12" fmla="*/ 1437640 h 2247519"/>
              <a:gd name="connsiteX13" fmla="*/ 37334 w 2315351"/>
              <a:gd name="connsiteY13" fmla="*/ 1295873 h 2247519"/>
              <a:gd name="connsiteX14" fmla="*/ 44423 w 2315351"/>
              <a:gd name="connsiteY14" fmla="*/ 983984 h 2247519"/>
              <a:gd name="connsiteX0" fmla="*/ 44423 w 2320333"/>
              <a:gd name="connsiteY0" fmla="*/ 937693 h 2201228"/>
              <a:gd name="connsiteX1" fmla="*/ 370488 w 2320333"/>
              <a:gd name="connsiteY1" fmla="*/ 824279 h 2201228"/>
              <a:gd name="connsiteX2" fmla="*/ 1214005 w 2320333"/>
              <a:gd name="connsiteY2" fmla="*/ 810102 h 2201228"/>
              <a:gd name="connsiteX3" fmla="*/ 1830692 w 2320333"/>
              <a:gd name="connsiteY3" fmla="*/ 72911 h 2201228"/>
              <a:gd name="connsiteX4" fmla="*/ 2305613 w 2320333"/>
              <a:gd name="connsiteY4" fmla="*/ 87088 h 2201228"/>
              <a:gd name="connsiteX5" fmla="*/ 2170934 w 2320333"/>
              <a:gd name="connsiteY5" fmla="*/ 604540 h 2201228"/>
              <a:gd name="connsiteX6" fmla="*/ 1880311 w 2320333"/>
              <a:gd name="connsiteY6" fmla="*/ 1065284 h 2201228"/>
              <a:gd name="connsiteX7" fmla="*/ 2220553 w 2320333"/>
              <a:gd name="connsiteY7" fmla="*/ 1738679 h 2201228"/>
              <a:gd name="connsiteX8" fmla="*/ 2135492 w 2320333"/>
              <a:gd name="connsiteY8" fmla="*/ 2185247 h 2201228"/>
              <a:gd name="connsiteX9" fmla="*/ 1696014 w 2320333"/>
              <a:gd name="connsiteY9" fmla="*/ 2050568 h 2201228"/>
              <a:gd name="connsiteX10" fmla="*/ 1455009 w 2320333"/>
              <a:gd name="connsiteY10" fmla="*/ 1561470 h 2201228"/>
              <a:gd name="connsiteX11" fmla="*/ 958823 w 2320333"/>
              <a:gd name="connsiteY11" fmla="*/ 1355907 h 2201228"/>
              <a:gd name="connsiteX12" fmla="*/ 349223 w 2320333"/>
              <a:gd name="connsiteY12" fmla="*/ 1391349 h 2201228"/>
              <a:gd name="connsiteX13" fmla="*/ 37334 w 2320333"/>
              <a:gd name="connsiteY13" fmla="*/ 1249582 h 2201228"/>
              <a:gd name="connsiteX14" fmla="*/ 44423 w 2320333"/>
              <a:gd name="connsiteY14" fmla="*/ 937693 h 2201228"/>
              <a:gd name="connsiteX0" fmla="*/ 44423 w 2269287"/>
              <a:gd name="connsiteY0" fmla="*/ 968830 h 2232365"/>
              <a:gd name="connsiteX1" fmla="*/ 370488 w 2269287"/>
              <a:gd name="connsiteY1" fmla="*/ 855416 h 2232365"/>
              <a:gd name="connsiteX2" fmla="*/ 1214005 w 2269287"/>
              <a:gd name="connsiteY2" fmla="*/ 841239 h 2232365"/>
              <a:gd name="connsiteX3" fmla="*/ 1830692 w 2269287"/>
              <a:gd name="connsiteY3" fmla="*/ 104048 h 2232365"/>
              <a:gd name="connsiteX4" fmla="*/ 2248906 w 2269287"/>
              <a:gd name="connsiteY4" fmla="*/ 61518 h 2232365"/>
              <a:gd name="connsiteX5" fmla="*/ 2170934 w 2269287"/>
              <a:gd name="connsiteY5" fmla="*/ 635677 h 2232365"/>
              <a:gd name="connsiteX6" fmla="*/ 1880311 w 2269287"/>
              <a:gd name="connsiteY6" fmla="*/ 1096421 h 2232365"/>
              <a:gd name="connsiteX7" fmla="*/ 2220553 w 2269287"/>
              <a:gd name="connsiteY7" fmla="*/ 1769816 h 2232365"/>
              <a:gd name="connsiteX8" fmla="*/ 2135492 w 2269287"/>
              <a:gd name="connsiteY8" fmla="*/ 2216384 h 2232365"/>
              <a:gd name="connsiteX9" fmla="*/ 1696014 w 2269287"/>
              <a:gd name="connsiteY9" fmla="*/ 2081705 h 2232365"/>
              <a:gd name="connsiteX10" fmla="*/ 1455009 w 2269287"/>
              <a:gd name="connsiteY10" fmla="*/ 1592607 h 2232365"/>
              <a:gd name="connsiteX11" fmla="*/ 958823 w 2269287"/>
              <a:gd name="connsiteY11" fmla="*/ 1387044 h 2232365"/>
              <a:gd name="connsiteX12" fmla="*/ 349223 w 2269287"/>
              <a:gd name="connsiteY12" fmla="*/ 1422486 h 2232365"/>
              <a:gd name="connsiteX13" fmla="*/ 37334 w 2269287"/>
              <a:gd name="connsiteY13" fmla="*/ 1280719 h 2232365"/>
              <a:gd name="connsiteX14" fmla="*/ 44423 w 2269287"/>
              <a:gd name="connsiteY14" fmla="*/ 968830 h 2232365"/>
              <a:gd name="connsiteX0" fmla="*/ 44423 w 2312455"/>
              <a:gd name="connsiteY0" fmla="*/ 998686 h 2262221"/>
              <a:gd name="connsiteX1" fmla="*/ 370488 w 2312455"/>
              <a:gd name="connsiteY1" fmla="*/ 885272 h 2262221"/>
              <a:gd name="connsiteX2" fmla="*/ 1214005 w 2312455"/>
              <a:gd name="connsiteY2" fmla="*/ 871095 h 2262221"/>
              <a:gd name="connsiteX3" fmla="*/ 1830692 w 2312455"/>
              <a:gd name="connsiteY3" fmla="*/ 133904 h 2262221"/>
              <a:gd name="connsiteX4" fmla="*/ 2248906 w 2312455"/>
              <a:gd name="connsiteY4" fmla="*/ 91374 h 2262221"/>
              <a:gd name="connsiteX5" fmla="*/ 2170934 w 2312455"/>
              <a:gd name="connsiteY5" fmla="*/ 665533 h 2262221"/>
              <a:gd name="connsiteX6" fmla="*/ 1880311 w 2312455"/>
              <a:gd name="connsiteY6" fmla="*/ 1126277 h 2262221"/>
              <a:gd name="connsiteX7" fmla="*/ 2220553 w 2312455"/>
              <a:gd name="connsiteY7" fmla="*/ 1799672 h 2262221"/>
              <a:gd name="connsiteX8" fmla="*/ 2135492 w 2312455"/>
              <a:gd name="connsiteY8" fmla="*/ 2246240 h 2262221"/>
              <a:gd name="connsiteX9" fmla="*/ 1696014 w 2312455"/>
              <a:gd name="connsiteY9" fmla="*/ 2111561 h 2262221"/>
              <a:gd name="connsiteX10" fmla="*/ 1455009 w 2312455"/>
              <a:gd name="connsiteY10" fmla="*/ 1622463 h 2262221"/>
              <a:gd name="connsiteX11" fmla="*/ 958823 w 2312455"/>
              <a:gd name="connsiteY11" fmla="*/ 1416900 h 2262221"/>
              <a:gd name="connsiteX12" fmla="*/ 349223 w 2312455"/>
              <a:gd name="connsiteY12" fmla="*/ 1452342 h 2262221"/>
              <a:gd name="connsiteX13" fmla="*/ 37334 w 2312455"/>
              <a:gd name="connsiteY13" fmla="*/ 1310575 h 2262221"/>
              <a:gd name="connsiteX14" fmla="*/ 44423 w 2312455"/>
              <a:gd name="connsiteY14" fmla="*/ 998686 h 2262221"/>
              <a:gd name="connsiteX0" fmla="*/ 44423 w 2312455"/>
              <a:gd name="connsiteY0" fmla="*/ 977624 h 2241159"/>
              <a:gd name="connsiteX1" fmla="*/ 370488 w 2312455"/>
              <a:gd name="connsiteY1" fmla="*/ 864210 h 2241159"/>
              <a:gd name="connsiteX2" fmla="*/ 1214005 w 2312455"/>
              <a:gd name="connsiteY2" fmla="*/ 850033 h 2241159"/>
              <a:gd name="connsiteX3" fmla="*/ 1830692 w 2312455"/>
              <a:gd name="connsiteY3" fmla="*/ 112842 h 2241159"/>
              <a:gd name="connsiteX4" fmla="*/ 2248906 w 2312455"/>
              <a:gd name="connsiteY4" fmla="*/ 70312 h 2241159"/>
              <a:gd name="connsiteX5" fmla="*/ 2170934 w 2312455"/>
              <a:gd name="connsiteY5" fmla="*/ 644471 h 2241159"/>
              <a:gd name="connsiteX6" fmla="*/ 1880311 w 2312455"/>
              <a:gd name="connsiteY6" fmla="*/ 1105215 h 2241159"/>
              <a:gd name="connsiteX7" fmla="*/ 2220553 w 2312455"/>
              <a:gd name="connsiteY7" fmla="*/ 1778610 h 2241159"/>
              <a:gd name="connsiteX8" fmla="*/ 2135492 w 2312455"/>
              <a:gd name="connsiteY8" fmla="*/ 2225178 h 2241159"/>
              <a:gd name="connsiteX9" fmla="*/ 1696014 w 2312455"/>
              <a:gd name="connsiteY9" fmla="*/ 2090499 h 2241159"/>
              <a:gd name="connsiteX10" fmla="*/ 1455009 w 2312455"/>
              <a:gd name="connsiteY10" fmla="*/ 1601401 h 2241159"/>
              <a:gd name="connsiteX11" fmla="*/ 958823 w 2312455"/>
              <a:gd name="connsiteY11" fmla="*/ 1395838 h 2241159"/>
              <a:gd name="connsiteX12" fmla="*/ 349223 w 2312455"/>
              <a:gd name="connsiteY12" fmla="*/ 1431280 h 2241159"/>
              <a:gd name="connsiteX13" fmla="*/ 37334 w 2312455"/>
              <a:gd name="connsiteY13" fmla="*/ 1289513 h 2241159"/>
              <a:gd name="connsiteX14" fmla="*/ 44423 w 2312455"/>
              <a:gd name="connsiteY14" fmla="*/ 977624 h 2241159"/>
              <a:gd name="connsiteX0" fmla="*/ 44423 w 2318291"/>
              <a:gd name="connsiteY0" fmla="*/ 960100 h 2223635"/>
              <a:gd name="connsiteX1" fmla="*/ 370488 w 2318291"/>
              <a:gd name="connsiteY1" fmla="*/ 846686 h 2223635"/>
              <a:gd name="connsiteX2" fmla="*/ 1214005 w 2318291"/>
              <a:gd name="connsiteY2" fmla="*/ 832509 h 2223635"/>
              <a:gd name="connsiteX3" fmla="*/ 1830692 w 2318291"/>
              <a:gd name="connsiteY3" fmla="*/ 95318 h 2223635"/>
              <a:gd name="connsiteX4" fmla="*/ 2255994 w 2318291"/>
              <a:gd name="connsiteY4" fmla="*/ 81141 h 2223635"/>
              <a:gd name="connsiteX5" fmla="*/ 2170934 w 2318291"/>
              <a:gd name="connsiteY5" fmla="*/ 626947 h 2223635"/>
              <a:gd name="connsiteX6" fmla="*/ 1880311 w 2318291"/>
              <a:gd name="connsiteY6" fmla="*/ 1087691 h 2223635"/>
              <a:gd name="connsiteX7" fmla="*/ 2220553 w 2318291"/>
              <a:gd name="connsiteY7" fmla="*/ 1761086 h 2223635"/>
              <a:gd name="connsiteX8" fmla="*/ 2135492 w 2318291"/>
              <a:gd name="connsiteY8" fmla="*/ 2207654 h 2223635"/>
              <a:gd name="connsiteX9" fmla="*/ 1696014 w 2318291"/>
              <a:gd name="connsiteY9" fmla="*/ 2072975 h 2223635"/>
              <a:gd name="connsiteX10" fmla="*/ 1455009 w 2318291"/>
              <a:gd name="connsiteY10" fmla="*/ 1583877 h 2223635"/>
              <a:gd name="connsiteX11" fmla="*/ 958823 w 2318291"/>
              <a:gd name="connsiteY11" fmla="*/ 1378314 h 2223635"/>
              <a:gd name="connsiteX12" fmla="*/ 349223 w 2318291"/>
              <a:gd name="connsiteY12" fmla="*/ 1413756 h 2223635"/>
              <a:gd name="connsiteX13" fmla="*/ 37334 w 2318291"/>
              <a:gd name="connsiteY13" fmla="*/ 1271989 h 2223635"/>
              <a:gd name="connsiteX14" fmla="*/ 44423 w 2318291"/>
              <a:gd name="connsiteY14" fmla="*/ 960100 h 2223635"/>
              <a:gd name="connsiteX0" fmla="*/ 44423 w 2276934"/>
              <a:gd name="connsiteY0" fmla="*/ 944224 h 2207759"/>
              <a:gd name="connsiteX1" fmla="*/ 370488 w 2276934"/>
              <a:gd name="connsiteY1" fmla="*/ 830810 h 2207759"/>
              <a:gd name="connsiteX2" fmla="*/ 1214005 w 2276934"/>
              <a:gd name="connsiteY2" fmla="*/ 816633 h 2207759"/>
              <a:gd name="connsiteX3" fmla="*/ 1809427 w 2276934"/>
              <a:gd name="connsiteY3" fmla="*/ 93619 h 2207759"/>
              <a:gd name="connsiteX4" fmla="*/ 2255994 w 2276934"/>
              <a:gd name="connsiteY4" fmla="*/ 65265 h 2207759"/>
              <a:gd name="connsiteX5" fmla="*/ 2170934 w 2276934"/>
              <a:gd name="connsiteY5" fmla="*/ 611071 h 2207759"/>
              <a:gd name="connsiteX6" fmla="*/ 1880311 w 2276934"/>
              <a:gd name="connsiteY6" fmla="*/ 1071815 h 2207759"/>
              <a:gd name="connsiteX7" fmla="*/ 2220553 w 2276934"/>
              <a:gd name="connsiteY7" fmla="*/ 1745210 h 2207759"/>
              <a:gd name="connsiteX8" fmla="*/ 2135492 w 2276934"/>
              <a:gd name="connsiteY8" fmla="*/ 2191778 h 2207759"/>
              <a:gd name="connsiteX9" fmla="*/ 1696014 w 2276934"/>
              <a:gd name="connsiteY9" fmla="*/ 2057099 h 2207759"/>
              <a:gd name="connsiteX10" fmla="*/ 1455009 w 2276934"/>
              <a:gd name="connsiteY10" fmla="*/ 1568001 h 2207759"/>
              <a:gd name="connsiteX11" fmla="*/ 958823 w 2276934"/>
              <a:gd name="connsiteY11" fmla="*/ 1362438 h 2207759"/>
              <a:gd name="connsiteX12" fmla="*/ 349223 w 2276934"/>
              <a:gd name="connsiteY12" fmla="*/ 1397880 h 2207759"/>
              <a:gd name="connsiteX13" fmla="*/ 37334 w 2276934"/>
              <a:gd name="connsiteY13" fmla="*/ 1256113 h 2207759"/>
              <a:gd name="connsiteX14" fmla="*/ 44423 w 2276934"/>
              <a:gd name="connsiteY14" fmla="*/ 944224 h 2207759"/>
              <a:gd name="connsiteX0" fmla="*/ 44423 w 2270420"/>
              <a:gd name="connsiteY0" fmla="*/ 943304 h 2206839"/>
              <a:gd name="connsiteX1" fmla="*/ 370488 w 2270420"/>
              <a:gd name="connsiteY1" fmla="*/ 829890 h 2206839"/>
              <a:gd name="connsiteX2" fmla="*/ 1214005 w 2270420"/>
              <a:gd name="connsiteY2" fmla="*/ 815713 h 2206839"/>
              <a:gd name="connsiteX3" fmla="*/ 1809427 w 2270420"/>
              <a:gd name="connsiteY3" fmla="*/ 92699 h 2206839"/>
              <a:gd name="connsiteX4" fmla="*/ 2255994 w 2270420"/>
              <a:gd name="connsiteY4" fmla="*/ 64345 h 2206839"/>
              <a:gd name="connsiteX5" fmla="*/ 2135492 w 2270420"/>
              <a:gd name="connsiteY5" fmla="*/ 595974 h 2206839"/>
              <a:gd name="connsiteX6" fmla="*/ 1880311 w 2270420"/>
              <a:gd name="connsiteY6" fmla="*/ 1070895 h 2206839"/>
              <a:gd name="connsiteX7" fmla="*/ 2220553 w 2270420"/>
              <a:gd name="connsiteY7" fmla="*/ 1744290 h 2206839"/>
              <a:gd name="connsiteX8" fmla="*/ 2135492 w 2270420"/>
              <a:gd name="connsiteY8" fmla="*/ 2190858 h 2206839"/>
              <a:gd name="connsiteX9" fmla="*/ 1696014 w 2270420"/>
              <a:gd name="connsiteY9" fmla="*/ 2056179 h 2206839"/>
              <a:gd name="connsiteX10" fmla="*/ 1455009 w 2270420"/>
              <a:gd name="connsiteY10" fmla="*/ 1567081 h 2206839"/>
              <a:gd name="connsiteX11" fmla="*/ 958823 w 2270420"/>
              <a:gd name="connsiteY11" fmla="*/ 1361518 h 2206839"/>
              <a:gd name="connsiteX12" fmla="*/ 349223 w 2270420"/>
              <a:gd name="connsiteY12" fmla="*/ 1396960 h 2206839"/>
              <a:gd name="connsiteX13" fmla="*/ 37334 w 2270420"/>
              <a:gd name="connsiteY13" fmla="*/ 1255193 h 2206839"/>
              <a:gd name="connsiteX14" fmla="*/ 44423 w 2270420"/>
              <a:gd name="connsiteY14" fmla="*/ 943304 h 2206839"/>
              <a:gd name="connsiteX0" fmla="*/ 44423 w 2270723"/>
              <a:gd name="connsiteY0" fmla="*/ 943304 h 2206839"/>
              <a:gd name="connsiteX1" fmla="*/ 370488 w 2270723"/>
              <a:gd name="connsiteY1" fmla="*/ 829890 h 2206839"/>
              <a:gd name="connsiteX2" fmla="*/ 1214005 w 2270723"/>
              <a:gd name="connsiteY2" fmla="*/ 815713 h 2206839"/>
              <a:gd name="connsiteX3" fmla="*/ 1809427 w 2270723"/>
              <a:gd name="connsiteY3" fmla="*/ 92699 h 2206839"/>
              <a:gd name="connsiteX4" fmla="*/ 2255994 w 2270723"/>
              <a:gd name="connsiteY4" fmla="*/ 64345 h 2206839"/>
              <a:gd name="connsiteX5" fmla="*/ 2135492 w 2270723"/>
              <a:gd name="connsiteY5" fmla="*/ 595974 h 2206839"/>
              <a:gd name="connsiteX6" fmla="*/ 1859046 w 2270723"/>
              <a:gd name="connsiteY6" fmla="*/ 1106337 h 2206839"/>
              <a:gd name="connsiteX7" fmla="*/ 2220553 w 2270723"/>
              <a:gd name="connsiteY7" fmla="*/ 1744290 h 2206839"/>
              <a:gd name="connsiteX8" fmla="*/ 2135492 w 2270723"/>
              <a:gd name="connsiteY8" fmla="*/ 2190858 h 2206839"/>
              <a:gd name="connsiteX9" fmla="*/ 1696014 w 2270723"/>
              <a:gd name="connsiteY9" fmla="*/ 2056179 h 2206839"/>
              <a:gd name="connsiteX10" fmla="*/ 1455009 w 2270723"/>
              <a:gd name="connsiteY10" fmla="*/ 1567081 h 2206839"/>
              <a:gd name="connsiteX11" fmla="*/ 958823 w 2270723"/>
              <a:gd name="connsiteY11" fmla="*/ 1361518 h 2206839"/>
              <a:gd name="connsiteX12" fmla="*/ 349223 w 2270723"/>
              <a:gd name="connsiteY12" fmla="*/ 1396960 h 2206839"/>
              <a:gd name="connsiteX13" fmla="*/ 37334 w 2270723"/>
              <a:gd name="connsiteY13" fmla="*/ 1255193 h 2206839"/>
              <a:gd name="connsiteX14" fmla="*/ 44423 w 2270723"/>
              <a:gd name="connsiteY14" fmla="*/ 943304 h 2206839"/>
              <a:gd name="connsiteX0" fmla="*/ 44423 w 2270723"/>
              <a:gd name="connsiteY0" fmla="*/ 943304 h 2210139"/>
              <a:gd name="connsiteX1" fmla="*/ 370488 w 2270723"/>
              <a:gd name="connsiteY1" fmla="*/ 829890 h 2210139"/>
              <a:gd name="connsiteX2" fmla="*/ 1214005 w 2270723"/>
              <a:gd name="connsiteY2" fmla="*/ 815713 h 2210139"/>
              <a:gd name="connsiteX3" fmla="*/ 1809427 w 2270723"/>
              <a:gd name="connsiteY3" fmla="*/ 92699 h 2210139"/>
              <a:gd name="connsiteX4" fmla="*/ 2255994 w 2270723"/>
              <a:gd name="connsiteY4" fmla="*/ 64345 h 2210139"/>
              <a:gd name="connsiteX5" fmla="*/ 2135492 w 2270723"/>
              <a:gd name="connsiteY5" fmla="*/ 595974 h 2210139"/>
              <a:gd name="connsiteX6" fmla="*/ 1859046 w 2270723"/>
              <a:gd name="connsiteY6" fmla="*/ 1106337 h 2210139"/>
              <a:gd name="connsiteX7" fmla="*/ 2220553 w 2270723"/>
              <a:gd name="connsiteY7" fmla="*/ 1694671 h 2210139"/>
              <a:gd name="connsiteX8" fmla="*/ 2135492 w 2270723"/>
              <a:gd name="connsiteY8" fmla="*/ 2190858 h 2210139"/>
              <a:gd name="connsiteX9" fmla="*/ 1696014 w 2270723"/>
              <a:gd name="connsiteY9" fmla="*/ 2056179 h 2210139"/>
              <a:gd name="connsiteX10" fmla="*/ 1455009 w 2270723"/>
              <a:gd name="connsiteY10" fmla="*/ 1567081 h 2210139"/>
              <a:gd name="connsiteX11" fmla="*/ 958823 w 2270723"/>
              <a:gd name="connsiteY11" fmla="*/ 1361518 h 2210139"/>
              <a:gd name="connsiteX12" fmla="*/ 349223 w 2270723"/>
              <a:gd name="connsiteY12" fmla="*/ 1396960 h 2210139"/>
              <a:gd name="connsiteX13" fmla="*/ 37334 w 2270723"/>
              <a:gd name="connsiteY13" fmla="*/ 1255193 h 2210139"/>
              <a:gd name="connsiteX14" fmla="*/ 44423 w 2270723"/>
              <a:gd name="connsiteY14" fmla="*/ 943304 h 2210139"/>
              <a:gd name="connsiteX0" fmla="*/ 44423 w 2271475"/>
              <a:gd name="connsiteY0" fmla="*/ 943304 h 2210139"/>
              <a:gd name="connsiteX1" fmla="*/ 370488 w 2271475"/>
              <a:gd name="connsiteY1" fmla="*/ 829890 h 2210139"/>
              <a:gd name="connsiteX2" fmla="*/ 1214005 w 2271475"/>
              <a:gd name="connsiteY2" fmla="*/ 815713 h 2210139"/>
              <a:gd name="connsiteX3" fmla="*/ 1809427 w 2271475"/>
              <a:gd name="connsiteY3" fmla="*/ 92699 h 2210139"/>
              <a:gd name="connsiteX4" fmla="*/ 2255994 w 2271475"/>
              <a:gd name="connsiteY4" fmla="*/ 64345 h 2210139"/>
              <a:gd name="connsiteX5" fmla="*/ 2135492 w 2271475"/>
              <a:gd name="connsiteY5" fmla="*/ 595974 h 2210139"/>
              <a:gd name="connsiteX6" fmla="*/ 1809427 w 2271475"/>
              <a:gd name="connsiteY6" fmla="*/ 1120514 h 2210139"/>
              <a:gd name="connsiteX7" fmla="*/ 2220553 w 2271475"/>
              <a:gd name="connsiteY7" fmla="*/ 1694671 h 2210139"/>
              <a:gd name="connsiteX8" fmla="*/ 2135492 w 2271475"/>
              <a:gd name="connsiteY8" fmla="*/ 2190858 h 2210139"/>
              <a:gd name="connsiteX9" fmla="*/ 1696014 w 2271475"/>
              <a:gd name="connsiteY9" fmla="*/ 2056179 h 2210139"/>
              <a:gd name="connsiteX10" fmla="*/ 1455009 w 2271475"/>
              <a:gd name="connsiteY10" fmla="*/ 1567081 h 2210139"/>
              <a:gd name="connsiteX11" fmla="*/ 958823 w 2271475"/>
              <a:gd name="connsiteY11" fmla="*/ 1361518 h 2210139"/>
              <a:gd name="connsiteX12" fmla="*/ 349223 w 2271475"/>
              <a:gd name="connsiteY12" fmla="*/ 1396960 h 2210139"/>
              <a:gd name="connsiteX13" fmla="*/ 37334 w 2271475"/>
              <a:gd name="connsiteY13" fmla="*/ 1255193 h 2210139"/>
              <a:gd name="connsiteX14" fmla="*/ 44423 w 2271475"/>
              <a:gd name="connsiteY14" fmla="*/ 943304 h 221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475" h="2210139">
                <a:moveTo>
                  <a:pt x="44423" y="943304"/>
                </a:moveTo>
                <a:cubicBezTo>
                  <a:pt x="99949" y="872420"/>
                  <a:pt x="175558" y="851155"/>
                  <a:pt x="370488" y="829890"/>
                </a:cubicBezTo>
                <a:cubicBezTo>
                  <a:pt x="565418" y="808625"/>
                  <a:pt x="974182" y="938578"/>
                  <a:pt x="1214005" y="815713"/>
                </a:cubicBezTo>
                <a:cubicBezTo>
                  <a:pt x="1453828" y="692848"/>
                  <a:pt x="1635762" y="217927"/>
                  <a:pt x="1809427" y="92699"/>
                </a:cubicBezTo>
                <a:cubicBezTo>
                  <a:pt x="1983092" y="-32529"/>
                  <a:pt x="2201650" y="-19534"/>
                  <a:pt x="2255994" y="64345"/>
                </a:cubicBezTo>
                <a:cubicBezTo>
                  <a:pt x="2310338" y="148224"/>
                  <a:pt x="2209920" y="419946"/>
                  <a:pt x="2135492" y="595974"/>
                </a:cubicBezTo>
                <a:cubicBezTo>
                  <a:pt x="2061064" y="772002"/>
                  <a:pt x="1795250" y="937398"/>
                  <a:pt x="1809427" y="1120514"/>
                </a:cubicBezTo>
                <a:cubicBezTo>
                  <a:pt x="1823604" y="1303630"/>
                  <a:pt x="2166209" y="1516280"/>
                  <a:pt x="2220553" y="1694671"/>
                </a:cubicBezTo>
                <a:cubicBezTo>
                  <a:pt x="2274897" y="1873062"/>
                  <a:pt x="2222915" y="2130607"/>
                  <a:pt x="2135492" y="2190858"/>
                </a:cubicBezTo>
                <a:cubicBezTo>
                  <a:pt x="2048069" y="2251109"/>
                  <a:pt x="1809428" y="2160142"/>
                  <a:pt x="1696014" y="2056179"/>
                </a:cubicBezTo>
                <a:cubicBezTo>
                  <a:pt x="1582600" y="1952216"/>
                  <a:pt x="1577874" y="1682858"/>
                  <a:pt x="1455009" y="1567081"/>
                </a:cubicBezTo>
                <a:cubicBezTo>
                  <a:pt x="1332144" y="1451304"/>
                  <a:pt x="1143121" y="1347341"/>
                  <a:pt x="958823" y="1361518"/>
                </a:cubicBezTo>
                <a:cubicBezTo>
                  <a:pt x="774525" y="1375695"/>
                  <a:pt x="503986" y="1433583"/>
                  <a:pt x="349223" y="1396960"/>
                </a:cubicBezTo>
                <a:cubicBezTo>
                  <a:pt x="194460" y="1360337"/>
                  <a:pt x="90497" y="1327258"/>
                  <a:pt x="37334" y="1255193"/>
                </a:cubicBezTo>
                <a:cubicBezTo>
                  <a:pt x="-15829" y="1183128"/>
                  <a:pt x="-11103" y="1014188"/>
                  <a:pt x="44423" y="943304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Forma livre 81"/>
          <p:cNvSpPr/>
          <p:nvPr/>
        </p:nvSpPr>
        <p:spPr>
          <a:xfrm rot="10800000">
            <a:off x="5507274" y="2239374"/>
            <a:ext cx="2271475" cy="2210139"/>
          </a:xfrm>
          <a:custGeom>
            <a:avLst/>
            <a:gdLst>
              <a:gd name="connsiteX0" fmla="*/ 44423 w 2320035"/>
              <a:gd name="connsiteY0" fmla="*/ 987391 h 2265400"/>
              <a:gd name="connsiteX1" fmla="*/ 370488 w 2320035"/>
              <a:gd name="connsiteY1" fmla="*/ 824359 h 2265400"/>
              <a:gd name="connsiteX2" fmla="*/ 1093502 w 2320035"/>
              <a:gd name="connsiteY2" fmla="*/ 902331 h 2265400"/>
              <a:gd name="connsiteX3" fmla="*/ 1915753 w 2320035"/>
              <a:gd name="connsiteY3" fmla="*/ 58814 h 2265400"/>
              <a:gd name="connsiteX4" fmla="*/ 2305613 w 2320035"/>
              <a:gd name="connsiteY4" fmla="*/ 136786 h 2265400"/>
              <a:gd name="connsiteX5" fmla="*/ 2206376 w 2320035"/>
              <a:gd name="connsiteY5" fmla="*/ 661326 h 2265400"/>
              <a:gd name="connsiteX6" fmla="*/ 1922841 w 2320035"/>
              <a:gd name="connsiteY6" fmla="*/ 1072452 h 2265400"/>
              <a:gd name="connsiteX7" fmla="*/ 2255995 w 2320035"/>
              <a:gd name="connsiteY7" fmla="*/ 1845084 h 2265400"/>
              <a:gd name="connsiteX8" fmla="*/ 2135492 w 2320035"/>
              <a:gd name="connsiteY8" fmla="*/ 2234945 h 2265400"/>
              <a:gd name="connsiteX9" fmla="*/ 1610953 w 2320035"/>
              <a:gd name="connsiteY9" fmla="*/ 2178238 h 2265400"/>
              <a:gd name="connsiteX10" fmla="*/ 1476274 w 2320035"/>
              <a:gd name="connsiteY10" fmla="*/ 1689140 h 2265400"/>
              <a:gd name="connsiteX11" fmla="*/ 965911 w 2320035"/>
              <a:gd name="connsiteY11" fmla="*/ 1441047 h 2265400"/>
              <a:gd name="connsiteX12" fmla="*/ 349223 w 2320035"/>
              <a:gd name="connsiteY12" fmla="*/ 1441047 h 2265400"/>
              <a:gd name="connsiteX13" fmla="*/ 37334 w 2320035"/>
              <a:gd name="connsiteY13" fmla="*/ 1221307 h 2265400"/>
              <a:gd name="connsiteX14" fmla="*/ 44423 w 2320035"/>
              <a:gd name="connsiteY14" fmla="*/ 987391 h 2265400"/>
              <a:gd name="connsiteX0" fmla="*/ 44423 w 2314919"/>
              <a:gd name="connsiteY0" fmla="*/ 987134 h 2265143"/>
              <a:gd name="connsiteX1" fmla="*/ 370488 w 2314919"/>
              <a:gd name="connsiteY1" fmla="*/ 824102 h 2265143"/>
              <a:gd name="connsiteX2" fmla="*/ 1093502 w 2314919"/>
              <a:gd name="connsiteY2" fmla="*/ 902074 h 2265143"/>
              <a:gd name="connsiteX3" fmla="*/ 1915753 w 2314919"/>
              <a:gd name="connsiteY3" fmla="*/ 58557 h 2265143"/>
              <a:gd name="connsiteX4" fmla="*/ 2305613 w 2314919"/>
              <a:gd name="connsiteY4" fmla="*/ 136529 h 2265143"/>
              <a:gd name="connsiteX5" fmla="*/ 2170934 w 2314919"/>
              <a:gd name="connsiteY5" fmla="*/ 653981 h 2265143"/>
              <a:gd name="connsiteX6" fmla="*/ 1922841 w 2314919"/>
              <a:gd name="connsiteY6" fmla="*/ 1072195 h 2265143"/>
              <a:gd name="connsiteX7" fmla="*/ 2255995 w 2314919"/>
              <a:gd name="connsiteY7" fmla="*/ 1844827 h 2265143"/>
              <a:gd name="connsiteX8" fmla="*/ 2135492 w 2314919"/>
              <a:gd name="connsiteY8" fmla="*/ 2234688 h 2265143"/>
              <a:gd name="connsiteX9" fmla="*/ 1610953 w 2314919"/>
              <a:gd name="connsiteY9" fmla="*/ 2177981 h 2265143"/>
              <a:gd name="connsiteX10" fmla="*/ 1476274 w 2314919"/>
              <a:gd name="connsiteY10" fmla="*/ 1688883 h 2265143"/>
              <a:gd name="connsiteX11" fmla="*/ 965911 w 2314919"/>
              <a:gd name="connsiteY11" fmla="*/ 1440790 h 2265143"/>
              <a:gd name="connsiteX12" fmla="*/ 349223 w 2314919"/>
              <a:gd name="connsiteY12" fmla="*/ 1440790 h 2265143"/>
              <a:gd name="connsiteX13" fmla="*/ 37334 w 2314919"/>
              <a:gd name="connsiteY13" fmla="*/ 1221050 h 2265143"/>
              <a:gd name="connsiteX14" fmla="*/ 44423 w 2314919"/>
              <a:gd name="connsiteY14" fmla="*/ 987134 h 2265143"/>
              <a:gd name="connsiteX0" fmla="*/ 44423 w 2318145"/>
              <a:gd name="connsiteY0" fmla="*/ 987134 h 2265143"/>
              <a:gd name="connsiteX1" fmla="*/ 370488 w 2318145"/>
              <a:gd name="connsiteY1" fmla="*/ 824102 h 2265143"/>
              <a:gd name="connsiteX2" fmla="*/ 1093502 w 2318145"/>
              <a:gd name="connsiteY2" fmla="*/ 902074 h 2265143"/>
              <a:gd name="connsiteX3" fmla="*/ 1915753 w 2318145"/>
              <a:gd name="connsiteY3" fmla="*/ 58557 h 2265143"/>
              <a:gd name="connsiteX4" fmla="*/ 2305613 w 2318145"/>
              <a:gd name="connsiteY4" fmla="*/ 136529 h 2265143"/>
              <a:gd name="connsiteX5" fmla="*/ 2170934 w 2318145"/>
              <a:gd name="connsiteY5" fmla="*/ 653981 h 2265143"/>
              <a:gd name="connsiteX6" fmla="*/ 1922841 w 2318145"/>
              <a:gd name="connsiteY6" fmla="*/ 1072195 h 2265143"/>
              <a:gd name="connsiteX7" fmla="*/ 2255995 w 2318145"/>
              <a:gd name="connsiteY7" fmla="*/ 1844827 h 2265143"/>
              <a:gd name="connsiteX8" fmla="*/ 2135492 w 2318145"/>
              <a:gd name="connsiteY8" fmla="*/ 2234688 h 2265143"/>
              <a:gd name="connsiteX9" fmla="*/ 1610953 w 2318145"/>
              <a:gd name="connsiteY9" fmla="*/ 2177981 h 2265143"/>
              <a:gd name="connsiteX10" fmla="*/ 1476274 w 2318145"/>
              <a:gd name="connsiteY10" fmla="*/ 1688883 h 2265143"/>
              <a:gd name="connsiteX11" fmla="*/ 965911 w 2318145"/>
              <a:gd name="connsiteY11" fmla="*/ 1440790 h 2265143"/>
              <a:gd name="connsiteX12" fmla="*/ 349223 w 2318145"/>
              <a:gd name="connsiteY12" fmla="*/ 1440790 h 2265143"/>
              <a:gd name="connsiteX13" fmla="*/ 37334 w 2318145"/>
              <a:gd name="connsiteY13" fmla="*/ 1221050 h 2265143"/>
              <a:gd name="connsiteX14" fmla="*/ 44423 w 2318145"/>
              <a:gd name="connsiteY14" fmla="*/ 987134 h 2265143"/>
              <a:gd name="connsiteX0" fmla="*/ 44423 w 2315351"/>
              <a:gd name="connsiteY0" fmla="*/ 987134 h 2265143"/>
              <a:gd name="connsiteX1" fmla="*/ 370488 w 2315351"/>
              <a:gd name="connsiteY1" fmla="*/ 824102 h 2265143"/>
              <a:gd name="connsiteX2" fmla="*/ 1093502 w 2315351"/>
              <a:gd name="connsiteY2" fmla="*/ 902074 h 2265143"/>
              <a:gd name="connsiteX3" fmla="*/ 1915753 w 2315351"/>
              <a:gd name="connsiteY3" fmla="*/ 58557 h 2265143"/>
              <a:gd name="connsiteX4" fmla="*/ 2305613 w 2315351"/>
              <a:gd name="connsiteY4" fmla="*/ 136529 h 2265143"/>
              <a:gd name="connsiteX5" fmla="*/ 2170934 w 2315351"/>
              <a:gd name="connsiteY5" fmla="*/ 653981 h 2265143"/>
              <a:gd name="connsiteX6" fmla="*/ 1880311 w 2315351"/>
              <a:gd name="connsiteY6" fmla="*/ 1114725 h 2265143"/>
              <a:gd name="connsiteX7" fmla="*/ 2255995 w 2315351"/>
              <a:gd name="connsiteY7" fmla="*/ 1844827 h 2265143"/>
              <a:gd name="connsiteX8" fmla="*/ 2135492 w 2315351"/>
              <a:gd name="connsiteY8" fmla="*/ 2234688 h 2265143"/>
              <a:gd name="connsiteX9" fmla="*/ 1610953 w 2315351"/>
              <a:gd name="connsiteY9" fmla="*/ 2177981 h 2265143"/>
              <a:gd name="connsiteX10" fmla="*/ 1476274 w 2315351"/>
              <a:gd name="connsiteY10" fmla="*/ 1688883 h 2265143"/>
              <a:gd name="connsiteX11" fmla="*/ 965911 w 2315351"/>
              <a:gd name="connsiteY11" fmla="*/ 1440790 h 2265143"/>
              <a:gd name="connsiteX12" fmla="*/ 349223 w 2315351"/>
              <a:gd name="connsiteY12" fmla="*/ 1440790 h 2265143"/>
              <a:gd name="connsiteX13" fmla="*/ 37334 w 2315351"/>
              <a:gd name="connsiteY13" fmla="*/ 1221050 h 2265143"/>
              <a:gd name="connsiteX14" fmla="*/ 44423 w 2315351"/>
              <a:gd name="connsiteY14" fmla="*/ 987134 h 2265143"/>
              <a:gd name="connsiteX0" fmla="*/ 44423 w 2315351"/>
              <a:gd name="connsiteY0" fmla="*/ 987134 h 2265143"/>
              <a:gd name="connsiteX1" fmla="*/ 370488 w 2315351"/>
              <a:gd name="connsiteY1" fmla="*/ 824102 h 2265143"/>
              <a:gd name="connsiteX2" fmla="*/ 1093502 w 2315351"/>
              <a:gd name="connsiteY2" fmla="*/ 902074 h 2265143"/>
              <a:gd name="connsiteX3" fmla="*/ 1915753 w 2315351"/>
              <a:gd name="connsiteY3" fmla="*/ 58557 h 2265143"/>
              <a:gd name="connsiteX4" fmla="*/ 2305613 w 2315351"/>
              <a:gd name="connsiteY4" fmla="*/ 136529 h 2265143"/>
              <a:gd name="connsiteX5" fmla="*/ 2170934 w 2315351"/>
              <a:gd name="connsiteY5" fmla="*/ 653981 h 2265143"/>
              <a:gd name="connsiteX6" fmla="*/ 1880311 w 2315351"/>
              <a:gd name="connsiteY6" fmla="*/ 1114725 h 2265143"/>
              <a:gd name="connsiteX7" fmla="*/ 2255995 w 2315351"/>
              <a:gd name="connsiteY7" fmla="*/ 1844827 h 2265143"/>
              <a:gd name="connsiteX8" fmla="*/ 2135492 w 2315351"/>
              <a:gd name="connsiteY8" fmla="*/ 2234688 h 2265143"/>
              <a:gd name="connsiteX9" fmla="*/ 1610953 w 2315351"/>
              <a:gd name="connsiteY9" fmla="*/ 2177981 h 2265143"/>
              <a:gd name="connsiteX10" fmla="*/ 1476274 w 2315351"/>
              <a:gd name="connsiteY10" fmla="*/ 1688883 h 2265143"/>
              <a:gd name="connsiteX11" fmla="*/ 965911 w 2315351"/>
              <a:gd name="connsiteY11" fmla="*/ 1440790 h 2265143"/>
              <a:gd name="connsiteX12" fmla="*/ 349223 w 2315351"/>
              <a:gd name="connsiteY12" fmla="*/ 1440790 h 2265143"/>
              <a:gd name="connsiteX13" fmla="*/ 37334 w 2315351"/>
              <a:gd name="connsiteY13" fmla="*/ 1221050 h 2265143"/>
              <a:gd name="connsiteX14" fmla="*/ 44423 w 2315351"/>
              <a:gd name="connsiteY14" fmla="*/ 987134 h 2265143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49381"/>
              <a:gd name="connsiteX1" fmla="*/ 370488 w 2315351"/>
              <a:gd name="connsiteY1" fmla="*/ 824102 h 2249381"/>
              <a:gd name="connsiteX2" fmla="*/ 1093502 w 2315351"/>
              <a:gd name="connsiteY2" fmla="*/ 902074 h 2249381"/>
              <a:gd name="connsiteX3" fmla="*/ 1915753 w 2315351"/>
              <a:gd name="connsiteY3" fmla="*/ 58557 h 2249381"/>
              <a:gd name="connsiteX4" fmla="*/ 2305613 w 2315351"/>
              <a:gd name="connsiteY4" fmla="*/ 136529 h 2249381"/>
              <a:gd name="connsiteX5" fmla="*/ 2170934 w 2315351"/>
              <a:gd name="connsiteY5" fmla="*/ 653981 h 2249381"/>
              <a:gd name="connsiteX6" fmla="*/ 1880311 w 2315351"/>
              <a:gd name="connsiteY6" fmla="*/ 1114725 h 2249381"/>
              <a:gd name="connsiteX7" fmla="*/ 2220553 w 2315351"/>
              <a:gd name="connsiteY7" fmla="*/ 1788120 h 2249381"/>
              <a:gd name="connsiteX8" fmla="*/ 2135492 w 2315351"/>
              <a:gd name="connsiteY8" fmla="*/ 2234688 h 2249381"/>
              <a:gd name="connsiteX9" fmla="*/ 1696014 w 2315351"/>
              <a:gd name="connsiteY9" fmla="*/ 2100009 h 2249381"/>
              <a:gd name="connsiteX10" fmla="*/ 1476274 w 2315351"/>
              <a:gd name="connsiteY10" fmla="*/ 1688883 h 2249381"/>
              <a:gd name="connsiteX11" fmla="*/ 965911 w 2315351"/>
              <a:gd name="connsiteY11" fmla="*/ 1440790 h 2249381"/>
              <a:gd name="connsiteX12" fmla="*/ 349223 w 2315351"/>
              <a:gd name="connsiteY12" fmla="*/ 1440790 h 2249381"/>
              <a:gd name="connsiteX13" fmla="*/ 37334 w 2315351"/>
              <a:gd name="connsiteY13" fmla="*/ 1221050 h 2249381"/>
              <a:gd name="connsiteX14" fmla="*/ 44423 w 2315351"/>
              <a:gd name="connsiteY14" fmla="*/ 987134 h 2249381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65911 w 2315351"/>
              <a:gd name="connsiteY11" fmla="*/ 1440790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99023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73720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99023 h 2250669"/>
              <a:gd name="connsiteX14" fmla="*/ 44423 w 2315351"/>
              <a:gd name="connsiteY14" fmla="*/ 987134 h 2250669"/>
              <a:gd name="connsiteX0" fmla="*/ 44423 w 2315351"/>
              <a:gd name="connsiteY0" fmla="*/ 983984 h 2247519"/>
              <a:gd name="connsiteX1" fmla="*/ 370488 w 2315351"/>
              <a:gd name="connsiteY1" fmla="*/ 870570 h 2247519"/>
              <a:gd name="connsiteX2" fmla="*/ 1214005 w 2315351"/>
              <a:gd name="connsiteY2" fmla="*/ 856393 h 2247519"/>
              <a:gd name="connsiteX3" fmla="*/ 1915753 w 2315351"/>
              <a:gd name="connsiteY3" fmla="*/ 55407 h 2247519"/>
              <a:gd name="connsiteX4" fmla="*/ 2305613 w 2315351"/>
              <a:gd name="connsiteY4" fmla="*/ 133379 h 2247519"/>
              <a:gd name="connsiteX5" fmla="*/ 2170934 w 2315351"/>
              <a:gd name="connsiteY5" fmla="*/ 650831 h 2247519"/>
              <a:gd name="connsiteX6" fmla="*/ 1880311 w 2315351"/>
              <a:gd name="connsiteY6" fmla="*/ 1111575 h 2247519"/>
              <a:gd name="connsiteX7" fmla="*/ 2220553 w 2315351"/>
              <a:gd name="connsiteY7" fmla="*/ 1784970 h 2247519"/>
              <a:gd name="connsiteX8" fmla="*/ 2135492 w 2315351"/>
              <a:gd name="connsiteY8" fmla="*/ 2231538 h 2247519"/>
              <a:gd name="connsiteX9" fmla="*/ 1696014 w 2315351"/>
              <a:gd name="connsiteY9" fmla="*/ 2096859 h 2247519"/>
              <a:gd name="connsiteX10" fmla="*/ 1455009 w 2315351"/>
              <a:gd name="connsiteY10" fmla="*/ 1607761 h 2247519"/>
              <a:gd name="connsiteX11" fmla="*/ 958823 w 2315351"/>
              <a:gd name="connsiteY11" fmla="*/ 1402198 h 2247519"/>
              <a:gd name="connsiteX12" fmla="*/ 349223 w 2315351"/>
              <a:gd name="connsiteY12" fmla="*/ 1437640 h 2247519"/>
              <a:gd name="connsiteX13" fmla="*/ 37334 w 2315351"/>
              <a:gd name="connsiteY13" fmla="*/ 1295873 h 2247519"/>
              <a:gd name="connsiteX14" fmla="*/ 44423 w 2315351"/>
              <a:gd name="connsiteY14" fmla="*/ 983984 h 2247519"/>
              <a:gd name="connsiteX0" fmla="*/ 44423 w 2315351"/>
              <a:gd name="connsiteY0" fmla="*/ 983984 h 2247519"/>
              <a:gd name="connsiteX1" fmla="*/ 370488 w 2315351"/>
              <a:gd name="connsiteY1" fmla="*/ 870570 h 2247519"/>
              <a:gd name="connsiteX2" fmla="*/ 1214005 w 2315351"/>
              <a:gd name="connsiteY2" fmla="*/ 856393 h 2247519"/>
              <a:gd name="connsiteX3" fmla="*/ 1915753 w 2315351"/>
              <a:gd name="connsiteY3" fmla="*/ 55407 h 2247519"/>
              <a:gd name="connsiteX4" fmla="*/ 2305613 w 2315351"/>
              <a:gd name="connsiteY4" fmla="*/ 133379 h 2247519"/>
              <a:gd name="connsiteX5" fmla="*/ 2170934 w 2315351"/>
              <a:gd name="connsiteY5" fmla="*/ 650831 h 2247519"/>
              <a:gd name="connsiteX6" fmla="*/ 1880311 w 2315351"/>
              <a:gd name="connsiteY6" fmla="*/ 1111575 h 2247519"/>
              <a:gd name="connsiteX7" fmla="*/ 2220553 w 2315351"/>
              <a:gd name="connsiteY7" fmla="*/ 1784970 h 2247519"/>
              <a:gd name="connsiteX8" fmla="*/ 2135492 w 2315351"/>
              <a:gd name="connsiteY8" fmla="*/ 2231538 h 2247519"/>
              <a:gd name="connsiteX9" fmla="*/ 1696014 w 2315351"/>
              <a:gd name="connsiteY9" fmla="*/ 2096859 h 2247519"/>
              <a:gd name="connsiteX10" fmla="*/ 1455009 w 2315351"/>
              <a:gd name="connsiteY10" fmla="*/ 1607761 h 2247519"/>
              <a:gd name="connsiteX11" fmla="*/ 958823 w 2315351"/>
              <a:gd name="connsiteY11" fmla="*/ 1402198 h 2247519"/>
              <a:gd name="connsiteX12" fmla="*/ 349223 w 2315351"/>
              <a:gd name="connsiteY12" fmla="*/ 1437640 h 2247519"/>
              <a:gd name="connsiteX13" fmla="*/ 37334 w 2315351"/>
              <a:gd name="connsiteY13" fmla="*/ 1295873 h 2247519"/>
              <a:gd name="connsiteX14" fmla="*/ 44423 w 2315351"/>
              <a:gd name="connsiteY14" fmla="*/ 983984 h 2247519"/>
              <a:gd name="connsiteX0" fmla="*/ 44423 w 2320333"/>
              <a:gd name="connsiteY0" fmla="*/ 937693 h 2201228"/>
              <a:gd name="connsiteX1" fmla="*/ 370488 w 2320333"/>
              <a:gd name="connsiteY1" fmla="*/ 824279 h 2201228"/>
              <a:gd name="connsiteX2" fmla="*/ 1214005 w 2320333"/>
              <a:gd name="connsiteY2" fmla="*/ 810102 h 2201228"/>
              <a:gd name="connsiteX3" fmla="*/ 1830692 w 2320333"/>
              <a:gd name="connsiteY3" fmla="*/ 72911 h 2201228"/>
              <a:gd name="connsiteX4" fmla="*/ 2305613 w 2320333"/>
              <a:gd name="connsiteY4" fmla="*/ 87088 h 2201228"/>
              <a:gd name="connsiteX5" fmla="*/ 2170934 w 2320333"/>
              <a:gd name="connsiteY5" fmla="*/ 604540 h 2201228"/>
              <a:gd name="connsiteX6" fmla="*/ 1880311 w 2320333"/>
              <a:gd name="connsiteY6" fmla="*/ 1065284 h 2201228"/>
              <a:gd name="connsiteX7" fmla="*/ 2220553 w 2320333"/>
              <a:gd name="connsiteY7" fmla="*/ 1738679 h 2201228"/>
              <a:gd name="connsiteX8" fmla="*/ 2135492 w 2320333"/>
              <a:gd name="connsiteY8" fmla="*/ 2185247 h 2201228"/>
              <a:gd name="connsiteX9" fmla="*/ 1696014 w 2320333"/>
              <a:gd name="connsiteY9" fmla="*/ 2050568 h 2201228"/>
              <a:gd name="connsiteX10" fmla="*/ 1455009 w 2320333"/>
              <a:gd name="connsiteY10" fmla="*/ 1561470 h 2201228"/>
              <a:gd name="connsiteX11" fmla="*/ 958823 w 2320333"/>
              <a:gd name="connsiteY11" fmla="*/ 1355907 h 2201228"/>
              <a:gd name="connsiteX12" fmla="*/ 349223 w 2320333"/>
              <a:gd name="connsiteY12" fmla="*/ 1391349 h 2201228"/>
              <a:gd name="connsiteX13" fmla="*/ 37334 w 2320333"/>
              <a:gd name="connsiteY13" fmla="*/ 1249582 h 2201228"/>
              <a:gd name="connsiteX14" fmla="*/ 44423 w 2320333"/>
              <a:gd name="connsiteY14" fmla="*/ 937693 h 2201228"/>
              <a:gd name="connsiteX0" fmla="*/ 44423 w 2269287"/>
              <a:gd name="connsiteY0" fmla="*/ 968830 h 2232365"/>
              <a:gd name="connsiteX1" fmla="*/ 370488 w 2269287"/>
              <a:gd name="connsiteY1" fmla="*/ 855416 h 2232365"/>
              <a:gd name="connsiteX2" fmla="*/ 1214005 w 2269287"/>
              <a:gd name="connsiteY2" fmla="*/ 841239 h 2232365"/>
              <a:gd name="connsiteX3" fmla="*/ 1830692 w 2269287"/>
              <a:gd name="connsiteY3" fmla="*/ 104048 h 2232365"/>
              <a:gd name="connsiteX4" fmla="*/ 2248906 w 2269287"/>
              <a:gd name="connsiteY4" fmla="*/ 61518 h 2232365"/>
              <a:gd name="connsiteX5" fmla="*/ 2170934 w 2269287"/>
              <a:gd name="connsiteY5" fmla="*/ 635677 h 2232365"/>
              <a:gd name="connsiteX6" fmla="*/ 1880311 w 2269287"/>
              <a:gd name="connsiteY6" fmla="*/ 1096421 h 2232365"/>
              <a:gd name="connsiteX7" fmla="*/ 2220553 w 2269287"/>
              <a:gd name="connsiteY7" fmla="*/ 1769816 h 2232365"/>
              <a:gd name="connsiteX8" fmla="*/ 2135492 w 2269287"/>
              <a:gd name="connsiteY8" fmla="*/ 2216384 h 2232365"/>
              <a:gd name="connsiteX9" fmla="*/ 1696014 w 2269287"/>
              <a:gd name="connsiteY9" fmla="*/ 2081705 h 2232365"/>
              <a:gd name="connsiteX10" fmla="*/ 1455009 w 2269287"/>
              <a:gd name="connsiteY10" fmla="*/ 1592607 h 2232365"/>
              <a:gd name="connsiteX11" fmla="*/ 958823 w 2269287"/>
              <a:gd name="connsiteY11" fmla="*/ 1387044 h 2232365"/>
              <a:gd name="connsiteX12" fmla="*/ 349223 w 2269287"/>
              <a:gd name="connsiteY12" fmla="*/ 1422486 h 2232365"/>
              <a:gd name="connsiteX13" fmla="*/ 37334 w 2269287"/>
              <a:gd name="connsiteY13" fmla="*/ 1280719 h 2232365"/>
              <a:gd name="connsiteX14" fmla="*/ 44423 w 2269287"/>
              <a:gd name="connsiteY14" fmla="*/ 968830 h 2232365"/>
              <a:gd name="connsiteX0" fmla="*/ 44423 w 2312455"/>
              <a:gd name="connsiteY0" fmla="*/ 998686 h 2262221"/>
              <a:gd name="connsiteX1" fmla="*/ 370488 w 2312455"/>
              <a:gd name="connsiteY1" fmla="*/ 885272 h 2262221"/>
              <a:gd name="connsiteX2" fmla="*/ 1214005 w 2312455"/>
              <a:gd name="connsiteY2" fmla="*/ 871095 h 2262221"/>
              <a:gd name="connsiteX3" fmla="*/ 1830692 w 2312455"/>
              <a:gd name="connsiteY3" fmla="*/ 133904 h 2262221"/>
              <a:gd name="connsiteX4" fmla="*/ 2248906 w 2312455"/>
              <a:gd name="connsiteY4" fmla="*/ 91374 h 2262221"/>
              <a:gd name="connsiteX5" fmla="*/ 2170934 w 2312455"/>
              <a:gd name="connsiteY5" fmla="*/ 665533 h 2262221"/>
              <a:gd name="connsiteX6" fmla="*/ 1880311 w 2312455"/>
              <a:gd name="connsiteY6" fmla="*/ 1126277 h 2262221"/>
              <a:gd name="connsiteX7" fmla="*/ 2220553 w 2312455"/>
              <a:gd name="connsiteY7" fmla="*/ 1799672 h 2262221"/>
              <a:gd name="connsiteX8" fmla="*/ 2135492 w 2312455"/>
              <a:gd name="connsiteY8" fmla="*/ 2246240 h 2262221"/>
              <a:gd name="connsiteX9" fmla="*/ 1696014 w 2312455"/>
              <a:gd name="connsiteY9" fmla="*/ 2111561 h 2262221"/>
              <a:gd name="connsiteX10" fmla="*/ 1455009 w 2312455"/>
              <a:gd name="connsiteY10" fmla="*/ 1622463 h 2262221"/>
              <a:gd name="connsiteX11" fmla="*/ 958823 w 2312455"/>
              <a:gd name="connsiteY11" fmla="*/ 1416900 h 2262221"/>
              <a:gd name="connsiteX12" fmla="*/ 349223 w 2312455"/>
              <a:gd name="connsiteY12" fmla="*/ 1452342 h 2262221"/>
              <a:gd name="connsiteX13" fmla="*/ 37334 w 2312455"/>
              <a:gd name="connsiteY13" fmla="*/ 1310575 h 2262221"/>
              <a:gd name="connsiteX14" fmla="*/ 44423 w 2312455"/>
              <a:gd name="connsiteY14" fmla="*/ 998686 h 2262221"/>
              <a:gd name="connsiteX0" fmla="*/ 44423 w 2312455"/>
              <a:gd name="connsiteY0" fmla="*/ 977624 h 2241159"/>
              <a:gd name="connsiteX1" fmla="*/ 370488 w 2312455"/>
              <a:gd name="connsiteY1" fmla="*/ 864210 h 2241159"/>
              <a:gd name="connsiteX2" fmla="*/ 1214005 w 2312455"/>
              <a:gd name="connsiteY2" fmla="*/ 850033 h 2241159"/>
              <a:gd name="connsiteX3" fmla="*/ 1830692 w 2312455"/>
              <a:gd name="connsiteY3" fmla="*/ 112842 h 2241159"/>
              <a:gd name="connsiteX4" fmla="*/ 2248906 w 2312455"/>
              <a:gd name="connsiteY4" fmla="*/ 70312 h 2241159"/>
              <a:gd name="connsiteX5" fmla="*/ 2170934 w 2312455"/>
              <a:gd name="connsiteY5" fmla="*/ 644471 h 2241159"/>
              <a:gd name="connsiteX6" fmla="*/ 1880311 w 2312455"/>
              <a:gd name="connsiteY6" fmla="*/ 1105215 h 2241159"/>
              <a:gd name="connsiteX7" fmla="*/ 2220553 w 2312455"/>
              <a:gd name="connsiteY7" fmla="*/ 1778610 h 2241159"/>
              <a:gd name="connsiteX8" fmla="*/ 2135492 w 2312455"/>
              <a:gd name="connsiteY8" fmla="*/ 2225178 h 2241159"/>
              <a:gd name="connsiteX9" fmla="*/ 1696014 w 2312455"/>
              <a:gd name="connsiteY9" fmla="*/ 2090499 h 2241159"/>
              <a:gd name="connsiteX10" fmla="*/ 1455009 w 2312455"/>
              <a:gd name="connsiteY10" fmla="*/ 1601401 h 2241159"/>
              <a:gd name="connsiteX11" fmla="*/ 958823 w 2312455"/>
              <a:gd name="connsiteY11" fmla="*/ 1395838 h 2241159"/>
              <a:gd name="connsiteX12" fmla="*/ 349223 w 2312455"/>
              <a:gd name="connsiteY12" fmla="*/ 1431280 h 2241159"/>
              <a:gd name="connsiteX13" fmla="*/ 37334 w 2312455"/>
              <a:gd name="connsiteY13" fmla="*/ 1289513 h 2241159"/>
              <a:gd name="connsiteX14" fmla="*/ 44423 w 2312455"/>
              <a:gd name="connsiteY14" fmla="*/ 977624 h 2241159"/>
              <a:gd name="connsiteX0" fmla="*/ 44423 w 2318291"/>
              <a:gd name="connsiteY0" fmla="*/ 960100 h 2223635"/>
              <a:gd name="connsiteX1" fmla="*/ 370488 w 2318291"/>
              <a:gd name="connsiteY1" fmla="*/ 846686 h 2223635"/>
              <a:gd name="connsiteX2" fmla="*/ 1214005 w 2318291"/>
              <a:gd name="connsiteY2" fmla="*/ 832509 h 2223635"/>
              <a:gd name="connsiteX3" fmla="*/ 1830692 w 2318291"/>
              <a:gd name="connsiteY3" fmla="*/ 95318 h 2223635"/>
              <a:gd name="connsiteX4" fmla="*/ 2255994 w 2318291"/>
              <a:gd name="connsiteY4" fmla="*/ 81141 h 2223635"/>
              <a:gd name="connsiteX5" fmla="*/ 2170934 w 2318291"/>
              <a:gd name="connsiteY5" fmla="*/ 626947 h 2223635"/>
              <a:gd name="connsiteX6" fmla="*/ 1880311 w 2318291"/>
              <a:gd name="connsiteY6" fmla="*/ 1087691 h 2223635"/>
              <a:gd name="connsiteX7" fmla="*/ 2220553 w 2318291"/>
              <a:gd name="connsiteY7" fmla="*/ 1761086 h 2223635"/>
              <a:gd name="connsiteX8" fmla="*/ 2135492 w 2318291"/>
              <a:gd name="connsiteY8" fmla="*/ 2207654 h 2223635"/>
              <a:gd name="connsiteX9" fmla="*/ 1696014 w 2318291"/>
              <a:gd name="connsiteY9" fmla="*/ 2072975 h 2223635"/>
              <a:gd name="connsiteX10" fmla="*/ 1455009 w 2318291"/>
              <a:gd name="connsiteY10" fmla="*/ 1583877 h 2223635"/>
              <a:gd name="connsiteX11" fmla="*/ 958823 w 2318291"/>
              <a:gd name="connsiteY11" fmla="*/ 1378314 h 2223635"/>
              <a:gd name="connsiteX12" fmla="*/ 349223 w 2318291"/>
              <a:gd name="connsiteY12" fmla="*/ 1413756 h 2223635"/>
              <a:gd name="connsiteX13" fmla="*/ 37334 w 2318291"/>
              <a:gd name="connsiteY13" fmla="*/ 1271989 h 2223635"/>
              <a:gd name="connsiteX14" fmla="*/ 44423 w 2318291"/>
              <a:gd name="connsiteY14" fmla="*/ 960100 h 2223635"/>
              <a:gd name="connsiteX0" fmla="*/ 44423 w 2276934"/>
              <a:gd name="connsiteY0" fmla="*/ 944224 h 2207759"/>
              <a:gd name="connsiteX1" fmla="*/ 370488 w 2276934"/>
              <a:gd name="connsiteY1" fmla="*/ 830810 h 2207759"/>
              <a:gd name="connsiteX2" fmla="*/ 1214005 w 2276934"/>
              <a:gd name="connsiteY2" fmla="*/ 816633 h 2207759"/>
              <a:gd name="connsiteX3" fmla="*/ 1809427 w 2276934"/>
              <a:gd name="connsiteY3" fmla="*/ 93619 h 2207759"/>
              <a:gd name="connsiteX4" fmla="*/ 2255994 w 2276934"/>
              <a:gd name="connsiteY4" fmla="*/ 65265 h 2207759"/>
              <a:gd name="connsiteX5" fmla="*/ 2170934 w 2276934"/>
              <a:gd name="connsiteY5" fmla="*/ 611071 h 2207759"/>
              <a:gd name="connsiteX6" fmla="*/ 1880311 w 2276934"/>
              <a:gd name="connsiteY6" fmla="*/ 1071815 h 2207759"/>
              <a:gd name="connsiteX7" fmla="*/ 2220553 w 2276934"/>
              <a:gd name="connsiteY7" fmla="*/ 1745210 h 2207759"/>
              <a:gd name="connsiteX8" fmla="*/ 2135492 w 2276934"/>
              <a:gd name="connsiteY8" fmla="*/ 2191778 h 2207759"/>
              <a:gd name="connsiteX9" fmla="*/ 1696014 w 2276934"/>
              <a:gd name="connsiteY9" fmla="*/ 2057099 h 2207759"/>
              <a:gd name="connsiteX10" fmla="*/ 1455009 w 2276934"/>
              <a:gd name="connsiteY10" fmla="*/ 1568001 h 2207759"/>
              <a:gd name="connsiteX11" fmla="*/ 958823 w 2276934"/>
              <a:gd name="connsiteY11" fmla="*/ 1362438 h 2207759"/>
              <a:gd name="connsiteX12" fmla="*/ 349223 w 2276934"/>
              <a:gd name="connsiteY12" fmla="*/ 1397880 h 2207759"/>
              <a:gd name="connsiteX13" fmla="*/ 37334 w 2276934"/>
              <a:gd name="connsiteY13" fmla="*/ 1256113 h 2207759"/>
              <a:gd name="connsiteX14" fmla="*/ 44423 w 2276934"/>
              <a:gd name="connsiteY14" fmla="*/ 944224 h 2207759"/>
              <a:gd name="connsiteX0" fmla="*/ 44423 w 2270420"/>
              <a:gd name="connsiteY0" fmla="*/ 943304 h 2206839"/>
              <a:gd name="connsiteX1" fmla="*/ 370488 w 2270420"/>
              <a:gd name="connsiteY1" fmla="*/ 829890 h 2206839"/>
              <a:gd name="connsiteX2" fmla="*/ 1214005 w 2270420"/>
              <a:gd name="connsiteY2" fmla="*/ 815713 h 2206839"/>
              <a:gd name="connsiteX3" fmla="*/ 1809427 w 2270420"/>
              <a:gd name="connsiteY3" fmla="*/ 92699 h 2206839"/>
              <a:gd name="connsiteX4" fmla="*/ 2255994 w 2270420"/>
              <a:gd name="connsiteY4" fmla="*/ 64345 h 2206839"/>
              <a:gd name="connsiteX5" fmla="*/ 2135492 w 2270420"/>
              <a:gd name="connsiteY5" fmla="*/ 595974 h 2206839"/>
              <a:gd name="connsiteX6" fmla="*/ 1880311 w 2270420"/>
              <a:gd name="connsiteY6" fmla="*/ 1070895 h 2206839"/>
              <a:gd name="connsiteX7" fmla="*/ 2220553 w 2270420"/>
              <a:gd name="connsiteY7" fmla="*/ 1744290 h 2206839"/>
              <a:gd name="connsiteX8" fmla="*/ 2135492 w 2270420"/>
              <a:gd name="connsiteY8" fmla="*/ 2190858 h 2206839"/>
              <a:gd name="connsiteX9" fmla="*/ 1696014 w 2270420"/>
              <a:gd name="connsiteY9" fmla="*/ 2056179 h 2206839"/>
              <a:gd name="connsiteX10" fmla="*/ 1455009 w 2270420"/>
              <a:gd name="connsiteY10" fmla="*/ 1567081 h 2206839"/>
              <a:gd name="connsiteX11" fmla="*/ 958823 w 2270420"/>
              <a:gd name="connsiteY11" fmla="*/ 1361518 h 2206839"/>
              <a:gd name="connsiteX12" fmla="*/ 349223 w 2270420"/>
              <a:gd name="connsiteY12" fmla="*/ 1396960 h 2206839"/>
              <a:gd name="connsiteX13" fmla="*/ 37334 w 2270420"/>
              <a:gd name="connsiteY13" fmla="*/ 1255193 h 2206839"/>
              <a:gd name="connsiteX14" fmla="*/ 44423 w 2270420"/>
              <a:gd name="connsiteY14" fmla="*/ 943304 h 2206839"/>
              <a:gd name="connsiteX0" fmla="*/ 44423 w 2270723"/>
              <a:gd name="connsiteY0" fmla="*/ 943304 h 2206839"/>
              <a:gd name="connsiteX1" fmla="*/ 370488 w 2270723"/>
              <a:gd name="connsiteY1" fmla="*/ 829890 h 2206839"/>
              <a:gd name="connsiteX2" fmla="*/ 1214005 w 2270723"/>
              <a:gd name="connsiteY2" fmla="*/ 815713 h 2206839"/>
              <a:gd name="connsiteX3" fmla="*/ 1809427 w 2270723"/>
              <a:gd name="connsiteY3" fmla="*/ 92699 h 2206839"/>
              <a:gd name="connsiteX4" fmla="*/ 2255994 w 2270723"/>
              <a:gd name="connsiteY4" fmla="*/ 64345 h 2206839"/>
              <a:gd name="connsiteX5" fmla="*/ 2135492 w 2270723"/>
              <a:gd name="connsiteY5" fmla="*/ 595974 h 2206839"/>
              <a:gd name="connsiteX6" fmla="*/ 1859046 w 2270723"/>
              <a:gd name="connsiteY6" fmla="*/ 1106337 h 2206839"/>
              <a:gd name="connsiteX7" fmla="*/ 2220553 w 2270723"/>
              <a:gd name="connsiteY7" fmla="*/ 1744290 h 2206839"/>
              <a:gd name="connsiteX8" fmla="*/ 2135492 w 2270723"/>
              <a:gd name="connsiteY8" fmla="*/ 2190858 h 2206839"/>
              <a:gd name="connsiteX9" fmla="*/ 1696014 w 2270723"/>
              <a:gd name="connsiteY9" fmla="*/ 2056179 h 2206839"/>
              <a:gd name="connsiteX10" fmla="*/ 1455009 w 2270723"/>
              <a:gd name="connsiteY10" fmla="*/ 1567081 h 2206839"/>
              <a:gd name="connsiteX11" fmla="*/ 958823 w 2270723"/>
              <a:gd name="connsiteY11" fmla="*/ 1361518 h 2206839"/>
              <a:gd name="connsiteX12" fmla="*/ 349223 w 2270723"/>
              <a:gd name="connsiteY12" fmla="*/ 1396960 h 2206839"/>
              <a:gd name="connsiteX13" fmla="*/ 37334 w 2270723"/>
              <a:gd name="connsiteY13" fmla="*/ 1255193 h 2206839"/>
              <a:gd name="connsiteX14" fmla="*/ 44423 w 2270723"/>
              <a:gd name="connsiteY14" fmla="*/ 943304 h 2206839"/>
              <a:gd name="connsiteX0" fmla="*/ 44423 w 2270723"/>
              <a:gd name="connsiteY0" fmla="*/ 943304 h 2210139"/>
              <a:gd name="connsiteX1" fmla="*/ 370488 w 2270723"/>
              <a:gd name="connsiteY1" fmla="*/ 829890 h 2210139"/>
              <a:gd name="connsiteX2" fmla="*/ 1214005 w 2270723"/>
              <a:gd name="connsiteY2" fmla="*/ 815713 h 2210139"/>
              <a:gd name="connsiteX3" fmla="*/ 1809427 w 2270723"/>
              <a:gd name="connsiteY3" fmla="*/ 92699 h 2210139"/>
              <a:gd name="connsiteX4" fmla="*/ 2255994 w 2270723"/>
              <a:gd name="connsiteY4" fmla="*/ 64345 h 2210139"/>
              <a:gd name="connsiteX5" fmla="*/ 2135492 w 2270723"/>
              <a:gd name="connsiteY5" fmla="*/ 595974 h 2210139"/>
              <a:gd name="connsiteX6" fmla="*/ 1859046 w 2270723"/>
              <a:gd name="connsiteY6" fmla="*/ 1106337 h 2210139"/>
              <a:gd name="connsiteX7" fmla="*/ 2220553 w 2270723"/>
              <a:gd name="connsiteY7" fmla="*/ 1694671 h 2210139"/>
              <a:gd name="connsiteX8" fmla="*/ 2135492 w 2270723"/>
              <a:gd name="connsiteY8" fmla="*/ 2190858 h 2210139"/>
              <a:gd name="connsiteX9" fmla="*/ 1696014 w 2270723"/>
              <a:gd name="connsiteY9" fmla="*/ 2056179 h 2210139"/>
              <a:gd name="connsiteX10" fmla="*/ 1455009 w 2270723"/>
              <a:gd name="connsiteY10" fmla="*/ 1567081 h 2210139"/>
              <a:gd name="connsiteX11" fmla="*/ 958823 w 2270723"/>
              <a:gd name="connsiteY11" fmla="*/ 1361518 h 2210139"/>
              <a:gd name="connsiteX12" fmla="*/ 349223 w 2270723"/>
              <a:gd name="connsiteY12" fmla="*/ 1396960 h 2210139"/>
              <a:gd name="connsiteX13" fmla="*/ 37334 w 2270723"/>
              <a:gd name="connsiteY13" fmla="*/ 1255193 h 2210139"/>
              <a:gd name="connsiteX14" fmla="*/ 44423 w 2270723"/>
              <a:gd name="connsiteY14" fmla="*/ 943304 h 2210139"/>
              <a:gd name="connsiteX0" fmla="*/ 44423 w 2271475"/>
              <a:gd name="connsiteY0" fmla="*/ 943304 h 2210139"/>
              <a:gd name="connsiteX1" fmla="*/ 370488 w 2271475"/>
              <a:gd name="connsiteY1" fmla="*/ 829890 h 2210139"/>
              <a:gd name="connsiteX2" fmla="*/ 1214005 w 2271475"/>
              <a:gd name="connsiteY2" fmla="*/ 815713 h 2210139"/>
              <a:gd name="connsiteX3" fmla="*/ 1809427 w 2271475"/>
              <a:gd name="connsiteY3" fmla="*/ 92699 h 2210139"/>
              <a:gd name="connsiteX4" fmla="*/ 2255994 w 2271475"/>
              <a:gd name="connsiteY4" fmla="*/ 64345 h 2210139"/>
              <a:gd name="connsiteX5" fmla="*/ 2135492 w 2271475"/>
              <a:gd name="connsiteY5" fmla="*/ 595974 h 2210139"/>
              <a:gd name="connsiteX6" fmla="*/ 1809427 w 2271475"/>
              <a:gd name="connsiteY6" fmla="*/ 1120514 h 2210139"/>
              <a:gd name="connsiteX7" fmla="*/ 2220553 w 2271475"/>
              <a:gd name="connsiteY7" fmla="*/ 1694671 h 2210139"/>
              <a:gd name="connsiteX8" fmla="*/ 2135492 w 2271475"/>
              <a:gd name="connsiteY8" fmla="*/ 2190858 h 2210139"/>
              <a:gd name="connsiteX9" fmla="*/ 1696014 w 2271475"/>
              <a:gd name="connsiteY9" fmla="*/ 2056179 h 2210139"/>
              <a:gd name="connsiteX10" fmla="*/ 1455009 w 2271475"/>
              <a:gd name="connsiteY10" fmla="*/ 1567081 h 2210139"/>
              <a:gd name="connsiteX11" fmla="*/ 958823 w 2271475"/>
              <a:gd name="connsiteY11" fmla="*/ 1361518 h 2210139"/>
              <a:gd name="connsiteX12" fmla="*/ 349223 w 2271475"/>
              <a:gd name="connsiteY12" fmla="*/ 1396960 h 2210139"/>
              <a:gd name="connsiteX13" fmla="*/ 37334 w 2271475"/>
              <a:gd name="connsiteY13" fmla="*/ 1255193 h 2210139"/>
              <a:gd name="connsiteX14" fmla="*/ 44423 w 2271475"/>
              <a:gd name="connsiteY14" fmla="*/ 943304 h 221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475" h="2210139">
                <a:moveTo>
                  <a:pt x="44423" y="943304"/>
                </a:moveTo>
                <a:cubicBezTo>
                  <a:pt x="99949" y="872420"/>
                  <a:pt x="175558" y="851155"/>
                  <a:pt x="370488" y="829890"/>
                </a:cubicBezTo>
                <a:cubicBezTo>
                  <a:pt x="565418" y="808625"/>
                  <a:pt x="974182" y="938578"/>
                  <a:pt x="1214005" y="815713"/>
                </a:cubicBezTo>
                <a:cubicBezTo>
                  <a:pt x="1453828" y="692848"/>
                  <a:pt x="1635762" y="217927"/>
                  <a:pt x="1809427" y="92699"/>
                </a:cubicBezTo>
                <a:cubicBezTo>
                  <a:pt x="1983092" y="-32529"/>
                  <a:pt x="2201650" y="-19534"/>
                  <a:pt x="2255994" y="64345"/>
                </a:cubicBezTo>
                <a:cubicBezTo>
                  <a:pt x="2310338" y="148224"/>
                  <a:pt x="2209920" y="419946"/>
                  <a:pt x="2135492" y="595974"/>
                </a:cubicBezTo>
                <a:cubicBezTo>
                  <a:pt x="2061064" y="772002"/>
                  <a:pt x="1795250" y="937398"/>
                  <a:pt x="1809427" y="1120514"/>
                </a:cubicBezTo>
                <a:cubicBezTo>
                  <a:pt x="1823604" y="1303630"/>
                  <a:pt x="2166209" y="1516280"/>
                  <a:pt x="2220553" y="1694671"/>
                </a:cubicBezTo>
                <a:cubicBezTo>
                  <a:pt x="2274897" y="1873062"/>
                  <a:pt x="2222915" y="2130607"/>
                  <a:pt x="2135492" y="2190858"/>
                </a:cubicBezTo>
                <a:cubicBezTo>
                  <a:pt x="2048069" y="2251109"/>
                  <a:pt x="1809428" y="2160142"/>
                  <a:pt x="1696014" y="2056179"/>
                </a:cubicBezTo>
                <a:cubicBezTo>
                  <a:pt x="1582600" y="1952216"/>
                  <a:pt x="1577874" y="1682858"/>
                  <a:pt x="1455009" y="1567081"/>
                </a:cubicBezTo>
                <a:cubicBezTo>
                  <a:pt x="1332144" y="1451304"/>
                  <a:pt x="1143121" y="1347341"/>
                  <a:pt x="958823" y="1361518"/>
                </a:cubicBezTo>
                <a:cubicBezTo>
                  <a:pt x="774525" y="1375695"/>
                  <a:pt x="503986" y="1433583"/>
                  <a:pt x="349223" y="1396960"/>
                </a:cubicBezTo>
                <a:cubicBezTo>
                  <a:pt x="194460" y="1360337"/>
                  <a:pt x="90497" y="1327258"/>
                  <a:pt x="37334" y="1255193"/>
                </a:cubicBezTo>
                <a:cubicBezTo>
                  <a:pt x="-15829" y="1183128"/>
                  <a:pt x="-11103" y="1014188"/>
                  <a:pt x="44423" y="943304"/>
                </a:cubicBezTo>
                <a:close/>
              </a:path>
            </a:pathLst>
          </a:cu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/>
          <p:cNvSpPr/>
          <p:nvPr/>
        </p:nvSpPr>
        <p:spPr>
          <a:xfrm>
            <a:off x="4602215" y="2776677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dirty="0"/>
          </a:p>
        </p:txBody>
      </p:sp>
      <p:sp>
        <p:nvSpPr>
          <p:cNvPr id="84" name="Retângulo 83"/>
          <p:cNvSpPr/>
          <p:nvPr/>
        </p:nvSpPr>
        <p:spPr>
          <a:xfrm>
            <a:off x="7613176" y="2777908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dirty="0"/>
          </a:p>
        </p:txBody>
      </p:sp>
      <p:sp>
        <p:nvSpPr>
          <p:cNvPr id="85" name="CaixaDeTexto 84"/>
          <p:cNvSpPr txBox="1"/>
          <p:nvPr/>
        </p:nvSpPr>
        <p:spPr>
          <a:xfrm>
            <a:off x="714551" y="380692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{1, 2}</a:t>
            </a:r>
          </a:p>
        </p:txBody>
      </p:sp>
      <p:cxnSp>
        <p:nvCxnSpPr>
          <p:cNvPr id="86" name="Conector de seta reta 85"/>
          <p:cNvCxnSpPr/>
          <p:nvPr/>
        </p:nvCxnSpPr>
        <p:spPr>
          <a:xfrm flipH="1" flipV="1">
            <a:off x="3796357" y="3619147"/>
            <a:ext cx="130362" cy="241502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/>
          <p:cNvCxnSpPr/>
          <p:nvPr/>
        </p:nvCxnSpPr>
        <p:spPr>
          <a:xfrm flipV="1">
            <a:off x="1186792" y="3597582"/>
            <a:ext cx="130362" cy="241502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/>
          <p:cNvSpPr txBox="1"/>
          <p:nvPr/>
        </p:nvSpPr>
        <p:spPr>
          <a:xfrm>
            <a:off x="3747576" y="3830190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{3, 4, 5}</a:t>
            </a:r>
          </a:p>
        </p:txBody>
      </p:sp>
      <p:cxnSp>
        <p:nvCxnSpPr>
          <p:cNvPr id="89" name="Conector de seta reta 88"/>
          <p:cNvCxnSpPr/>
          <p:nvPr/>
        </p:nvCxnSpPr>
        <p:spPr>
          <a:xfrm flipH="1" flipV="1">
            <a:off x="7937862" y="3135353"/>
            <a:ext cx="130362" cy="241502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/>
          <p:cNvSpPr txBox="1"/>
          <p:nvPr/>
        </p:nvSpPr>
        <p:spPr>
          <a:xfrm>
            <a:off x="7889081" y="3346396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{2, 4, 6}</a:t>
            </a:r>
          </a:p>
        </p:txBody>
      </p:sp>
      <p:cxnSp>
        <p:nvCxnSpPr>
          <p:cNvPr id="91" name="Conector de seta reta 90"/>
          <p:cNvCxnSpPr/>
          <p:nvPr/>
        </p:nvCxnSpPr>
        <p:spPr>
          <a:xfrm flipH="1" flipV="1">
            <a:off x="4517891" y="2590801"/>
            <a:ext cx="130362" cy="24150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aixaDeTexto 91"/>
          <p:cNvSpPr txBox="1"/>
          <p:nvPr/>
        </p:nvSpPr>
        <p:spPr>
          <a:xfrm>
            <a:off x="3916988" y="2286163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{1, 3, 5}</a:t>
            </a:r>
          </a:p>
        </p:txBody>
      </p:sp>
      <p:sp>
        <p:nvSpPr>
          <p:cNvPr id="42" name="Elipse 41"/>
          <p:cNvSpPr/>
          <p:nvPr/>
        </p:nvSpPr>
        <p:spPr>
          <a:xfrm>
            <a:off x="1891101" y="2949997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43" name="Elipse 42"/>
          <p:cNvSpPr/>
          <p:nvPr/>
        </p:nvSpPr>
        <p:spPr>
          <a:xfrm>
            <a:off x="1888448" y="3687944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45" name="Elipse 44"/>
          <p:cNvSpPr/>
          <p:nvPr/>
        </p:nvSpPr>
        <p:spPr>
          <a:xfrm>
            <a:off x="3019670" y="2716008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7" name="Elipse 46"/>
          <p:cNvSpPr/>
          <p:nvPr/>
        </p:nvSpPr>
        <p:spPr>
          <a:xfrm>
            <a:off x="3021187" y="3316133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49" name="Elipse 48"/>
          <p:cNvSpPr/>
          <p:nvPr/>
        </p:nvSpPr>
        <p:spPr>
          <a:xfrm>
            <a:off x="3022826" y="3918967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50" name="Elipse 49"/>
          <p:cNvSpPr/>
          <p:nvPr/>
        </p:nvSpPr>
        <p:spPr>
          <a:xfrm>
            <a:off x="5190078" y="3266437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52" name="Elipse 51"/>
          <p:cNvSpPr/>
          <p:nvPr/>
        </p:nvSpPr>
        <p:spPr>
          <a:xfrm>
            <a:off x="6723142" y="2489430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53" name="Elipse 52"/>
          <p:cNvSpPr/>
          <p:nvPr/>
        </p:nvSpPr>
        <p:spPr>
          <a:xfrm>
            <a:off x="6723619" y="4002920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55" name="Elipse 54"/>
          <p:cNvSpPr/>
          <p:nvPr/>
        </p:nvSpPr>
        <p:spPr>
          <a:xfrm>
            <a:off x="5725252" y="2489430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56" name="Elipse 55"/>
          <p:cNvSpPr/>
          <p:nvPr/>
        </p:nvSpPr>
        <p:spPr>
          <a:xfrm>
            <a:off x="7207402" y="3266200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57" name="Elipse 56"/>
          <p:cNvSpPr/>
          <p:nvPr/>
        </p:nvSpPr>
        <p:spPr>
          <a:xfrm>
            <a:off x="5723002" y="4002832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1331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81" grpId="0" animBg="1"/>
      <p:bldP spid="82" grpId="0" animBg="1"/>
      <p:bldP spid="83" grpId="0"/>
      <p:bldP spid="84" grpId="0"/>
      <p:bldP spid="85" grpId="0"/>
      <p:bldP spid="88" grpId="0"/>
      <p:bldP spid="90" grpId="0"/>
      <p:bldP spid="92" grpId="0"/>
      <p:bldP spid="42" grpId="0" animBg="1"/>
      <p:bldP spid="43" grpId="0" animBg="1"/>
      <p:bldP spid="45" grpId="0" animBg="1"/>
      <p:bldP spid="47" grpId="0" animBg="1"/>
      <p:bldP spid="49" grpId="0" animBg="1"/>
      <p:bldP spid="50" grpId="0" animBg="1"/>
      <p:bldP spid="52" grpId="0" animBg="1"/>
      <p:bldP spid="53" grpId="0" animBg="1"/>
      <p:bldP spid="55" grpId="0" animBg="1"/>
      <p:bldP spid="56" grpId="0" animBg="1"/>
      <p:bldP spid="5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Bipartido Completo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95536" y="1203960"/>
            <a:ext cx="84249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Um grafo G = (V, E) é </a:t>
            </a:r>
            <a:r>
              <a:rPr lang="pt-BR" sz="20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bipartido completo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lang="pt-BR" sz="2000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sz="2000" i="1" baseline="-250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m,n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 quando seu conjunto de vértices V puder ser particionado em 2 subconjuntos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disjuntos (isto é, sem elementos comuns) todo elemento de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é adjacente a um elemento de V</a:t>
            </a:r>
            <a:r>
              <a:rPr lang="pt-BR" sz="2000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Elipse 3"/>
          <p:cNvSpPr/>
          <p:nvPr/>
        </p:nvSpPr>
        <p:spPr>
          <a:xfrm>
            <a:off x="1887822" y="294999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" name="Elipse 5"/>
          <p:cNvSpPr/>
          <p:nvPr/>
        </p:nvSpPr>
        <p:spPr>
          <a:xfrm>
            <a:off x="1887822" y="3689325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7" name="Elipse 6"/>
          <p:cNvSpPr/>
          <p:nvPr/>
        </p:nvSpPr>
        <p:spPr>
          <a:xfrm>
            <a:off x="3018417" y="2720355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3018417" y="391896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9" name="Elipse 8"/>
          <p:cNvSpPr/>
          <p:nvPr/>
        </p:nvSpPr>
        <p:spPr>
          <a:xfrm>
            <a:off x="3018416" y="3319661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10" name="Conector reto 9"/>
          <p:cNvCxnSpPr>
            <a:stCxn id="7" idx="2"/>
            <a:endCxn id="4" idx="7"/>
          </p:cNvCxnSpPr>
          <p:nvPr/>
        </p:nvCxnSpPr>
        <p:spPr>
          <a:xfrm flipH="1">
            <a:off x="2099047" y="2835176"/>
            <a:ext cx="919370" cy="1484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>
            <a:stCxn id="8" idx="2"/>
            <a:endCxn id="6" idx="5"/>
          </p:cNvCxnSpPr>
          <p:nvPr/>
        </p:nvCxnSpPr>
        <p:spPr>
          <a:xfrm flipH="1" flipV="1">
            <a:off x="2099047" y="3885337"/>
            <a:ext cx="919370" cy="1484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/>
          <p:cNvCxnSpPr>
            <a:stCxn id="9" idx="1"/>
            <a:endCxn id="4" idx="6"/>
          </p:cNvCxnSpPr>
          <p:nvPr/>
        </p:nvCxnSpPr>
        <p:spPr>
          <a:xfrm flipH="1" flipV="1">
            <a:off x="2135287" y="3064818"/>
            <a:ext cx="919369" cy="2884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>
            <a:stCxn id="8" idx="1"/>
            <a:endCxn id="4" idx="5"/>
          </p:cNvCxnSpPr>
          <p:nvPr/>
        </p:nvCxnSpPr>
        <p:spPr>
          <a:xfrm flipH="1" flipV="1">
            <a:off x="2099047" y="3146009"/>
            <a:ext cx="955610" cy="806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/>
          <p:cNvCxnSpPr>
            <a:stCxn id="9" idx="3"/>
            <a:endCxn id="6" idx="6"/>
          </p:cNvCxnSpPr>
          <p:nvPr/>
        </p:nvCxnSpPr>
        <p:spPr>
          <a:xfrm flipH="1">
            <a:off x="2135287" y="3515673"/>
            <a:ext cx="919369" cy="2884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de cantos arredondados 24"/>
          <p:cNvSpPr/>
          <p:nvPr/>
        </p:nvSpPr>
        <p:spPr>
          <a:xfrm>
            <a:off x="1665767" y="2665228"/>
            <a:ext cx="715926" cy="1545265"/>
          </a:xfrm>
          <a:prstGeom prst="roundRect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de cantos arredondados 25"/>
          <p:cNvSpPr/>
          <p:nvPr/>
        </p:nvSpPr>
        <p:spPr>
          <a:xfrm>
            <a:off x="2784185" y="2568011"/>
            <a:ext cx="715926" cy="1732941"/>
          </a:xfrm>
          <a:prstGeom prst="round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/>
          <p:cNvSpPr/>
          <p:nvPr/>
        </p:nvSpPr>
        <p:spPr>
          <a:xfrm>
            <a:off x="1234207" y="3249815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dirty="0"/>
          </a:p>
        </p:txBody>
      </p:sp>
      <p:sp>
        <p:nvSpPr>
          <p:cNvPr id="28" name="Retângulo 27"/>
          <p:cNvSpPr/>
          <p:nvPr/>
        </p:nvSpPr>
        <p:spPr>
          <a:xfrm>
            <a:off x="3537012" y="3253555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dirty="0"/>
          </a:p>
        </p:txBody>
      </p:sp>
      <p:sp>
        <p:nvSpPr>
          <p:cNvPr id="29" name="Elipse 28"/>
          <p:cNvSpPr/>
          <p:nvPr/>
        </p:nvSpPr>
        <p:spPr>
          <a:xfrm>
            <a:off x="5722715" y="400281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30" name="Elipse 29"/>
          <p:cNvSpPr/>
          <p:nvPr/>
        </p:nvSpPr>
        <p:spPr>
          <a:xfrm>
            <a:off x="6721001" y="400281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31" name="Elipse 30"/>
          <p:cNvSpPr/>
          <p:nvPr/>
        </p:nvSpPr>
        <p:spPr>
          <a:xfrm>
            <a:off x="7207783" y="326643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32" name="Elipse 31"/>
          <p:cNvSpPr/>
          <p:nvPr/>
        </p:nvSpPr>
        <p:spPr>
          <a:xfrm>
            <a:off x="5184483" y="326643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4" name="Elipse 33"/>
          <p:cNvSpPr/>
          <p:nvPr/>
        </p:nvSpPr>
        <p:spPr>
          <a:xfrm>
            <a:off x="5722715" y="249071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5" name="Elipse 34"/>
          <p:cNvSpPr/>
          <p:nvPr/>
        </p:nvSpPr>
        <p:spPr>
          <a:xfrm>
            <a:off x="6721001" y="249071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36" name="Conector reto 35"/>
          <p:cNvCxnSpPr>
            <a:stCxn id="34" idx="3"/>
            <a:endCxn id="32" idx="7"/>
          </p:cNvCxnSpPr>
          <p:nvPr/>
        </p:nvCxnSpPr>
        <p:spPr>
          <a:xfrm flipH="1">
            <a:off x="5395708" y="2686725"/>
            <a:ext cx="363247" cy="6133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1" idx="3"/>
            <a:endCxn id="30" idx="7"/>
          </p:cNvCxnSpPr>
          <p:nvPr/>
        </p:nvCxnSpPr>
        <p:spPr>
          <a:xfrm flipH="1">
            <a:off x="6932226" y="3462449"/>
            <a:ext cx="311797" cy="574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5" idx="5"/>
            <a:endCxn id="31" idx="1"/>
          </p:cNvCxnSpPr>
          <p:nvPr/>
        </p:nvCxnSpPr>
        <p:spPr>
          <a:xfrm>
            <a:off x="6932226" y="2686725"/>
            <a:ext cx="311797" cy="6133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>
            <a:stCxn id="32" idx="5"/>
            <a:endCxn id="29" idx="1"/>
          </p:cNvCxnSpPr>
          <p:nvPr/>
        </p:nvCxnSpPr>
        <p:spPr>
          <a:xfrm>
            <a:off x="5395708" y="3462449"/>
            <a:ext cx="363247" cy="574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/>
          <p:cNvCxnSpPr>
            <a:stCxn id="34" idx="6"/>
            <a:endCxn id="35" idx="2"/>
          </p:cNvCxnSpPr>
          <p:nvPr/>
        </p:nvCxnSpPr>
        <p:spPr>
          <a:xfrm>
            <a:off x="5970180" y="2605534"/>
            <a:ext cx="7508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/>
          <p:cNvCxnSpPr>
            <a:stCxn id="29" idx="6"/>
            <a:endCxn id="30" idx="2"/>
          </p:cNvCxnSpPr>
          <p:nvPr/>
        </p:nvCxnSpPr>
        <p:spPr>
          <a:xfrm>
            <a:off x="5970180" y="4117640"/>
            <a:ext cx="7508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Forma livre 80"/>
          <p:cNvSpPr/>
          <p:nvPr/>
        </p:nvSpPr>
        <p:spPr>
          <a:xfrm>
            <a:off x="4903261" y="2239375"/>
            <a:ext cx="2271475" cy="2210139"/>
          </a:xfrm>
          <a:custGeom>
            <a:avLst/>
            <a:gdLst>
              <a:gd name="connsiteX0" fmla="*/ 44423 w 2320035"/>
              <a:gd name="connsiteY0" fmla="*/ 987391 h 2265400"/>
              <a:gd name="connsiteX1" fmla="*/ 370488 w 2320035"/>
              <a:gd name="connsiteY1" fmla="*/ 824359 h 2265400"/>
              <a:gd name="connsiteX2" fmla="*/ 1093502 w 2320035"/>
              <a:gd name="connsiteY2" fmla="*/ 902331 h 2265400"/>
              <a:gd name="connsiteX3" fmla="*/ 1915753 w 2320035"/>
              <a:gd name="connsiteY3" fmla="*/ 58814 h 2265400"/>
              <a:gd name="connsiteX4" fmla="*/ 2305613 w 2320035"/>
              <a:gd name="connsiteY4" fmla="*/ 136786 h 2265400"/>
              <a:gd name="connsiteX5" fmla="*/ 2206376 w 2320035"/>
              <a:gd name="connsiteY5" fmla="*/ 661326 h 2265400"/>
              <a:gd name="connsiteX6" fmla="*/ 1922841 w 2320035"/>
              <a:gd name="connsiteY6" fmla="*/ 1072452 h 2265400"/>
              <a:gd name="connsiteX7" fmla="*/ 2255995 w 2320035"/>
              <a:gd name="connsiteY7" fmla="*/ 1845084 h 2265400"/>
              <a:gd name="connsiteX8" fmla="*/ 2135492 w 2320035"/>
              <a:gd name="connsiteY8" fmla="*/ 2234945 h 2265400"/>
              <a:gd name="connsiteX9" fmla="*/ 1610953 w 2320035"/>
              <a:gd name="connsiteY9" fmla="*/ 2178238 h 2265400"/>
              <a:gd name="connsiteX10" fmla="*/ 1476274 w 2320035"/>
              <a:gd name="connsiteY10" fmla="*/ 1689140 h 2265400"/>
              <a:gd name="connsiteX11" fmla="*/ 965911 w 2320035"/>
              <a:gd name="connsiteY11" fmla="*/ 1441047 h 2265400"/>
              <a:gd name="connsiteX12" fmla="*/ 349223 w 2320035"/>
              <a:gd name="connsiteY12" fmla="*/ 1441047 h 2265400"/>
              <a:gd name="connsiteX13" fmla="*/ 37334 w 2320035"/>
              <a:gd name="connsiteY13" fmla="*/ 1221307 h 2265400"/>
              <a:gd name="connsiteX14" fmla="*/ 44423 w 2320035"/>
              <a:gd name="connsiteY14" fmla="*/ 987391 h 2265400"/>
              <a:gd name="connsiteX0" fmla="*/ 44423 w 2314919"/>
              <a:gd name="connsiteY0" fmla="*/ 987134 h 2265143"/>
              <a:gd name="connsiteX1" fmla="*/ 370488 w 2314919"/>
              <a:gd name="connsiteY1" fmla="*/ 824102 h 2265143"/>
              <a:gd name="connsiteX2" fmla="*/ 1093502 w 2314919"/>
              <a:gd name="connsiteY2" fmla="*/ 902074 h 2265143"/>
              <a:gd name="connsiteX3" fmla="*/ 1915753 w 2314919"/>
              <a:gd name="connsiteY3" fmla="*/ 58557 h 2265143"/>
              <a:gd name="connsiteX4" fmla="*/ 2305613 w 2314919"/>
              <a:gd name="connsiteY4" fmla="*/ 136529 h 2265143"/>
              <a:gd name="connsiteX5" fmla="*/ 2170934 w 2314919"/>
              <a:gd name="connsiteY5" fmla="*/ 653981 h 2265143"/>
              <a:gd name="connsiteX6" fmla="*/ 1922841 w 2314919"/>
              <a:gd name="connsiteY6" fmla="*/ 1072195 h 2265143"/>
              <a:gd name="connsiteX7" fmla="*/ 2255995 w 2314919"/>
              <a:gd name="connsiteY7" fmla="*/ 1844827 h 2265143"/>
              <a:gd name="connsiteX8" fmla="*/ 2135492 w 2314919"/>
              <a:gd name="connsiteY8" fmla="*/ 2234688 h 2265143"/>
              <a:gd name="connsiteX9" fmla="*/ 1610953 w 2314919"/>
              <a:gd name="connsiteY9" fmla="*/ 2177981 h 2265143"/>
              <a:gd name="connsiteX10" fmla="*/ 1476274 w 2314919"/>
              <a:gd name="connsiteY10" fmla="*/ 1688883 h 2265143"/>
              <a:gd name="connsiteX11" fmla="*/ 965911 w 2314919"/>
              <a:gd name="connsiteY11" fmla="*/ 1440790 h 2265143"/>
              <a:gd name="connsiteX12" fmla="*/ 349223 w 2314919"/>
              <a:gd name="connsiteY12" fmla="*/ 1440790 h 2265143"/>
              <a:gd name="connsiteX13" fmla="*/ 37334 w 2314919"/>
              <a:gd name="connsiteY13" fmla="*/ 1221050 h 2265143"/>
              <a:gd name="connsiteX14" fmla="*/ 44423 w 2314919"/>
              <a:gd name="connsiteY14" fmla="*/ 987134 h 2265143"/>
              <a:gd name="connsiteX0" fmla="*/ 44423 w 2318145"/>
              <a:gd name="connsiteY0" fmla="*/ 987134 h 2265143"/>
              <a:gd name="connsiteX1" fmla="*/ 370488 w 2318145"/>
              <a:gd name="connsiteY1" fmla="*/ 824102 h 2265143"/>
              <a:gd name="connsiteX2" fmla="*/ 1093502 w 2318145"/>
              <a:gd name="connsiteY2" fmla="*/ 902074 h 2265143"/>
              <a:gd name="connsiteX3" fmla="*/ 1915753 w 2318145"/>
              <a:gd name="connsiteY3" fmla="*/ 58557 h 2265143"/>
              <a:gd name="connsiteX4" fmla="*/ 2305613 w 2318145"/>
              <a:gd name="connsiteY4" fmla="*/ 136529 h 2265143"/>
              <a:gd name="connsiteX5" fmla="*/ 2170934 w 2318145"/>
              <a:gd name="connsiteY5" fmla="*/ 653981 h 2265143"/>
              <a:gd name="connsiteX6" fmla="*/ 1922841 w 2318145"/>
              <a:gd name="connsiteY6" fmla="*/ 1072195 h 2265143"/>
              <a:gd name="connsiteX7" fmla="*/ 2255995 w 2318145"/>
              <a:gd name="connsiteY7" fmla="*/ 1844827 h 2265143"/>
              <a:gd name="connsiteX8" fmla="*/ 2135492 w 2318145"/>
              <a:gd name="connsiteY8" fmla="*/ 2234688 h 2265143"/>
              <a:gd name="connsiteX9" fmla="*/ 1610953 w 2318145"/>
              <a:gd name="connsiteY9" fmla="*/ 2177981 h 2265143"/>
              <a:gd name="connsiteX10" fmla="*/ 1476274 w 2318145"/>
              <a:gd name="connsiteY10" fmla="*/ 1688883 h 2265143"/>
              <a:gd name="connsiteX11" fmla="*/ 965911 w 2318145"/>
              <a:gd name="connsiteY11" fmla="*/ 1440790 h 2265143"/>
              <a:gd name="connsiteX12" fmla="*/ 349223 w 2318145"/>
              <a:gd name="connsiteY12" fmla="*/ 1440790 h 2265143"/>
              <a:gd name="connsiteX13" fmla="*/ 37334 w 2318145"/>
              <a:gd name="connsiteY13" fmla="*/ 1221050 h 2265143"/>
              <a:gd name="connsiteX14" fmla="*/ 44423 w 2318145"/>
              <a:gd name="connsiteY14" fmla="*/ 987134 h 2265143"/>
              <a:gd name="connsiteX0" fmla="*/ 44423 w 2315351"/>
              <a:gd name="connsiteY0" fmla="*/ 987134 h 2265143"/>
              <a:gd name="connsiteX1" fmla="*/ 370488 w 2315351"/>
              <a:gd name="connsiteY1" fmla="*/ 824102 h 2265143"/>
              <a:gd name="connsiteX2" fmla="*/ 1093502 w 2315351"/>
              <a:gd name="connsiteY2" fmla="*/ 902074 h 2265143"/>
              <a:gd name="connsiteX3" fmla="*/ 1915753 w 2315351"/>
              <a:gd name="connsiteY3" fmla="*/ 58557 h 2265143"/>
              <a:gd name="connsiteX4" fmla="*/ 2305613 w 2315351"/>
              <a:gd name="connsiteY4" fmla="*/ 136529 h 2265143"/>
              <a:gd name="connsiteX5" fmla="*/ 2170934 w 2315351"/>
              <a:gd name="connsiteY5" fmla="*/ 653981 h 2265143"/>
              <a:gd name="connsiteX6" fmla="*/ 1880311 w 2315351"/>
              <a:gd name="connsiteY6" fmla="*/ 1114725 h 2265143"/>
              <a:gd name="connsiteX7" fmla="*/ 2255995 w 2315351"/>
              <a:gd name="connsiteY7" fmla="*/ 1844827 h 2265143"/>
              <a:gd name="connsiteX8" fmla="*/ 2135492 w 2315351"/>
              <a:gd name="connsiteY8" fmla="*/ 2234688 h 2265143"/>
              <a:gd name="connsiteX9" fmla="*/ 1610953 w 2315351"/>
              <a:gd name="connsiteY9" fmla="*/ 2177981 h 2265143"/>
              <a:gd name="connsiteX10" fmla="*/ 1476274 w 2315351"/>
              <a:gd name="connsiteY10" fmla="*/ 1688883 h 2265143"/>
              <a:gd name="connsiteX11" fmla="*/ 965911 w 2315351"/>
              <a:gd name="connsiteY11" fmla="*/ 1440790 h 2265143"/>
              <a:gd name="connsiteX12" fmla="*/ 349223 w 2315351"/>
              <a:gd name="connsiteY12" fmla="*/ 1440790 h 2265143"/>
              <a:gd name="connsiteX13" fmla="*/ 37334 w 2315351"/>
              <a:gd name="connsiteY13" fmla="*/ 1221050 h 2265143"/>
              <a:gd name="connsiteX14" fmla="*/ 44423 w 2315351"/>
              <a:gd name="connsiteY14" fmla="*/ 987134 h 2265143"/>
              <a:gd name="connsiteX0" fmla="*/ 44423 w 2315351"/>
              <a:gd name="connsiteY0" fmla="*/ 987134 h 2265143"/>
              <a:gd name="connsiteX1" fmla="*/ 370488 w 2315351"/>
              <a:gd name="connsiteY1" fmla="*/ 824102 h 2265143"/>
              <a:gd name="connsiteX2" fmla="*/ 1093502 w 2315351"/>
              <a:gd name="connsiteY2" fmla="*/ 902074 h 2265143"/>
              <a:gd name="connsiteX3" fmla="*/ 1915753 w 2315351"/>
              <a:gd name="connsiteY3" fmla="*/ 58557 h 2265143"/>
              <a:gd name="connsiteX4" fmla="*/ 2305613 w 2315351"/>
              <a:gd name="connsiteY4" fmla="*/ 136529 h 2265143"/>
              <a:gd name="connsiteX5" fmla="*/ 2170934 w 2315351"/>
              <a:gd name="connsiteY5" fmla="*/ 653981 h 2265143"/>
              <a:gd name="connsiteX6" fmla="*/ 1880311 w 2315351"/>
              <a:gd name="connsiteY6" fmla="*/ 1114725 h 2265143"/>
              <a:gd name="connsiteX7" fmla="*/ 2255995 w 2315351"/>
              <a:gd name="connsiteY7" fmla="*/ 1844827 h 2265143"/>
              <a:gd name="connsiteX8" fmla="*/ 2135492 w 2315351"/>
              <a:gd name="connsiteY8" fmla="*/ 2234688 h 2265143"/>
              <a:gd name="connsiteX9" fmla="*/ 1610953 w 2315351"/>
              <a:gd name="connsiteY9" fmla="*/ 2177981 h 2265143"/>
              <a:gd name="connsiteX10" fmla="*/ 1476274 w 2315351"/>
              <a:gd name="connsiteY10" fmla="*/ 1688883 h 2265143"/>
              <a:gd name="connsiteX11" fmla="*/ 965911 w 2315351"/>
              <a:gd name="connsiteY11" fmla="*/ 1440790 h 2265143"/>
              <a:gd name="connsiteX12" fmla="*/ 349223 w 2315351"/>
              <a:gd name="connsiteY12" fmla="*/ 1440790 h 2265143"/>
              <a:gd name="connsiteX13" fmla="*/ 37334 w 2315351"/>
              <a:gd name="connsiteY13" fmla="*/ 1221050 h 2265143"/>
              <a:gd name="connsiteX14" fmla="*/ 44423 w 2315351"/>
              <a:gd name="connsiteY14" fmla="*/ 987134 h 2265143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49381"/>
              <a:gd name="connsiteX1" fmla="*/ 370488 w 2315351"/>
              <a:gd name="connsiteY1" fmla="*/ 824102 h 2249381"/>
              <a:gd name="connsiteX2" fmla="*/ 1093502 w 2315351"/>
              <a:gd name="connsiteY2" fmla="*/ 902074 h 2249381"/>
              <a:gd name="connsiteX3" fmla="*/ 1915753 w 2315351"/>
              <a:gd name="connsiteY3" fmla="*/ 58557 h 2249381"/>
              <a:gd name="connsiteX4" fmla="*/ 2305613 w 2315351"/>
              <a:gd name="connsiteY4" fmla="*/ 136529 h 2249381"/>
              <a:gd name="connsiteX5" fmla="*/ 2170934 w 2315351"/>
              <a:gd name="connsiteY5" fmla="*/ 653981 h 2249381"/>
              <a:gd name="connsiteX6" fmla="*/ 1880311 w 2315351"/>
              <a:gd name="connsiteY6" fmla="*/ 1114725 h 2249381"/>
              <a:gd name="connsiteX7" fmla="*/ 2220553 w 2315351"/>
              <a:gd name="connsiteY7" fmla="*/ 1788120 h 2249381"/>
              <a:gd name="connsiteX8" fmla="*/ 2135492 w 2315351"/>
              <a:gd name="connsiteY8" fmla="*/ 2234688 h 2249381"/>
              <a:gd name="connsiteX9" fmla="*/ 1696014 w 2315351"/>
              <a:gd name="connsiteY9" fmla="*/ 2100009 h 2249381"/>
              <a:gd name="connsiteX10" fmla="*/ 1476274 w 2315351"/>
              <a:gd name="connsiteY10" fmla="*/ 1688883 h 2249381"/>
              <a:gd name="connsiteX11" fmla="*/ 965911 w 2315351"/>
              <a:gd name="connsiteY11" fmla="*/ 1440790 h 2249381"/>
              <a:gd name="connsiteX12" fmla="*/ 349223 w 2315351"/>
              <a:gd name="connsiteY12" fmla="*/ 1440790 h 2249381"/>
              <a:gd name="connsiteX13" fmla="*/ 37334 w 2315351"/>
              <a:gd name="connsiteY13" fmla="*/ 1221050 h 2249381"/>
              <a:gd name="connsiteX14" fmla="*/ 44423 w 2315351"/>
              <a:gd name="connsiteY14" fmla="*/ 987134 h 2249381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65911 w 2315351"/>
              <a:gd name="connsiteY11" fmla="*/ 1440790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99023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73720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99023 h 2250669"/>
              <a:gd name="connsiteX14" fmla="*/ 44423 w 2315351"/>
              <a:gd name="connsiteY14" fmla="*/ 987134 h 2250669"/>
              <a:gd name="connsiteX0" fmla="*/ 44423 w 2315351"/>
              <a:gd name="connsiteY0" fmla="*/ 983984 h 2247519"/>
              <a:gd name="connsiteX1" fmla="*/ 370488 w 2315351"/>
              <a:gd name="connsiteY1" fmla="*/ 870570 h 2247519"/>
              <a:gd name="connsiteX2" fmla="*/ 1214005 w 2315351"/>
              <a:gd name="connsiteY2" fmla="*/ 856393 h 2247519"/>
              <a:gd name="connsiteX3" fmla="*/ 1915753 w 2315351"/>
              <a:gd name="connsiteY3" fmla="*/ 55407 h 2247519"/>
              <a:gd name="connsiteX4" fmla="*/ 2305613 w 2315351"/>
              <a:gd name="connsiteY4" fmla="*/ 133379 h 2247519"/>
              <a:gd name="connsiteX5" fmla="*/ 2170934 w 2315351"/>
              <a:gd name="connsiteY5" fmla="*/ 650831 h 2247519"/>
              <a:gd name="connsiteX6" fmla="*/ 1880311 w 2315351"/>
              <a:gd name="connsiteY6" fmla="*/ 1111575 h 2247519"/>
              <a:gd name="connsiteX7" fmla="*/ 2220553 w 2315351"/>
              <a:gd name="connsiteY7" fmla="*/ 1784970 h 2247519"/>
              <a:gd name="connsiteX8" fmla="*/ 2135492 w 2315351"/>
              <a:gd name="connsiteY8" fmla="*/ 2231538 h 2247519"/>
              <a:gd name="connsiteX9" fmla="*/ 1696014 w 2315351"/>
              <a:gd name="connsiteY9" fmla="*/ 2096859 h 2247519"/>
              <a:gd name="connsiteX10" fmla="*/ 1455009 w 2315351"/>
              <a:gd name="connsiteY10" fmla="*/ 1607761 h 2247519"/>
              <a:gd name="connsiteX11" fmla="*/ 958823 w 2315351"/>
              <a:gd name="connsiteY11" fmla="*/ 1402198 h 2247519"/>
              <a:gd name="connsiteX12" fmla="*/ 349223 w 2315351"/>
              <a:gd name="connsiteY12" fmla="*/ 1437640 h 2247519"/>
              <a:gd name="connsiteX13" fmla="*/ 37334 w 2315351"/>
              <a:gd name="connsiteY13" fmla="*/ 1295873 h 2247519"/>
              <a:gd name="connsiteX14" fmla="*/ 44423 w 2315351"/>
              <a:gd name="connsiteY14" fmla="*/ 983984 h 2247519"/>
              <a:gd name="connsiteX0" fmla="*/ 44423 w 2315351"/>
              <a:gd name="connsiteY0" fmla="*/ 983984 h 2247519"/>
              <a:gd name="connsiteX1" fmla="*/ 370488 w 2315351"/>
              <a:gd name="connsiteY1" fmla="*/ 870570 h 2247519"/>
              <a:gd name="connsiteX2" fmla="*/ 1214005 w 2315351"/>
              <a:gd name="connsiteY2" fmla="*/ 856393 h 2247519"/>
              <a:gd name="connsiteX3" fmla="*/ 1915753 w 2315351"/>
              <a:gd name="connsiteY3" fmla="*/ 55407 h 2247519"/>
              <a:gd name="connsiteX4" fmla="*/ 2305613 w 2315351"/>
              <a:gd name="connsiteY4" fmla="*/ 133379 h 2247519"/>
              <a:gd name="connsiteX5" fmla="*/ 2170934 w 2315351"/>
              <a:gd name="connsiteY5" fmla="*/ 650831 h 2247519"/>
              <a:gd name="connsiteX6" fmla="*/ 1880311 w 2315351"/>
              <a:gd name="connsiteY6" fmla="*/ 1111575 h 2247519"/>
              <a:gd name="connsiteX7" fmla="*/ 2220553 w 2315351"/>
              <a:gd name="connsiteY7" fmla="*/ 1784970 h 2247519"/>
              <a:gd name="connsiteX8" fmla="*/ 2135492 w 2315351"/>
              <a:gd name="connsiteY8" fmla="*/ 2231538 h 2247519"/>
              <a:gd name="connsiteX9" fmla="*/ 1696014 w 2315351"/>
              <a:gd name="connsiteY9" fmla="*/ 2096859 h 2247519"/>
              <a:gd name="connsiteX10" fmla="*/ 1455009 w 2315351"/>
              <a:gd name="connsiteY10" fmla="*/ 1607761 h 2247519"/>
              <a:gd name="connsiteX11" fmla="*/ 958823 w 2315351"/>
              <a:gd name="connsiteY11" fmla="*/ 1402198 h 2247519"/>
              <a:gd name="connsiteX12" fmla="*/ 349223 w 2315351"/>
              <a:gd name="connsiteY12" fmla="*/ 1437640 h 2247519"/>
              <a:gd name="connsiteX13" fmla="*/ 37334 w 2315351"/>
              <a:gd name="connsiteY13" fmla="*/ 1295873 h 2247519"/>
              <a:gd name="connsiteX14" fmla="*/ 44423 w 2315351"/>
              <a:gd name="connsiteY14" fmla="*/ 983984 h 2247519"/>
              <a:gd name="connsiteX0" fmla="*/ 44423 w 2320333"/>
              <a:gd name="connsiteY0" fmla="*/ 937693 h 2201228"/>
              <a:gd name="connsiteX1" fmla="*/ 370488 w 2320333"/>
              <a:gd name="connsiteY1" fmla="*/ 824279 h 2201228"/>
              <a:gd name="connsiteX2" fmla="*/ 1214005 w 2320333"/>
              <a:gd name="connsiteY2" fmla="*/ 810102 h 2201228"/>
              <a:gd name="connsiteX3" fmla="*/ 1830692 w 2320333"/>
              <a:gd name="connsiteY3" fmla="*/ 72911 h 2201228"/>
              <a:gd name="connsiteX4" fmla="*/ 2305613 w 2320333"/>
              <a:gd name="connsiteY4" fmla="*/ 87088 h 2201228"/>
              <a:gd name="connsiteX5" fmla="*/ 2170934 w 2320333"/>
              <a:gd name="connsiteY5" fmla="*/ 604540 h 2201228"/>
              <a:gd name="connsiteX6" fmla="*/ 1880311 w 2320333"/>
              <a:gd name="connsiteY6" fmla="*/ 1065284 h 2201228"/>
              <a:gd name="connsiteX7" fmla="*/ 2220553 w 2320333"/>
              <a:gd name="connsiteY7" fmla="*/ 1738679 h 2201228"/>
              <a:gd name="connsiteX8" fmla="*/ 2135492 w 2320333"/>
              <a:gd name="connsiteY8" fmla="*/ 2185247 h 2201228"/>
              <a:gd name="connsiteX9" fmla="*/ 1696014 w 2320333"/>
              <a:gd name="connsiteY9" fmla="*/ 2050568 h 2201228"/>
              <a:gd name="connsiteX10" fmla="*/ 1455009 w 2320333"/>
              <a:gd name="connsiteY10" fmla="*/ 1561470 h 2201228"/>
              <a:gd name="connsiteX11" fmla="*/ 958823 w 2320333"/>
              <a:gd name="connsiteY11" fmla="*/ 1355907 h 2201228"/>
              <a:gd name="connsiteX12" fmla="*/ 349223 w 2320333"/>
              <a:gd name="connsiteY12" fmla="*/ 1391349 h 2201228"/>
              <a:gd name="connsiteX13" fmla="*/ 37334 w 2320333"/>
              <a:gd name="connsiteY13" fmla="*/ 1249582 h 2201228"/>
              <a:gd name="connsiteX14" fmla="*/ 44423 w 2320333"/>
              <a:gd name="connsiteY14" fmla="*/ 937693 h 2201228"/>
              <a:gd name="connsiteX0" fmla="*/ 44423 w 2269287"/>
              <a:gd name="connsiteY0" fmla="*/ 968830 h 2232365"/>
              <a:gd name="connsiteX1" fmla="*/ 370488 w 2269287"/>
              <a:gd name="connsiteY1" fmla="*/ 855416 h 2232365"/>
              <a:gd name="connsiteX2" fmla="*/ 1214005 w 2269287"/>
              <a:gd name="connsiteY2" fmla="*/ 841239 h 2232365"/>
              <a:gd name="connsiteX3" fmla="*/ 1830692 w 2269287"/>
              <a:gd name="connsiteY3" fmla="*/ 104048 h 2232365"/>
              <a:gd name="connsiteX4" fmla="*/ 2248906 w 2269287"/>
              <a:gd name="connsiteY4" fmla="*/ 61518 h 2232365"/>
              <a:gd name="connsiteX5" fmla="*/ 2170934 w 2269287"/>
              <a:gd name="connsiteY5" fmla="*/ 635677 h 2232365"/>
              <a:gd name="connsiteX6" fmla="*/ 1880311 w 2269287"/>
              <a:gd name="connsiteY6" fmla="*/ 1096421 h 2232365"/>
              <a:gd name="connsiteX7" fmla="*/ 2220553 w 2269287"/>
              <a:gd name="connsiteY7" fmla="*/ 1769816 h 2232365"/>
              <a:gd name="connsiteX8" fmla="*/ 2135492 w 2269287"/>
              <a:gd name="connsiteY8" fmla="*/ 2216384 h 2232365"/>
              <a:gd name="connsiteX9" fmla="*/ 1696014 w 2269287"/>
              <a:gd name="connsiteY9" fmla="*/ 2081705 h 2232365"/>
              <a:gd name="connsiteX10" fmla="*/ 1455009 w 2269287"/>
              <a:gd name="connsiteY10" fmla="*/ 1592607 h 2232365"/>
              <a:gd name="connsiteX11" fmla="*/ 958823 w 2269287"/>
              <a:gd name="connsiteY11" fmla="*/ 1387044 h 2232365"/>
              <a:gd name="connsiteX12" fmla="*/ 349223 w 2269287"/>
              <a:gd name="connsiteY12" fmla="*/ 1422486 h 2232365"/>
              <a:gd name="connsiteX13" fmla="*/ 37334 w 2269287"/>
              <a:gd name="connsiteY13" fmla="*/ 1280719 h 2232365"/>
              <a:gd name="connsiteX14" fmla="*/ 44423 w 2269287"/>
              <a:gd name="connsiteY14" fmla="*/ 968830 h 2232365"/>
              <a:gd name="connsiteX0" fmla="*/ 44423 w 2312455"/>
              <a:gd name="connsiteY0" fmla="*/ 998686 h 2262221"/>
              <a:gd name="connsiteX1" fmla="*/ 370488 w 2312455"/>
              <a:gd name="connsiteY1" fmla="*/ 885272 h 2262221"/>
              <a:gd name="connsiteX2" fmla="*/ 1214005 w 2312455"/>
              <a:gd name="connsiteY2" fmla="*/ 871095 h 2262221"/>
              <a:gd name="connsiteX3" fmla="*/ 1830692 w 2312455"/>
              <a:gd name="connsiteY3" fmla="*/ 133904 h 2262221"/>
              <a:gd name="connsiteX4" fmla="*/ 2248906 w 2312455"/>
              <a:gd name="connsiteY4" fmla="*/ 91374 h 2262221"/>
              <a:gd name="connsiteX5" fmla="*/ 2170934 w 2312455"/>
              <a:gd name="connsiteY5" fmla="*/ 665533 h 2262221"/>
              <a:gd name="connsiteX6" fmla="*/ 1880311 w 2312455"/>
              <a:gd name="connsiteY6" fmla="*/ 1126277 h 2262221"/>
              <a:gd name="connsiteX7" fmla="*/ 2220553 w 2312455"/>
              <a:gd name="connsiteY7" fmla="*/ 1799672 h 2262221"/>
              <a:gd name="connsiteX8" fmla="*/ 2135492 w 2312455"/>
              <a:gd name="connsiteY8" fmla="*/ 2246240 h 2262221"/>
              <a:gd name="connsiteX9" fmla="*/ 1696014 w 2312455"/>
              <a:gd name="connsiteY9" fmla="*/ 2111561 h 2262221"/>
              <a:gd name="connsiteX10" fmla="*/ 1455009 w 2312455"/>
              <a:gd name="connsiteY10" fmla="*/ 1622463 h 2262221"/>
              <a:gd name="connsiteX11" fmla="*/ 958823 w 2312455"/>
              <a:gd name="connsiteY11" fmla="*/ 1416900 h 2262221"/>
              <a:gd name="connsiteX12" fmla="*/ 349223 w 2312455"/>
              <a:gd name="connsiteY12" fmla="*/ 1452342 h 2262221"/>
              <a:gd name="connsiteX13" fmla="*/ 37334 w 2312455"/>
              <a:gd name="connsiteY13" fmla="*/ 1310575 h 2262221"/>
              <a:gd name="connsiteX14" fmla="*/ 44423 w 2312455"/>
              <a:gd name="connsiteY14" fmla="*/ 998686 h 2262221"/>
              <a:gd name="connsiteX0" fmla="*/ 44423 w 2312455"/>
              <a:gd name="connsiteY0" fmla="*/ 977624 h 2241159"/>
              <a:gd name="connsiteX1" fmla="*/ 370488 w 2312455"/>
              <a:gd name="connsiteY1" fmla="*/ 864210 h 2241159"/>
              <a:gd name="connsiteX2" fmla="*/ 1214005 w 2312455"/>
              <a:gd name="connsiteY2" fmla="*/ 850033 h 2241159"/>
              <a:gd name="connsiteX3" fmla="*/ 1830692 w 2312455"/>
              <a:gd name="connsiteY3" fmla="*/ 112842 h 2241159"/>
              <a:gd name="connsiteX4" fmla="*/ 2248906 w 2312455"/>
              <a:gd name="connsiteY4" fmla="*/ 70312 h 2241159"/>
              <a:gd name="connsiteX5" fmla="*/ 2170934 w 2312455"/>
              <a:gd name="connsiteY5" fmla="*/ 644471 h 2241159"/>
              <a:gd name="connsiteX6" fmla="*/ 1880311 w 2312455"/>
              <a:gd name="connsiteY6" fmla="*/ 1105215 h 2241159"/>
              <a:gd name="connsiteX7" fmla="*/ 2220553 w 2312455"/>
              <a:gd name="connsiteY7" fmla="*/ 1778610 h 2241159"/>
              <a:gd name="connsiteX8" fmla="*/ 2135492 w 2312455"/>
              <a:gd name="connsiteY8" fmla="*/ 2225178 h 2241159"/>
              <a:gd name="connsiteX9" fmla="*/ 1696014 w 2312455"/>
              <a:gd name="connsiteY9" fmla="*/ 2090499 h 2241159"/>
              <a:gd name="connsiteX10" fmla="*/ 1455009 w 2312455"/>
              <a:gd name="connsiteY10" fmla="*/ 1601401 h 2241159"/>
              <a:gd name="connsiteX11" fmla="*/ 958823 w 2312455"/>
              <a:gd name="connsiteY11" fmla="*/ 1395838 h 2241159"/>
              <a:gd name="connsiteX12" fmla="*/ 349223 w 2312455"/>
              <a:gd name="connsiteY12" fmla="*/ 1431280 h 2241159"/>
              <a:gd name="connsiteX13" fmla="*/ 37334 w 2312455"/>
              <a:gd name="connsiteY13" fmla="*/ 1289513 h 2241159"/>
              <a:gd name="connsiteX14" fmla="*/ 44423 w 2312455"/>
              <a:gd name="connsiteY14" fmla="*/ 977624 h 2241159"/>
              <a:gd name="connsiteX0" fmla="*/ 44423 w 2318291"/>
              <a:gd name="connsiteY0" fmla="*/ 960100 h 2223635"/>
              <a:gd name="connsiteX1" fmla="*/ 370488 w 2318291"/>
              <a:gd name="connsiteY1" fmla="*/ 846686 h 2223635"/>
              <a:gd name="connsiteX2" fmla="*/ 1214005 w 2318291"/>
              <a:gd name="connsiteY2" fmla="*/ 832509 h 2223635"/>
              <a:gd name="connsiteX3" fmla="*/ 1830692 w 2318291"/>
              <a:gd name="connsiteY3" fmla="*/ 95318 h 2223635"/>
              <a:gd name="connsiteX4" fmla="*/ 2255994 w 2318291"/>
              <a:gd name="connsiteY4" fmla="*/ 81141 h 2223635"/>
              <a:gd name="connsiteX5" fmla="*/ 2170934 w 2318291"/>
              <a:gd name="connsiteY5" fmla="*/ 626947 h 2223635"/>
              <a:gd name="connsiteX6" fmla="*/ 1880311 w 2318291"/>
              <a:gd name="connsiteY6" fmla="*/ 1087691 h 2223635"/>
              <a:gd name="connsiteX7" fmla="*/ 2220553 w 2318291"/>
              <a:gd name="connsiteY7" fmla="*/ 1761086 h 2223635"/>
              <a:gd name="connsiteX8" fmla="*/ 2135492 w 2318291"/>
              <a:gd name="connsiteY8" fmla="*/ 2207654 h 2223635"/>
              <a:gd name="connsiteX9" fmla="*/ 1696014 w 2318291"/>
              <a:gd name="connsiteY9" fmla="*/ 2072975 h 2223635"/>
              <a:gd name="connsiteX10" fmla="*/ 1455009 w 2318291"/>
              <a:gd name="connsiteY10" fmla="*/ 1583877 h 2223635"/>
              <a:gd name="connsiteX11" fmla="*/ 958823 w 2318291"/>
              <a:gd name="connsiteY11" fmla="*/ 1378314 h 2223635"/>
              <a:gd name="connsiteX12" fmla="*/ 349223 w 2318291"/>
              <a:gd name="connsiteY12" fmla="*/ 1413756 h 2223635"/>
              <a:gd name="connsiteX13" fmla="*/ 37334 w 2318291"/>
              <a:gd name="connsiteY13" fmla="*/ 1271989 h 2223635"/>
              <a:gd name="connsiteX14" fmla="*/ 44423 w 2318291"/>
              <a:gd name="connsiteY14" fmla="*/ 960100 h 2223635"/>
              <a:gd name="connsiteX0" fmla="*/ 44423 w 2276934"/>
              <a:gd name="connsiteY0" fmla="*/ 944224 h 2207759"/>
              <a:gd name="connsiteX1" fmla="*/ 370488 w 2276934"/>
              <a:gd name="connsiteY1" fmla="*/ 830810 h 2207759"/>
              <a:gd name="connsiteX2" fmla="*/ 1214005 w 2276934"/>
              <a:gd name="connsiteY2" fmla="*/ 816633 h 2207759"/>
              <a:gd name="connsiteX3" fmla="*/ 1809427 w 2276934"/>
              <a:gd name="connsiteY3" fmla="*/ 93619 h 2207759"/>
              <a:gd name="connsiteX4" fmla="*/ 2255994 w 2276934"/>
              <a:gd name="connsiteY4" fmla="*/ 65265 h 2207759"/>
              <a:gd name="connsiteX5" fmla="*/ 2170934 w 2276934"/>
              <a:gd name="connsiteY5" fmla="*/ 611071 h 2207759"/>
              <a:gd name="connsiteX6" fmla="*/ 1880311 w 2276934"/>
              <a:gd name="connsiteY6" fmla="*/ 1071815 h 2207759"/>
              <a:gd name="connsiteX7" fmla="*/ 2220553 w 2276934"/>
              <a:gd name="connsiteY7" fmla="*/ 1745210 h 2207759"/>
              <a:gd name="connsiteX8" fmla="*/ 2135492 w 2276934"/>
              <a:gd name="connsiteY8" fmla="*/ 2191778 h 2207759"/>
              <a:gd name="connsiteX9" fmla="*/ 1696014 w 2276934"/>
              <a:gd name="connsiteY9" fmla="*/ 2057099 h 2207759"/>
              <a:gd name="connsiteX10" fmla="*/ 1455009 w 2276934"/>
              <a:gd name="connsiteY10" fmla="*/ 1568001 h 2207759"/>
              <a:gd name="connsiteX11" fmla="*/ 958823 w 2276934"/>
              <a:gd name="connsiteY11" fmla="*/ 1362438 h 2207759"/>
              <a:gd name="connsiteX12" fmla="*/ 349223 w 2276934"/>
              <a:gd name="connsiteY12" fmla="*/ 1397880 h 2207759"/>
              <a:gd name="connsiteX13" fmla="*/ 37334 w 2276934"/>
              <a:gd name="connsiteY13" fmla="*/ 1256113 h 2207759"/>
              <a:gd name="connsiteX14" fmla="*/ 44423 w 2276934"/>
              <a:gd name="connsiteY14" fmla="*/ 944224 h 2207759"/>
              <a:gd name="connsiteX0" fmla="*/ 44423 w 2270420"/>
              <a:gd name="connsiteY0" fmla="*/ 943304 h 2206839"/>
              <a:gd name="connsiteX1" fmla="*/ 370488 w 2270420"/>
              <a:gd name="connsiteY1" fmla="*/ 829890 h 2206839"/>
              <a:gd name="connsiteX2" fmla="*/ 1214005 w 2270420"/>
              <a:gd name="connsiteY2" fmla="*/ 815713 h 2206839"/>
              <a:gd name="connsiteX3" fmla="*/ 1809427 w 2270420"/>
              <a:gd name="connsiteY3" fmla="*/ 92699 h 2206839"/>
              <a:gd name="connsiteX4" fmla="*/ 2255994 w 2270420"/>
              <a:gd name="connsiteY4" fmla="*/ 64345 h 2206839"/>
              <a:gd name="connsiteX5" fmla="*/ 2135492 w 2270420"/>
              <a:gd name="connsiteY5" fmla="*/ 595974 h 2206839"/>
              <a:gd name="connsiteX6" fmla="*/ 1880311 w 2270420"/>
              <a:gd name="connsiteY6" fmla="*/ 1070895 h 2206839"/>
              <a:gd name="connsiteX7" fmla="*/ 2220553 w 2270420"/>
              <a:gd name="connsiteY7" fmla="*/ 1744290 h 2206839"/>
              <a:gd name="connsiteX8" fmla="*/ 2135492 w 2270420"/>
              <a:gd name="connsiteY8" fmla="*/ 2190858 h 2206839"/>
              <a:gd name="connsiteX9" fmla="*/ 1696014 w 2270420"/>
              <a:gd name="connsiteY9" fmla="*/ 2056179 h 2206839"/>
              <a:gd name="connsiteX10" fmla="*/ 1455009 w 2270420"/>
              <a:gd name="connsiteY10" fmla="*/ 1567081 h 2206839"/>
              <a:gd name="connsiteX11" fmla="*/ 958823 w 2270420"/>
              <a:gd name="connsiteY11" fmla="*/ 1361518 h 2206839"/>
              <a:gd name="connsiteX12" fmla="*/ 349223 w 2270420"/>
              <a:gd name="connsiteY12" fmla="*/ 1396960 h 2206839"/>
              <a:gd name="connsiteX13" fmla="*/ 37334 w 2270420"/>
              <a:gd name="connsiteY13" fmla="*/ 1255193 h 2206839"/>
              <a:gd name="connsiteX14" fmla="*/ 44423 w 2270420"/>
              <a:gd name="connsiteY14" fmla="*/ 943304 h 2206839"/>
              <a:gd name="connsiteX0" fmla="*/ 44423 w 2270723"/>
              <a:gd name="connsiteY0" fmla="*/ 943304 h 2206839"/>
              <a:gd name="connsiteX1" fmla="*/ 370488 w 2270723"/>
              <a:gd name="connsiteY1" fmla="*/ 829890 h 2206839"/>
              <a:gd name="connsiteX2" fmla="*/ 1214005 w 2270723"/>
              <a:gd name="connsiteY2" fmla="*/ 815713 h 2206839"/>
              <a:gd name="connsiteX3" fmla="*/ 1809427 w 2270723"/>
              <a:gd name="connsiteY3" fmla="*/ 92699 h 2206839"/>
              <a:gd name="connsiteX4" fmla="*/ 2255994 w 2270723"/>
              <a:gd name="connsiteY4" fmla="*/ 64345 h 2206839"/>
              <a:gd name="connsiteX5" fmla="*/ 2135492 w 2270723"/>
              <a:gd name="connsiteY5" fmla="*/ 595974 h 2206839"/>
              <a:gd name="connsiteX6" fmla="*/ 1859046 w 2270723"/>
              <a:gd name="connsiteY6" fmla="*/ 1106337 h 2206839"/>
              <a:gd name="connsiteX7" fmla="*/ 2220553 w 2270723"/>
              <a:gd name="connsiteY7" fmla="*/ 1744290 h 2206839"/>
              <a:gd name="connsiteX8" fmla="*/ 2135492 w 2270723"/>
              <a:gd name="connsiteY8" fmla="*/ 2190858 h 2206839"/>
              <a:gd name="connsiteX9" fmla="*/ 1696014 w 2270723"/>
              <a:gd name="connsiteY9" fmla="*/ 2056179 h 2206839"/>
              <a:gd name="connsiteX10" fmla="*/ 1455009 w 2270723"/>
              <a:gd name="connsiteY10" fmla="*/ 1567081 h 2206839"/>
              <a:gd name="connsiteX11" fmla="*/ 958823 w 2270723"/>
              <a:gd name="connsiteY11" fmla="*/ 1361518 h 2206839"/>
              <a:gd name="connsiteX12" fmla="*/ 349223 w 2270723"/>
              <a:gd name="connsiteY12" fmla="*/ 1396960 h 2206839"/>
              <a:gd name="connsiteX13" fmla="*/ 37334 w 2270723"/>
              <a:gd name="connsiteY13" fmla="*/ 1255193 h 2206839"/>
              <a:gd name="connsiteX14" fmla="*/ 44423 w 2270723"/>
              <a:gd name="connsiteY14" fmla="*/ 943304 h 2206839"/>
              <a:gd name="connsiteX0" fmla="*/ 44423 w 2270723"/>
              <a:gd name="connsiteY0" fmla="*/ 943304 h 2210139"/>
              <a:gd name="connsiteX1" fmla="*/ 370488 w 2270723"/>
              <a:gd name="connsiteY1" fmla="*/ 829890 h 2210139"/>
              <a:gd name="connsiteX2" fmla="*/ 1214005 w 2270723"/>
              <a:gd name="connsiteY2" fmla="*/ 815713 h 2210139"/>
              <a:gd name="connsiteX3" fmla="*/ 1809427 w 2270723"/>
              <a:gd name="connsiteY3" fmla="*/ 92699 h 2210139"/>
              <a:gd name="connsiteX4" fmla="*/ 2255994 w 2270723"/>
              <a:gd name="connsiteY4" fmla="*/ 64345 h 2210139"/>
              <a:gd name="connsiteX5" fmla="*/ 2135492 w 2270723"/>
              <a:gd name="connsiteY5" fmla="*/ 595974 h 2210139"/>
              <a:gd name="connsiteX6" fmla="*/ 1859046 w 2270723"/>
              <a:gd name="connsiteY6" fmla="*/ 1106337 h 2210139"/>
              <a:gd name="connsiteX7" fmla="*/ 2220553 w 2270723"/>
              <a:gd name="connsiteY7" fmla="*/ 1694671 h 2210139"/>
              <a:gd name="connsiteX8" fmla="*/ 2135492 w 2270723"/>
              <a:gd name="connsiteY8" fmla="*/ 2190858 h 2210139"/>
              <a:gd name="connsiteX9" fmla="*/ 1696014 w 2270723"/>
              <a:gd name="connsiteY9" fmla="*/ 2056179 h 2210139"/>
              <a:gd name="connsiteX10" fmla="*/ 1455009 w 2270723"/>
              <a:gd name="connsiteY10" fmla="*/ 1567081 h 2210139"/>
              <a:gd name="connsiteX11" fmla="*/ 958823 w 2270723"/>
              <a:gd name="connsiteY11" fmla="*/ 1361518 h 2210139"/>
              <a:gd name="connsiteX12" fmla="*/ 349223 w 2270723"/>
              <a:gd name="connsiteY12" fmla="*/ 1396960 h 2210139"/>
              <a:gd name="connsiteX13" fmla="*/ 37334 w 2270723"/>
              <a:gd name="connsiteY13" fmla="*/ 1255193 h 2210139"/>
              <a:gd name="connsiteX14" fmla="*/ 44423 w 2270723"/>
              <a:gd name="connsiteY14" fmla="*/ 943304 h 2210139"/>
              <a:gd name="connsiteX0" fmla="*/ 44423 w 2271475"/>
              <a:gd name="connsiteY0" fmla="*/ 943304 h 2210139"/>
              <a:gd name="connsiteX1" fmla="*/ 370488 w 2271475"/>
              <a:gd name="connsiteY1" fmla="*/ 829890 h 2210139"/>
              <a:gd name="connsiteX2" fmla="*/ 1214005 w 2271475"/>
              <a:gd name="connsiteY2" fmla="*/ 815713 h 2210139"/>
              <a:gd name="connsiteX3" fmla="*/ 1809427 w 2271475"/>
              <a:gd name="connsiteY3" fmla="*/ 92699 h 2210139"/>
              <a:gd name="connsiteX4" fmla="*/ 2255994 w 2271475"/>
              <a:gd name="connsiteY4" fmla="*/ 64345 h 2210139"/>
              <a:gd name="connsiteX5" fmla="*/ 2135492 w 2271475"/>
              <a:gd name="connsiteY5" fmla="*/ 595974 h 2210139"/>
              <a:gd name="connsiteX6" fmla="*/ 1809427 w 2271475"/>
              <a:gd name="connsiteY6" fmla="*/ 1120514 h 2210139"/>
              <a:gd name="connsiteX7" fmla="*/ 2220553 w 2271475"/>
              <a:gd name="connsiteY7" fmla="*/ 1694671 h 2210139"/>
              <a:gd name="connsiteX8" fmla="*/ 2135492 w 2271475"/>
              <a:gd name="connsiteY8" fmla="*/ 2190858 h 2210139"/>
              <a:gd name="connsiteX9" fmla="*/ 1696014 w 2271475"/>
              <a:gd name="connsiteY9" fmla="*/ 2056179 h 2210139"/>
              <a:gd name="connsiteX10" fmla="*/ 1455009 w 2271475"/>
              <a:gd name="connsiteY10" fmla="*/ 1567081 h 2210139"/>
              <a:gd name="connsiteX11" fmla="*/ 958823 w 2271475"/>
              <a:gd name="connsiteY11" fmla="*/ 1361518 h 2210139"/>
              <a:gd name="connsiteX12" fmla="*/ 349223 w 2271475"/>
              <a:gd name="connsiteY12" fmla="*/ 1396960 h 2210139"/>
              <a:gd name="connsiteX13" fmla="*/ 37334 w 2271475"/>
              <a:gd name="connsiteY13" fmla="*/ 1255193 h 2210139"/>
              <a:gd name="connsiteX14" fmla="*/ 44423 w 2271475"/>
              <a:gd name="connsiteY14" fmla="*/ 943304 h 221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475" h="2210139">
                <a:moveTo>
                  <a:pt x="44423" y="943304"/>
                </a:moveTo>
                <a:cubicBezTo>
                  <a:pt x="99949" y="872420"/>
                  <a:pt x="175558" y="851155"/>
                  <a:pt x="370488" y="829890"/>
                </a:cubicBezTo>
                <a:cubicBezTo>
                  <a:pt x="565418" y="808625"/>
                  <a:pt x="974182" y="938578"/>
                  <a:pt x="1214005" y="815713"/>
                </a:cubicBezTo>
                <a:cubicBezTo>
                  <a:pt x="1453828" y="692848"/>
                  <a:pt x="1635762" y="217927"/>
                  <a:pt x="1809427" y="92699"/>
                </a:cubicBezTo>
                <a:cubicBezTo>
                  <a:pt x="1983092" y="-32529"/>
                  <a:pt x="2201650" y="-19534"/>
                  <a:pt x="2255994" y="64345"/>
                </a:cubicBezTo>
                <a:cubicBezTo>
                  <a:pt x="2310338" y="148224"/>
                  <a:pt x="2209920" y="419946"/>
                  <a:pt x="2135492" y="595974"/>
                </a:cubicBezTo>
                <a:cubicBezTo>
                  <a:pt x="2061064" y="772002"/>
                  <a:pt x="1795250" y="937398"/>
                  <a:pt x="1809427" y="1120514"/>
                </a:cubicBezTo>
                <a:cubicBezTo>
                  <a:pt x="1823604" y="1303630"/>
                  <a:pt x="2166209" y="1516280"/>
                  <a:pt x="2220553" y="1694671"/>
                </a:cubicBezTo>
                <a:cubicBezTo>
                  <a:pt x="2274897" y="1873062"/>
                  <a:pt x="2222915" y="2130607"/>
                  <a:pt x="2135492" y="2190858"/>
                </a:cubicBezTo>
                <a:cubicBezTo>
                  <a:pt x="2048069" y="2251109"/>
                  <a:pt x="1809428" y="2160142"/>
                  <a:pt x="1696014" y="2056179"/>
                </a:cubicBezTo>
                <a:cubicBezTo>
                  <a:pt x="1582600" y="1952216"/>
                  <a:pt x="1577874" y="1682858"/>
                  <a:pt x="1455009" y="1567081"/>
                </a:cubicBezTo>
                <a:cubicBezTo>
                  <a:pt x="1332144" y="1451304"/>
                  <a:pt x="1143121" y="1347341"/>
                  <a:pt x="958823" y="1361518"/>
                </a:cubicBezTo>
                <a:cubicBezTo>
                  <a:pt x="774525" y="1375695"/>
                  <a:pt x="503986" y="1433583"/>
                  <a:pt x="349223" y="1396960"/>
                </a:cubicBezTo>
                <a:cubicBezTo>
                  <a:pt x="194460" y="1360337"/>
                  <a:pt x="90497" y="1327258"/>
                  <a:pt x="37334" y="1255193"/>
                </a:cubicBezTo>
                <a:cubicBezTo>
                  <a:pt x="-15829" y="1183128"/>
                  <a:pt x="-11103" y="1014188"/>
                  <a:pt x="44423" y="943304"/>
                </a:cubicBezTo>
                <a:close/>
              </a:path>
            </a:pathLst>
          </a:cu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Forma livre 81"/>
          <p:cNvSpPr/>
          <p:nvPr/>
        </p:nvSpPr>
        <p:spPr>
          <a:xfrm rot="10800000">
            <a:off x="5507274" y="2239374"/>
            <a:ext cx="2271475" cy="2210139"/>
          </a:xfrm>
          <a:custGeom>
            <a:avLst/>
            <a:gdLst>
              <a:gd name="connsiteX0" fmla="*/ 44423 w 2320035"/>
              <a:gd name="connsiteY0" fmla="*/ 987391 h 2265400"/>
              <a:gd name="connsiteX1" fmla="*/ 370488 w 2320035"/>
              <a:gd name="connsiteY1" fmla="*/ 824359 h 2265400"/>
              <a:gd name="connsiteX2" fmla="*/ 1093502 w 2320035"/>
              <a:gd name="connsiteY2" fmla="*/ 902331 h 2265400"/>
              <a:gd name="connsiteX3" fmla="*/ 1915753 w 2320035"/>
              <a:gd name="connsiteY3" fmla="*/ 58814 h 2265400"/>
              <a:gd name="connsiteX4" fmla="*/ 2305613 w 2320035"/>
              <a:gd name="connsiteY4" fmla="*/ 136786 h 2265400"/>
              <a:gd name="connsiteX5" fmla="*/ 2206376 w 2320035"/>
              <a:gd name="connsiteY5" fmla="*/ 661326 h 2265400"/>
              <a:gd name="connsiteX6" fmla="*/ 1922841 w 2320035"/>
              <a:gd name="connsiteY6" fmla="*/ 1072452 h 2265400"/>
              <a:gd name="connsiteX7" fmla="*/ 2255995 w 2320035"/>
              <a:gd name="connsiteY7" fmla="*/ 1845084 h 2265400"/>
              <a:gd name="connsiteX8" fmla="*/ 2135492 w 2320035"/>
              <a:gd name="connsiteY8" fmla="*/ 2234945 h 2265400"/>
              <a:gd name="connsiteX9" fmla="*/ 1610953 w 2320035"/>
              <a:gd name="connsiteY9" fmla="*/ 2178238 h 2265400"/>
              <a:gd name="connsiteX10" fmla="*/ 1476274 w 2320035"/>
              <a:gd name="connsiteY10" fmla="*/ 1689140 h 2265400"/>
              <a:gd name="connsiteX11" fmla="*/ 965911 w 2320035"/>
              <a:gd name="connsiteY11" fmla="*/ 1441047 h 2265400"/>
              <a:gd name="connsiteX12" fmla="*/ 349223 w 2320035"/>
              <a:gd name="connsiteY12" fmla="*/ 1441047 h 2265400"/>
              <a:gd name="connsiteX13" fmla="*/ 37334 w 2320035"/>
              <a:gd name="connsiteY13" fmla="*/ 1221307 h 2265400"/>
              <a:gd name="connsiteX14" fmla="*/ 44423 w 2320035"/>
              <a:gd name="connsiteY14" fmla="*/ 987391 h 2265400"/>
              <a:gd name="connsiteX0" fmla="*/ 44423 w 2314919"/>
              <a:gd name="connsiteY0" fmla="*/ 987134 h 2265143"/>
              <a:gd name="connsiteX1" fmla="*/ 370488 w 2314919"/>
              <a:gd name="connsiteY1" fmla="*/ 824102 h 2265143"/>
              <a:gd name="connsiteX2" fmla="*/ 1093502 w 2314919"/>
              <a:gd name="connsiteY2" fmla="*/ 902074 h 2265143"/>
              <a:gd name="connsiteX3" fmla="*/ 1915753 w 2314919"/>
              <a:gd name="connsiteY3" fmla="*/ 58557 h 2265143"/>
              <a:gd name="connsiteX4" fmla="*/ 2305613 w 2314919"/>
              <a:gd name="connsiteY4" fmla="*/ 136529 h 2265143"/>
              <a:gd name="connsiteX5" fmla="*/ 2170934 w 2314919"/>
              <a:gd name="connsiteY5" fmla="*/ 653981 h 2265143"/>
              <a:gd name="connsiteX6" fmla="*/ 1922841 w 2314919"/>
              <a:gd name="connsiteY6" fmla="*/ 1072195 h 2265143"/>
              <a:gd name="connsiteX7" fmla="*/ 2255995 w 2314919"/>
              <a:gd name="connsiteY7" fmla="*/ 1844827 h 2265143"/>
              <a:gd name="connsiteX8" fmla="*/ 2135492 w 2314919"/>
              <a:gd name="connsiteY8" fmla="*/ 2234688 h 2265143"/>
              <a:gd name="connsiteX9" fmla="*/ 1610953 w 2314919"/>
              <a:gd name="connsiteY9" fmla="*/ 2177981 h 2265143"/>
              <a:gd name="connsiteX10" fmla="*/ 1476274 w 2314919"/>
              <a:gd name="connsiteY10" fmla="*/ 1688883 h 2265143"/>
              <a:gd name="connsiteX11" fmla="*/ 965911 w 2314919"/>
              <a:gd name="connsiteY11" fmla="*/ 1440790 h 2265143"/>
              <a:gd name="connsiteX12" fmla="*/ 349223 w 2314919"/>
              <a:gd name="connsiteY12" fmla="*/ 1440790 h 2265143"/>
              <a:gd name="connsiteX13" fmla="*/ 37334 w 2314919"/>
              <a:gd name="connsiteY13" fmla="*/ 1221050 h 2265143"/>
              <a:gd name="connsiteX14" fmla="*/ 44423 w 2314919"/>
              <a:gd name="connsiteY14" fmla="*/ 987134 h 2265143"/>
              <a:gd name="connsiteX0" fmla="*/ 44423 w 2318145"/>
              <a:gd name="connsiteY0" fmla="*/ 987134 h 2265143"/>
              <a:gd name="connsiteX1" fmla="*/ 370488 w 2318145"/>
              <a:gd name="connsiteY1" fmla="*/ 824102 h 2265143"/>
              <a:gd name="connsiteX2" fmla="*/ 1093502 w 2318145"/>
              <a:gd name="connsiteY2" fmla="*/ 902074 h 2265143"/>
              <a:gd name="connsiteX3" fmla="*/ 1915753 w 2318145"/>
              <a:gd name="connsiteY3" fmla="*/ 58557 h 2265143"/>
              <a:gd name="connsiteX4" fmla="*/ 2305613 w 2318145"/>
              <a:gd name="connsiteY4" fmla="*/ 136529 h 2265143"/>
              <a:gd name="connsiteX5" fmla="*/ 2170934 w 2318145"/>
              <a:gd name="connsiteY5" fmla="*/ 653981 h 2265143"/>
              <a:gd name="connsiteX6" fmla="*/ 1922841 w 2318145"/>
              <a:gd name="connsiteY6" fmla="*/ 1072195 h 2265143"/>
              <a:gd name="connsiteX7" fmla="*/ 2255995 w 2318145"/>
              <a:gd name="connsiteY7" fmla="*/ 1844827 h 2265143"/>
              <a:gd name="connsiteX8" fmla="*/ 2135492 w 2318145"/>
              <a:gd name="connsiteY8" fmla="*/ 2234688 h 2265143"/>
              <a:gd name="connsiteX9" fmla="*/ 1610953 w 2318145"/>
              <a:gd name="connsiteY9" fmla="*/ 2177981 h 2265143"/>
              <a:gd name="connsiteX10" fmla="*/ 1476274 w 2318145"/>
              <a:gd name="connsiteY10" fmla="*/ 1688883 h 2265143"/>
              <a:gd name="connsiteX11" fmla="*/ 965911 w 2318145"/>
              <a:gd name="connsiteY11" fmla="*/ 1440790 h 2265143"/>
              <a:gd name="connsiteX12" fmla="*/ 349223 w 2318145"/>
              <a:gd name="connsiteY12" fmla="*/ 1440790 h 2265143"/>
              <a:gd name="connsiteX13" fmla="*/ 37334 w 2318145"/>
              <a:gd name="connsiteY13" fmla="*/ 1221050 h 2265143"/>
              <a:gd name="connsiteX14" fmla="*/ 44423 w 2318145"/>
              <a:gd name="connsiteY14" fmla="*/ 987134 h 2265143"/>
              <a:gd name="connsiteX0" fmla="*/ 44423 w 2315351"/>
              <a:gd name="connsiteY0" fmla="*/ 987134 h 2265143"/>
              <a:gd name="connsiteX1" fmla="*/ 370488 w 2315351"/>
              <a:gd name="connsiteY1" fmla="*/ 824102 h 2265143"/>
              <a:gd name="connsiteX2" fmla="*/ 1093502 w 2315351"/>
              <a:gd name="connsiteY2" fmla="*/ 902074 h 2265143"/>
              <a:gd name="connsiteX3" fmla="*/ 1915753 w 2315351"/>
              <a:gd name="connsiteY3" fmla="*/ 58557 h 2265143"/>
              <a:gd name="connsiteX4" fmla="*/ 2305613 w 2315351"/>
              <a:gd name="connsiteY4" fmla="*/ 136529 h 2265143"/>
              <a:gd name="connsiteX5" fmla="*/ 2170934 w 2315351"/>
              <a:gd name="connsiteY5" fmla="*/ 653981 h 2265143"/>
              <a:gd name="connsiteX6" fmla="*/ 1880311 w 2315351"/>
              <a:gd name="connsiteY6" fmla="*/ 1114725 h 2265143"/>
              <a:gd name="connsiteX7" fmla="*/ 2255995 w 2315351"/>
              <a:gd name="connsiteY7" fmla="*/ 1844827 h 2265143"/>
              <a:gd name="connsiteX8" fmla="*/ 2135492 w 2315351"/>
              <a:gd name="connsiteY8" fmla="*/ 2234688 h 2265143"/>
              <a:gd name="connsiteX9" fmla="*/ 1610953 w 2315351"/>
              <a:gd name="connsiteY9" fmla="*/ 2177981 h 2265143"/>
              <a:gd name="connsiteX10" fmla="*/ 1476274 w 2315351"/>
              <a:gd name="connsiteY10" fmla="*/ 1688883 h 2265143"/>
              <a:gd name="connsiteX11" fmla="*/ 965911 w 2315351"/>
              <a:gd name="connsiteY11" fmla="*/ 1440790 h 2265143"/>
              <a:gd name="connsiteX12" fmla="*/ 349223 w 2315351"/>
              <a:gd name="connsiteY12" fmla="*/ 1440790 h 2265143"/>
              <a:gd name="connsiteX13" fmla="*/ 37334 w 2315351"/>
              <a:gd name="connsiteY13" fmla="*/ 1221050 h 2265143"/>
              <a:gd name="connsiteX14" fmla="*/ 44423 w 2315351"/>
              <a:gd name="connsiteY14" fmla="*/ 987134 h 2265143"/>
              <a:gd name="connsiteX0" fmla="*/ 44423 w 2315351"/>
              <a:gd name="connsiteY0" fmla="*/ 987134 h 2265143"/>
              <a:gd name="connsiteX1" fmla="*/ 370488 w 2315351"/>
              <a:gd name="connsiteY1" fmla="*/ 824102 h 2265143"/>
              <a:gd name="connsiteX2" fmla="*/ 1093502 w 2315351"/>
              <a:gd name="connsiteY2" fmla="*/ 902074 h 2265143"/>
              <a:gd name="connsiteX3" fmla="*/ 1915753 w 2315351"/>
              <a:gd name="connsiteY3" fmla="*/ 58557 h 2265143"/>
              <a:gd name="connsiteX4" fmla="*/ 2305613 w 2315351"/>
              <a:gd name="connsiteY4" fmla="*/ 136529 h 2265143"/>
              <a:gd name="connsiteX5" fmla="*/ 2170934 w 2315351"/>
              <a:gd name="connsiteY5" fmla="*/ 653981 h 2265143"/>
              <a:gd name="connsiteX6" fmla="*/ 1880311 w 2315351"/>
              <a:gd name="connsiteY6" fmla="*/ 1114725 h 2265143"/>
              <a:gd name="connsiteX7" fmla="*/ 2255995 w 2315351"/>
              <a:gd name="connsiteY7" fmla="*/ 1844827 h 2265143"/>
              <a:gd name="connsiteX8" fmla="*/ 2135492 w 2315351"/>
              <a:gd name="connsiteY8" fmla="*/ 2234688 h 2265143"/>
              <a:gd name="connsiteX9" fmla="*/ 1610953 w 2315351"/>
              <a:gd name="connsiteY9" fmla="*/ 2177981 h 2265143"/>
              <a:gd name="connsiteX10" fmla="*/ 1476274 w 2315351"/>
              <a:gd name="connsiteY10" fmla="*/ 1688883 h 2265143"/>
              <a:gd name="connsiteX11" fmla="*/ 965911 w 2315351"/>
              <a:gd name="connsiteY11" fmla="*/ 1440790 h 2265143"/>
              <a:gd name="connsiteX12" fmla="*/ 349223 w 2315351"/>
              <a:gd name="connsiteY12" fmla="*/ 1440790 h 2265143"/>
              <a:gd name="connsiteX13" fmla="*/ 37334 w 2315351"/>
              <a:gd name="connsiteY13" fmla="*/ 1221050 h 2265143"/>
              <a:gd name="connsiteX14" fmla="*/ 44423 w 2315351"/>
              <a:gd name="connsiteY14" fmla="*/ 987134 h 2265143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69315"/>
              <a:gd name="connsiteX1" fmla="*/ 370488 w 2315351"/>
              <a:gd name="connsiteY1" fmla="*/ 824102 h 2269315"/>
              <a:gd name="connsiteX2" fmla="*/ 1093502 w 2315351"/>
              <a:gd name="connsiteY2" fmla="*/ 902074 h 2269315"/>
              <a:gd name="connsiteX3" fmla="*/ 1915753 w 2315351"/>
              <a:gd name="connsiteY3" fmla="*/ 58557 h 2269315"/>
              <a:gd name="connsiteX4" fmla="*/ 2305613 w 2315351"/>
              <a:gd name="connsiteY4" fmla="*/ 136529 h 2269315"/>
              <a:gd name="connsiteX5" fmla="*/ 2170934 w 2315351"/>
              <a:gd name="connsiteY5" fmla="*/ 653981 h 2269315"/>
              <a:gd name="connsiteX6" fmla="*/ 1880311 w 2315351"/>
              <a:gd name="connsiteY6" fmla="*/ 1114725 h 2269315"/>
              <a:gd name="connsiteX7" fmla="*/ 2220553 w 2315351"/>
              <a:gd name="connsiteY7" fmla="*/ 1788120 h 2269315"/>
              <a:gd name="connsiteX8" fmla="*/ 2135492 w 2315351"/>
              <a:gd name="connsiteY8" fmla="*/ 2234688 h 2269315"/>
              <a:gd name="connsiteX9" fmla="*/ 1610953 w 2315351"/>
              <a:gd name="connsiteY9" fmla="*/ 2177981 h 2269315"/>
              <a:gd name="connsiteX10" fmla="*/ 1476274 w 2315351"/>
              <a:gd name="connsiteY10" fmla="*/ 1688883 h 2269315"/>
              <a:gd name="connsiteX11" fmla="*/ 965911 w 2315351"/>
              <a:gd name="connsiteY11" fmla="*/ 1440790 h 2269315"/>
              <a:gd name="connsiteX12" fmla="*/ 349223 w 2315351"/>
              <a:gd name="connsiteY12" fmla="*/ 1440790 h 2269315"/>
              <a:gd name="connsiteX13" fmla="*/ 37334 w 2315351"/>
              <a:gd name="connsiteY13" fmla="*/ 1221050 h 2269315"/>
              <a:gd name="connsiteX14" fmla="*/ 44423 w 2315351"/>
              <a:gd name="connsiteY14" fmla="*/ 987134 h 2269315"/>
              <a:gd name="connsiteX0" fmla="*/ 44423 w 2315351"/>
              <a:gd name="connsiteY0" fmla="*/ 987134 h 2249381"/>
              <a:gd name="connsiteX1" fmla="*/ 370488 w 2315351"/>
              <a:gd name="connsiteY1" fmla="*/ 824102 h 2249381"/>
              <a:gd name="connsiteX2" fmla="*/ 1093502 w 2315351"/>
              <a:gd name="connsiteY2" fmla="*/ 902074 h 2249381"/>
              <a:gd name="connsiteX3" fmla="*/ 1915753 w 2315351"/>
              <a:gd name="connsiteY3" fmla="*/ 58557 h 2249381"/>
              <a:gd name="connsiteX4" fmla="*/ 2305613 w 2315351"/>
              <a:gd name="connsiteY4" fmla="*/ 136529 h 2249381"/>
              <a:gd name="connsiteX5" fmla="*/ 2170934 w 2315351"/>
              <a:gd name="connsiteY5" fmla="*/ 653981 h 2249381"/>
              <a:gd name="connsiteX6" fmla="*/ 1880311 w 2315351"/>
              <a:gd name="connsiteY6" fmla="*/ 1114725 h 2249381"/>
              <a:gd name="connsiteX7" fmla="*/ 2220553 w 2315351"/>
              <a:gd name="connsiteY7" fmla="*/ 1788120 h 2249381"/>
              <a:gd name="connsiteX8" fmla="*/ 2135492 w 2315351"/>
              <a:gd name="connsiteY8" fmla="*/ 2234688 h 2249381"/>
              <a:gd name="connsiteX9" fmla="*/ 1696014 w 2315351"/>
              <a:gd name="connsiteY9" fmla="*/ 2100009 h 2249381"/>
              <a:gd name="connsiteX10" fmla="*/ 1476274 w 2315351"/>
              <a:gd name="connsiteY10" fmla="*/ 1688883 h 2249381"/>
              <a:gd name="connsiteX11" fmla="*/ 965911 w 2315351"/>
              <a:gd name="connsiteY11" fmla="*/ 1440790 h 2249381"/>
              <a:gd name="connsiteX12" fmla="*/ 349223 w 2315351"/>
              <a:gd name="connsiteY12" fmla="*/ 1440790 h 2249381"/>
              <a:gd name="connsiteX13" fmla="*/ 37334 w 2315351"/>
              <a:gd name="connsiteY13" fmla="*/ 1221050 h 2249381"/>
              <a:gd name="connsiteX14" fmla="*/ 44423 w 2315351"/>
              <a:gd name="connsiteY14" fmla="*/ 987134 h 2249381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65911 w 2315351"/>
              <a:gd name="connsiteY11" fmla="*/ 1440790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21050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24102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99023 h 2250669"/>
              <a:gd name="connsiteX14" fmla="*/ 44423 w 2315351"/>
              <a:gd name="connsiteY14" fmla="*/ 987134 h 2250669"/>
              <a:gd name="connsiteX0" fmla="*/ 44423 w 2315351"/>
              <a:gd name="connsiteY0" fmla="*/ 987134 h 2250669"/>
              <a:gd name="connsiteX1" fmla="*/ 370488 w 2315351"/>
              <a:gd name="connsiteY1" fmla="*/ 873720 h 2250669"/>
              <a:gd name="connsiteX2" fmla="*/ 1093502 w 2315351"/>
              <a:gd name="connsiteY2" fmla="*/ 902074 h 2250669"/>
              <a:gd name="connsiteX3" fmla="*/ 1915753 w 2315351"/>
              <a:gd name="connsiteY3" fmla="*/ 58557 h 2250669"/>
              <a:gd name="connsiteX4" fmla="*/ 2305613 w 2315351"/>
              <a:gd name="connsiteY4" fmla="*/ 136529 h 2250669"/>
              <a:gd name="connsiteX5" fmla="*/ 2170934 w 2315351"/>
              <a:gd name="connsiteY5" fmla="*/ 653981 h 2250669"/>
              <a:gd name="connsiteX6" fmla="*/ 1880311 w 2315351"/>
              <a:gd name="connsiteY6" fmla="*/ 1114725 h 2250669"/>
              <a:gd name="connsiteX7" fmla="*/ 2220553 w 2315351"/>
              <a:gd name="connsiteY7" fmla="*/ 1788120 h 2250669"/>
              <a:gd name="connsiteX8" fmla="*/ 2135492 w 2315351"/>
              <a:gd name="connsiteY8" fmla="*/ 2234688 h 2250669"/>
              <a:gd name="connsiteX9" fmla="*/ 1696014 w 2315351"/>
              <a:gd name="connsiteY9" fmla="*/ 2100009 h 2250669"/>
              <a:gd name="connsiteX10" fmla="*/ 1455009 w 2315351"/>
              <a:gd name="connsiteY10" fmla="*/ 1610911 h 2250669"/>
              <a:gd name="connsiteX11" fmla="*/ 958823 w 2315351"/>
              <a:gd name="connsiteY11" fmla="*/ 1405348 h 2250669"/>
              <a:gd name="connsiteX12" fmla="*/ 349223 w 2315351"/>
              <a:gd name="connsiteY12" fmla="*/ 1440790 h 2250669"/>
              <a:gd name="connsiteX13" fmla="*/ 37334 w 2315351"/>
              <a:gd name="connsiteY13" fmla="*/ 1299023 h 2250669"/>
              <a:gd name="connsiteX14" fmla="*/ 44423 w 2315351"/>
              <a:gd name="connsiteY14" fmla="*/ 987134 h 2250669"/>
              <a:gd name="connsiteX0" fmla="*/ 44423 w 2315351"/>
              <a:gd name="connsiteY0" fmla="*/ 983984 h 2247519"/>
              <a:gd name="connsiteX1" fmla="*/ 370488 w 2315351"/>
              <a:gd name="connsiteY1" fmla="*/ 870570 h 2247519"/>
              <a:gd name="connsiteX2" fmla="*/ 1214005 w 2315351"/>
              <a:gd name="connsiteY2" fmla="*/ 856393 h 2247519"/>
              <a:gd name="connsiteX3" fmla="*/ 1915753 w 2315351"/>
              <a:gd name="connsiteY3" fmla="*/ 55407 h 2247519"/>
              <a:gd name="connsiteX4" fmla="*/ 2305613 w 2315351"/>
              <a:gd name="connsiteY4" fmla="*/ 133379 h 2247519"/>
              <a:gd name="connsiteX5" fmla="*/ 2170934 w 2315351"/>
              <a:gd name="connsiteY5" fmla="*/ 650831 h 2247519"/>
              <a:gd name="connsiteX6" fmla="*/ 1880311 w 2315351"/>
              <a:gd name="connsiteY6" fmla="*/ 1111575 h 2247519"/>
              <a:gd name="connsiteX7" fmla="*/ 2220553 w 2315351"/>
              <a:gd name="connsiteY7" fmla="*/ 1784970 h 2247519"/>
              <a:gd name="connsiteX8" fmla="*/ 2135492 w 2315351"/>
              <a:gd name="connsiteY8" fmla="*/ 2231538 h 2247519"/>
              <a:gd name="connsiteX9" fmla="*/ 1696014 w 2315351"/>
              <a:gd name="connsiteY9" fmla="*/ 2096859 h 2247519"/>
              <a:gd name="connsiteX10" fmla="*/ 1455009 w 2315351"/>
              <a:gd name="connsiteY10" fmla="*/ 1607761 h 2247519"/>
              <a:gd name="connsiteX11" fmla="*/ 958823 w 2315351"/>
              <a:gd name="connsiteY11" fmla="*/ 1402198 h 2247519"/>
              <a:gd name="connsiteX12" fmla="*/ 349223 w 2315351"/>
              <a:gd name="connsiteY12" fmla="*/ 1437640 h 2247519"/>
              <a:gd name="connsiteX13" fmla="*/ 37334 w 2315351"/>
              <a:gd name="connsiteY13" fmla="*/ 1295873 h 2247519"/>
              <a:gd name="connsiteX14" fmla="*/ 44423 w 2315351"/>
              <a:gd name="connsiteY14" fmla="*/ 983984 h 2247519"/>
              <a:gd name="connsiteX0" fmla="*/ 44423 w 2315351"/>
              <a:gd name="connsiteY0" fmla="*/ 983984 h 2247519"/>
              <a:gd name="connsiteX1" fmla="*/ 370488 w 2315351"/>
              <a:gd name="connsiteY1" fmla="*/ 870570 h 2247519"/>
              <a:gd name="connsiteX2" fmla="*/ 1214005 w 2315351"/>
              <a:gd name="connsiteY2" fmla="*/ 856393 h 2247519"/>
              <a:gd name="connsiteX3" fmla="*/ 1915753 w 2315351"/>
              <a:gd name="connsiteY3" fmla="*/ 55407 h 2247519"/>
              <a:gd name="connsiteX4" fmla="*/ 2305613 w 2315351"/>
              <a:gd name="connsiteY4" fmla="*/ 133379 h 2247519"/>
              <a:gd name="connsiteX5" fmla="*/ 2170934 w 2315351"/>
              <a:gd name="connsiteY5" fmla="*/ 650831 h 2247519"/>
              <a:gd name="connsiteX6" fmla="*/ 1880311 w 2315351"/>
              <a:gd name="connsiteY6" fmla="*/ 1111575 h 2247519"/>
              <a:gd name="connsiteX7" fmla="*/ 2220553 w 2315351"/>
              <a:gd name="connsiteY7" fmla="*/ 1784970 h 2247519"/>
              <a:gd name="connsiteX8" fmla="*/ 2135492 w 2315351"/>
              <a:gd name="connsiteY8" fmla="*/ 2231538 h 2247519"/>
              <a:gd name="connsiteX9" fmla="*/ 1696014 w 2315351"/>
              <a:gd name="connsiteY9" fmla="*/ 2096859 h 2247519"/>
              <a:gd name="connsiteX10" fmla="*/ 1455009 w 2315351"/>
              <a:gd name="connsiteY10" fmla="*/ 1607761 h 2247519"/>
              <a:gd name="connsiteX11" fmla="*/ 958823 w 2315351"/>
              <a:gd name="connsiteY11" fmla="*/ 1402198 h 2247519"/>
              <a:gd name="connsiteX12" fmla="*/ 349223 w 2315351"/>
              <a:gd name="connsiteY12" fmla="*/ 1437640 h 2247519"/>
              <a:gd name="connsiteX13" fmla="*/ 37334 w 2315351"/>
              <a:gd name="connsiteY13" fmla="*/ 1295873 h 2247519"/>
              <a:gd name="connsiteX14" fmla="*/ 44423 w 2315351"/>
              <a:gd name="connsiteY14" fmla="*/ 983984 h 2247519"/>
              <a:gd name="connsiteX0" fmla="*/ 44423 w 2320333"/>
              <a:gd name="connsiteY0" fmla="*/ 937693 h 2201228"/>
              <a:gd name="connsiteX1" fmla="*/ 370488 w 2320333"/>
              <a:gd name="connsiteY1" fmla="*/ 824279 h 2201228"/>
              <a:gd name="connsiteX2" fmla="*/ 1214005 w 2320333"/>
              <a:gd name="connsiteY2" fmla="*/ 810102 h 2201228"/>
              <a:gd name="connsiteX3" fmla="*/ 1830692 w 2320333"/>
              <a:gd name="connsiteY3" fmla="*/ 72911 h 2201228"/>
              <a:gd name="connsiteX4" fmla="*/ 2305613 w 2320333"/>
              <a:gd name="connsiteY4" fmla="*/ 87088 h 2201228"/>
              <a:gd name="connsiteX5" fmla="*/ 2170934 w 2320333"/>
              <a:gd name="connsiteY5" fmla="*/ 604540 h 2201228"/>
              <a:gd name="connsiteX6" fmla="*/ 1880311 w 2320333"/>
              <a:gd name="connsiteY6" fmla="*/ 1065284 h 2201228"/>
              <a:gd name="connsiteX7" fmla="*/ 2220553 w 2320333"/>
              <a:gd name="connsiteY7" fmla="*/ 1738679 h 2201228"/>
              <a:gd name="connsiteX8" fmla="*/ 2135492 w 2320333"/>
              <a:gd name="connsiteY8" fmla="*/ 2185247 h 2201228"/>
              <a:gd name="connsiteX9" fmla="*/ 1696014 w 2320333"/>
              <a:gd name="connsiteY9" fmla="*/ 2050568 h 2201228"/>
              <a:gd name="connsiteX10" fmla="*/ 1455009 w 2320333"/>
              <a:gd name="connsiteY10" fmla="*/ 1561470 h 2201228"/>
              <a:gd name="connsiteX11" fmla="*/ 958823 w 2320333"/>
              <a:gd name="connsiteY11" fmla="*/ 1355907 h 2201228"/>
              <a:gd name="connsiteX12" fmla="*/ 349223 w 2320333"/>
              <a:gd name="connsiteY12" fmla="*/ 1391349 h 2201228"/>
              <a:gd name="connsiteX13" fmla="*/ 37334 w 2320333"/>
              <a:gd name="connsiteY13" fmla="*/ 1249582 h 2201228"/>
              <a:gd name="connsiteX14" fmla="*/ 44423 w 2320333"/>
              <a:gd name="connsiteY14" fmla="*/ 937693 h 2201228"/>
              <a:gd name="connsiteX0" fmla="*/ 44423 w 2269287"/>
              <a:gd name="connsiteY0" fmla="*/ 968830 h 2232365"/>
              <a:gd name="connsiteX1" fmla="*/ 370488 w 2269287"/>
              <a:gd name="connsiteY1" fmla="*/ 855416 h 2232365"/>
              <a:gd name="connsiteX2" fmla="*/ 1214005 w 2269287"/>
              <a:gd name="connsiteY2" fmla="*/ 841239 h 2232365"/>
              <a:gd name="connsiteX3" fmla="*/ 1830692 w 2269287"/>
              <a:gd name="connsiteY3" fmla="*/ 104048 h 2232365"/>
              <a:gd name="connsiteX4" fmla="*/ 2248906 w 2269287"/>
              <a:gd name="connsiteY4" fmla="*/ 61518 h 2232365"/>
              <a:gd name="connsiteX5" fmla="*/ 2170934 w 2269287"/>
              <a:gd name="connsiteY5" fmla="*/ 635677 h 2232365"/>
              <a:gd name="connsiteX6" fmla="*/ 1880311 w 2269287"/>
              <a:gd name="connsiteY6" fmla="*/ 1096421 h 2232365"/>
              <a:gd name="connsiteX7" fmla="*/ 2220553 w 2269287"/>
              <a:gd name="connsiteY7" fmla="*/ 1769816 h 2232365"/>
              <a:gd name="connsiteX8" fmla="*/ 2135492 w 2269287"/>
              <a:gd name="connsiteY8" fmla="*/ 2216384 h 2232365"/>
              <a:gd name="connsiteX9" fmla="*/ 1696014 w 2269287"/>
              <a:gd name="connsiteY9" fmla="*/ 2081705 h 2232365"/>
              <a:gd name="connsiteX10" fmla="*/ 1455009 w 2269287"/>
              <a:gd name="connsiteY10" fmla="*/ 1592607 h 2232365"/>
              <a:gd name="connsiteX11" fmla="*/ 958823 w 2269287"/>
              <a:gd name="connsiteY11" fmla="*/ 1387044 h 2232365"/>
              <a:gd name="connsiteX12" fmla="*/ 349223 w 2269287"/>
              <a:gd name="connsiteY12" fmla="*/ 1422486 h 2232365"/>
              <a:gd name="connsiteX13" fmla="*/ 37334 w 2269287"/>
              <a:gd name="connsiteY13" fmla="*/ 1280719 h 2232365"/>
              <a:gd name="connsiteX14" fmla="*/ 44423 w 2269287"/>
              <a:gd name="connsiteY14" fmla="*/ 968830 h 2232365"/>
              <a:gd name="connsiteX0" fmla="*/ 44423 w 2312455"/>
              <a:gd name="connsiteY0" fmla="*/ 998686 h 2262221"/>
              <a:gd name="connsiteX1" fmla="*/ 370488 w 2312455"/>
              <a:gd name="connsiteY1" fmla="*/ 885272 h 2262221"/>
              <a:gd name="connsiteX2" fmla="*/ 1214005 w 2312455"/>
              <a:gd name="connsiteY2" fmla="*/ 871095 h 2262221"/>
              <a:gd name="connsiteX3" fmla="*/ 1830692 w 2312455"/>
              <a:gd name="connsiteY3" fmla="*/ 133904 h 2262221"/>
              <a:gd name="connsiteX4" fmla="*/ 2248906 w 2312455"/>
              <a:gd name="connsiteY4" fmla="*/ 91374 h 2262221"/>
              <a:gd name="connsiteX5" fmla="*/ 2170934 w 2312455"/>
              <a:gd name="connsiteY5" fmla="*/ 665533 h 2262221"/>
              <a:gd name="connsiteX6" fmla="*/ 1880311 w 2312455"/>
              <a:gd name="connsiteY6" fmla="*/ 1126277 h 2262221"/>
              <a:gd name="connsiteX7" fmla="*/ 2220553 w 2312455"/>
              <a:gd name="connsiteY7" fmla="*/ 1799672 h 2262221"/>
              <a:gd name="connsiteX8" fmla="*/ 2135492 w 2312455"/>
              <a:gd name="connsiteY8" fmla="*/ 2246240 h 2262221"/>
              <a:gd name="connsiteX9" fmla="*/ 1696014 w 2312455"/>
              <a:gd name="connsiteY9" fmla="*/ 2111561 h 2262221"/>
              <a:gd name="connsiteX10" fmla="*/ 1455009 w 2312455"/>
              <a:gd name="connsiteY10" fmla="*/ 1622463 h 2262221"/>
              <a:gd name="connsiteX11" fmla="*/ 958823 w 2312455"/>
              <a:gd name="connsiteY11" fmla="*/ 1416900 h 2262221"/>
              <a:gd name="connsiteX12" fmla="*/ 349223 w 2312455"/>
              <a:gd name="connsiteY12" fmla="*/ 1452342 h 2262221"/>
              <a:gd name="connsiteX13" fmla="*/ 37334 w 2312455"/>
              <a:gd name="connsiteY13" fmla="*/ 1310575 h 2262221"/>
              <a:gd name="connsiteX14" fmla="*/ 44423 w 2312455"/>
              <a:gd name="connsiteY14" fmla="*/ 998686 h 2262221"/>
              <a:gd name="connsiteX0" fmla="*/ 44423 w 2312455"/>
              <a:gd name="connsiteY0" fmla="*/ 977624 h 2241159"/>
              <a:gd name="connsiteX1" fmla="*/ 370488 w 2312455"/>
              <a:gd name="connsiteY1" fmla="*/ 864210 h 2241159"/>
              <a:gd name="connsiteX2" fmla="*/ 1214005 w 2312455"/>
              <a:gd name="connsiteY2" fmla="*/ 850033 h 2241159"/>
              <a:gd name="connsiteX3" fmla="*/ 1830692 w 2312455"/>
              <a:gd name="connsiteY3" fmla="*/ 112842 h 2241159"/>
              <a:gd name="connsiteX4" fmla="*/ 2248906 w 2312455"/>
              <a:gd name="connsiteY4" fmla="*/ 70312 h 2241159"/>
              <a:gd name="connsiteX5" fmla="*/ 2170934 w 2312455"/>
              <a:gd name="connsiteY5" fmla="*/ 644471 h 2241159"/>
              <a:gd name="connsiteX6" fmla="*/ 1880311 w 2312455"/>
              <a:gd name="connsiteY6" fmla="*/ 1105215 h 2241159"/>
              <a:gd name="connsiteX7" fmla="*/ 2220553 w 2312455"/>
              <a:gd name="connsiteY7" fmla="*/ 1778610 h 2241159"/>
              <a:gd name="connsiteX8" fmla="*/ 2135492 w 2312455"/>
              <a:gd name="connsiteY8" fmla="*/ 2225178 h 2241159"/>
              <a:gd name="connsiteX9" fmla="*/ 1696014 w 2312455"/>
              <a:gd name="connsiteY9" fmla="*/ 2090499 h 2241159"/>
              <a:gd name="connsiteX10" fmla="*/ 1455009 w 2312455"/>
              <a:gd name="connsiteY10" fmla="*/ 1601401 h 2241159"/>
              <a:gd name="connsiteX11" fmla="*/ 958823 w 2312455"/>
              <a:gd name="connsiteY11" fmla="*/ 1395838 h 2241159"/>
              <a:gd name="connsiteX12" fmla="*/ 349223 w 2312455"/>
              <a:gd name="connsiteY12" fmla="*/ 1431280 h 2241159"/>
              <a:gd name="connsiteX13" fmla="*/ 37334 w 2312455"/>
              <a:gd name="connsiteY13" fmla="*/ 1289513 h 2241159"/>
              <a:gd name="connsiteX14" fmla="*/ 44423 w 2312455"/>
              <a:gd name="connsiteY14" fmla="*/ 977624 h 2241159"/>
              <a:gd name="connsiteX0" fmla="*/ 44423 w 2318291"/>
              <a:gd name="connsiteY0" fmla="*/ 960100 h 2223635"/>
              <a:gd name="connsiteX1" fmla="*/ 370488 w 2318291"/>
              <a:gd name="connsiteY1" fmla="*/ 846686 h 2223635"/>
              <a:gd name="connsiteX2" fmla="*/ 1214005 w 2318291"/>
              <a:gd name="connsiteY2" fmla="*/ 832509 h 2223635"/>
              <a:gd name="connsiteX3" fmla="*/ 1830692 w 2318291"/>
              <a:gd name="connsiteY3" fmla="*/ 95318 h 2223635"/>
              <a:gd name="connsiteX4" fmla="*/ 2255994 w 2318291"/>
              <a:gd name="connsiteY4" fmla="*/ 81141 h 2223635"/>
              <a:gd name="connsiteX5" fmla="*/ 2170934 w 2318291"/>
              <a:gd name="connsiteY5" fmla="*/ 626947 h 2223635"/>
              <a:gd name="connsiteX6" fmla="*/ 1880311 w 2318291"/>
              <a:gd name="connsiteY6" fmla="*/ 1087691 h 2223635"/>
              <a:gd name="connsiteX7" fmla="*/ 2220553 w 2318291"/>
              <a:gd name="connsiteY7" fmla="*/ 1761086 h 2223635"/>
              <a:gd name="connsiteX8" fmla="*/ 2135492 w 2318291"/>
              <a:gd name="connsiteY8" fmla="*/ 2207654 h 2223635"/>
              <a:gd name="connsiteX9" fmla="*/ 1696014 w 2318291"/>
              <a:gd name="connsiteY9" fmla="*/ 2072975 h 2223635"/>
              <a:gd name="connsiteX10" fmla="*/ 1455009 w 2318291"/>
              <a:gd name="connsiteY10" fmla="*/ 1583877 h 2223635"/>
              <a:gd name="connsiteX11" fmla="*/ 958823 w 2318291"/>
              <a:gd name="connsiteY11" fmla="*/ 1378314 h 2223635"/>
              <a:gd name="connsiteX12" fmla="*/ 349223 w 2318291"/>
              <a:gd name="connsiteY12" fmla="*/ 1413756 h 2223635"/>
              <a:gd name="connsiteX13" fmla="*/ 37334 w 2318291"/>
              <a:gd name="connsiteY13" fmla="*/ 1271989 h 2223635"/>
              <a:gd name="connsiteX14" fmla="*/ 44423 w 2318291"/>
              <a:gd name="connsiteY14" fmla="*/ 960100 h 2223635"/>
              <a:gd name="connsiteX0" fmla="*/ 44423 w 2276934"/>
              <a:gd name="connsiteY0" fmla="*/ 944224 h 2207759"/>
              <a:gd name="connsiteX1" fmla="*/ 370488 w 2276934"/>
              <a:gd name="connsiteY1" fmla="*/ 830810 h 2207759"/>
              <a:gd name="connsiteX2" fmla="*/ 1214005 w 2276934"/>
              <a:gd name="connsiteY2" fmla="*/ 816633 h 2207759"/>
              <a:gd name="connsiteX3" fmla="*/ 1809427 w 2276934"/>
              <a:gd name="connsiteY3" fmla="*/ 93619 h 2207759"/>
              <a:gd name="connsiteX4" fmla="*/ 2255994 w 2276934"/>
              <a:gd name="connsiteY4" fmla="*/ 65265 h 2207759"/>
              <a:gd name="connsiteX5" fmla="*/ 2170934 w 2276934"/>
              <a:gd name="connsiteY5" fmla="*/ 611071 h 2207759"/>
              <a:gd name="connsiteX6" fmla="*/ 1880311 w 2276934"/>
              <a:gd name="connsiteY6" fmla="*/ 1071815 h 2207759"/>
              <a:gd name="connsiteX7" fmla="*/ 2220553 w 2276934"/>
              <a:gd name="connsiteY7" fmla="*/ 1745210 h 2207759"/>
              <a:gd name="connsiteX8" fmla="*/ 2135492 w 2276934"/>
              <a:gd name="connsiteY8" fmla="*/ 2191778 h 2207759"/>
              <a:gd name="connsiteX9" fmla="*/ 1696014 w 2276934"/>
              <a:gd name="connsiteY9" fmla="*/ 2057099 h 2207759"/>
              <a:gd name="connsiteX10" fmla="*/ 1455009 w 2276934"/>
              <a:gd name="connsiteY10" fmla="*/ 1568001 h 2207759"/>
              <a:gd name="connsiteX11" fmla="*/ 958823 w 2276934"/>
              <a:gd name="connsiteY11" fmla="*/ 1362438 h 2207759"/>
              <a:gd name="connsiteX12" fmla="*/ 349223 w 2276934"/>
              <a:gd name="connsiteY12" fmla="*/ 1397880 h 2207759"/>
              <a:gd name="connsiteX13" fmla="*/ 37334 w 2276934"/>
              <a:gd name="connsiteY13" fmla="*/ 1256113 h 2207759"/>
              <a:gd name="connsiteX14" fmla="*/ 44423 w 2276934"/>
              <a:gd name="connsiteY14" fmla="*/ 944224 h 2207759"/>
              <a:gd name="connsiteX0" fmla="*/ 44423 w 2270420"/>
              <a:gd name="connsiteY0" fmla="*/ 943304 h 2206839"/>
              <a:gd name="connsiteX1" fmla="*/ 370488 w 2270420"/>
              <a:gd name="connsiteY1" fmla="*/ 829890 h 2206839"/>
              <a:gd name="connsiteX2" fmla="*/ 1214005 w 2270420"/>
              <a:gd name="connsiteY2" fmla="*/ 815713 h 2206839"/>
              <a:gd name="connsiteX3" fmla="*/ 1809427 w 2270420"/>
              <a:gd name="connsiteY3" fmla="*/ 92699 h 2206839"/>
              <a:gd name="connsiteX4" fmla="*/ 2255994 w 2270420"/>
              <a:gd name="connsiteY4" fmla="*/ 64345 h 2206839"/>
              <a:gd name="connsiteX5" fmla="*/ 2135492 w 2270420"/>
              <a:gd name="connsiteY5" fmla="*/ 595974 h 2206839"/>
              <a:gd name="connsiteX6" fmla="*/ 1880311 w 2270420"/>
              <a:gd name="connsiteY6" fmla="*/ 1070895 h 2206839"/>
              <a:gd name="connsiteX7" fmla="*/ 2220553 w 2270420"/>
              <a:gd name="connsiteY7" fmla="*/ 1744290 h 2206839"/>
              <a:gd name="connsiteX8" fmla="*/ 2135492 w 2270420"/>
              <a:gd name="connsiteY8" fmla="*/ 2190858 h 2206839"/>
              <a:gd name="connsiteX9" fmla="*/ 1696014 w 2270420"/>
              <a:gd name="connsiteY9" fmla="*/ 2056179 h 2206839"/>
              <a:gd name="connsiteX10" fmla="*/ 1455009 w 2270420"/>
              <a:gd name="connsiteY10" fmla="*/ 1567081 h 2206839"/>
              <a:gd name="connsiteX11" fmla="*/ 958823 w 2270420"/>
              <a:gd name="connsiteY11" fmla="*/ 1361518 h 2206839"/>
              <a:gd name="connsiteX12" fmla="*/ 349223 w 2270420"/>
              <a:gd name="connsiteY12" fmla="*/ 1396960 h 2206839"/>
              <a:gd name="connsiteX13" fmla="*/ 37334 w 2270420"/>
              <a:gd name="connsiteY13" fmla="*/ 1255193 h 2206839"/>
              <a:gd name="connsiteX14" fmla="*/ 44423 w 2270420"/>
              <a:gd name="connsiteY14" fmla="*/ 943304 h 2206839"/>
              <a:gd name="connsiteX0" fmla="*/ 44423 w 2270723"/>
              <a:gd name="connsiteY0" fmla="*/ 943304 h 2206839"/>
              <a:gd name="connsiteX1" fmla="*/ 370488 w 2270723"/>
              <a:gd name="connsiteY1" fmla="*/ 829890 h 2206839"/>
              <a:gd name="connsiteX2" fmla="*/ 1214005 w 2270723"/>
              <a:gd name="connsiteY2" fmla="*/ 815713 h 2206839"/>
              <a:gd name="connsiteX3" fmla="*/ 1809427 w 2270723"/>
              <a:gd name="connsiteY3" fmla="*/ 92699 h 2206839"/>
              <a:gd name="connsiteX4" fmla="*/ 2255994 w 2270723"/>
              <a:gd name="connsiteY4" fmla="*/ 64345 h 2206839"/>
              <a:gd name="connsiteX5" fmla="*/ 2135492 w 2270723"/>
              <a:gd name="connsiteY5" fmla="*/ 595974 h 2206839"/>
              <a:gd name="connsiteX6" fmla="*/ 1859046 w 2270723"/>
              <a:gd name="connsiteY6" fmla="*/ 1106337 h 2206839"/>
              <a:gd name="connsiteX7" fmla="*/ 2220553 w 2270723"/>
              <a:gd name="connsiteY7" fmla="*/ 1744290 h 2206839"/>
              <a:gd name="connsiteX8" fmla="*/ 2135492 w 2270723"/>
              <a:gd name="connsiteY8" fmla="*/ 2190858 h 2206839"/>
              <a:gd name="connsiteX9" fmla="*/ 1696014 w 2270723"/>
              <a:gd name="connsiteY9" fmla="*/ 2056179 h 2206839"/>
              <a:gd name="connsiteX10" fmla="*/ 1455009 w 2270723"/>
              <a:gd name="connsiteY10" fmla="*/ 1567081 h 2206839"/>
              <a:gd name="connsiteX11" fmla="*/ 958823 w 2270723"/>
              <a:gd name="connsiteY11" fmla="*/ 1361518 h 2206839"/>
              <a:gd name="connsiteX12" fmla="*/ 349223 w 2270723"/>
              <a:gd name="connsiteY12" fmla="*/ 1396960 h 2206839"/>
              <a:gd name="connsiteX13" fmla="*/ 37334 w 2270723"/>
              <a:gd name="connsiteY13" fmla="*/ 1255193 h 2206839"/>
              <a:gd name="connsiteX14" fmla="*/ 44423 w 2270723"/>
              <a:gd name="connsiteY14" fmla="*/ 943304 h 2206839"/>
              <a:gd name="connsiteX0" fmla="*/ 44423 w 2270723"/>
              <a:gd name="connsiteY0" fmla="*/ 943304 h 2210139"/>
              <a:gd name="connsiteX1" fmla="*/ 370488 w 2270723"/>
              <a:gd name="connsiteY1" fmla="*/ 829890 h 2210139"/>
              <a:gd name="connsiteX2" fmla="*/ 1214005 w 2270723"/>
              <a:gd name="connsiteY2" fmla="*/ 815713 h 2210139"/>
              <a:gd name="connsiteX3" fmla="*/ 1809427 w 2270723"/>
              <a:gd name="connsiteY3" fmla="*/ 92699 h 2210139"/>
              <a:gd name="connsiteX4" fmla="*/ 2255994 w 2270723"/>
              <a:gd name="connsiteY4" fmla="*/ 64345 h 2210139"/>
              <a:gd name="connsiteX5" fmla="*/ 2135492 w 2270723"/>
              <a:gd name="connsiteY5" fmla="*/ 595974 h 2210139"/>
              <a:gd name="connsiteX6" fmla="*/ 1859046 w 2270723"/>
              <a:gd name="connsiteY6" fmla="*/ 1106337 h 2210139"/>
              <a:gd name="connsiteX7" fmla="*/ 2220553 w 2270723"/>
              <a:gd name="connsiteY7" fmla="*/ 1694671 h 2210139"/>
              <a:gd name="connsiteX8" fmla="*/ 2135492 w 2270723"/>
              <a:gd name="connsiteY8" fmla="*/ 2190858 h 2210139"/>
              <a:gd name="connsiteX9" fmla="*/ 1696014 w 2270723"/>
              <a:gd name="connsiteY9" fmla="*/ 2056179 h 2210139"/>
              <a:gd name="connsiteX10" fmla="*/ 1455009 w 2270723"/>
              <a:gd name="connsiteY10" fmla="*/ 1567081 h 2210139"/>
              <a:gd name="connsiteX11" fmla="*/ 958823 w 2270723"/>
              <a:gd name="connsiteY11" fmla="*/ 1361518 h 2210139"/>
              <a:gd name="connsiteX12" fmla="*/ 349223 w 2270723"/>
              <a:gd name="connsiteY12" fmla="*/ 1396960 h 2210139"/>
              <a:gd name="connsiteX13" fmla="*/ 37334 w 2270723"/>
              <a:gd name="connsiteY13" fmla="*/ 1255193 h 2210139"/>
              <a:gd name="connsiteX14" fmla="*/ 44423 w 2270723"/>
              <a:gd name="connsiteY14" fmla="*/ 943304 h 2210139"/>
              <a:gd name="connsiteX0" fmla="*/ 44423 w 2271475"/>
              <a:gd name="connsiteY0" fmla="*/ 943304 h 2210139"/>
              <a:gd name="connsiteX1" fmla="*/ 370488 w 2271475"/>
              <a:gd name="connsiteY1" fmla="*/ 829890 h 2210139"/>
              <a:gd name="connsiteX2" fmla="*/ 1214005 w 2271475"/>
              <a:gd name="connsiteY2" fmla="*/ 815713 h 2210139"/>
              <a:gd name="connsiteX3" fmla="*/ 1809427 w 2271475"/>
              <a:gd name="connsiteY3" fmla="*/ 92699 h 2210139"/>
              <a:gd name="connsiteX4" fmla="*/ 2255994 w 2271475"/>
              <a:gd name="connsiteY4" fmla="*/ 64345 h 2210139"/>
              <a:gd name="connsiteX5" fmla="*/ 2135492 w 2271475"/>
              <a:gd name="connsiteY5" fmla="*/ 595974 h 2210139"/>
              <a:gd name="connsiteX6" fmla="*/ 1809427 w 2271475"/>
              <a:gd name="connsiteY6" fmla="*/ 1120514 h 2210139"/>
              <a:gd name="connsiteX7" fmla="*/ 2220553 w 2271475"/>
              <a:gd name="connsiteY7" fmla="*/ 1694671 h 2210139"/>
              <a:gd name="connsiteX8" fmla="*/ 2135492 w 2271475"/>
              <a:gd name="connsiteY8" fmla="*/ 2190858 h 2210139"/>
              <a:gd name="connsiteX9" fmla="*/ 1696014 w 2271475"/>
              <a:gd name="connsiteY9" fmla="*/ 2056179 h 2210139"/>
              <a:gd name="connsiteX10" fmla="*/ 1455009 w 2271475"/>
              <a:gd name="connsiteY10" fmla="*/ 1567081 h 2210139"/>
              <a:gd name="connsiteX11" fmla="*/ 958823 w 2271475"/>
              <a:gd name="connsiteY11" fmla="*/ 1361518 h 2210139"/>
              <a:gd name="connsiteX12" fmla="*/ 349223 w 2271475"/>
              <a:gd name="connsiteY12" fmla="*/ 1396960 h 2210139"/>
              <a:gd name="connsiteX13" fmla="*/ 37334 w 2271475"/>
              <a:gd name="connsiteY13" fmla="*/ 1255193 h 2210139"/>
              <a:gd name="connsiteX14" fmla="*/ 44423 w 2271475"/>
              <a:gd name="connsiteY14" fmla="*/ 943304 h 2210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475" h="2210139">
                <a:moveTo>
                  <a:pt x="44423" y="943304"/>
                </a:moveTo>
                <a:cubicBezTo>
                  <a:pt x="99949" y="872420"/>
                  <a:pt x="175558" y="851155"/>
                  <a:pt x="370488" y="829890"/>
                </a:cubicBezTo>
                <a:cubicBezTo>
                  <a:pt x="565418" y="808625"/>
                  <a:pt x="974182" y="938578"/>
                  <a:pt x="1214005" y="815713"/>
                </a:cubicBezTo>
                <a:cubicBezTo>
                  <a:pt x="1453828" y="692848"/>
                  <a:pt x="1635762" y="217927"/>
                  <a:pt x="1809427" y="92699"/>
                </a:cubicBezTo>
                <a:cubicBezTo>
                  <a:pt x="1983092" y="-32529"/>
                  <a:pt x="2201650" y="-19534"/>
                  <a:pt x="2255994" y="64345"/>
                </a:cubicBezTo>
                <a:cubicBezTo>
                  <a:pt x="2310338" y="148224"/>
                  <a:pt x="2209920" y="419946"/>
                  <a:pt x="2135492" y="595974"/>
                </a:cubicBezTo>
                <a:cubicBezTo>
                  <a:pt x="2061064" y="772002"/>
                  <a:pt x="1795250" y="937398"/>
                  <a:pt x="1809427" y="1120514"/>
                </a:cubicBezTo>
                <a:cubicBezTo>
                  <a:pt x="1823604" y="1303630"/>
                  <a:pt x="2166209" y="1516280"/>
                  <a:pt x="2220553" y="1694671"/>
                </a:cubicBezTo>
                <a:cubicBezTo>
                  <a:pt x="2274897" y="1873062"/>
                  <a:pt x="2222915" y="2130607"/>
                  <a:pt x="2135492" y="2190858"/>
                </a:cubicBezTo>
                <a:cubicBezTo>
                  <a:pt x="2048069" y="2251109"/>
                  <a:pt x="1809428" y="2160142"/>
                  <a:pt x="1696014" y="2056179"/>
                </a:cubicBezTo>
                <a:cubicBezTo>
                  <a:pt x="1582600" y="1952216"/>
                  <a:pt x="1577874" y="1682858"/>
                  <a:pt x="1455009" y="1567081"/>
                </a:cubicBezTo>
                <a:cubicBezTo>
                  <a:pt x="1332144" y="1451304"/>
                  <a:pt x="1143121" y="1347341"/>
                  <a:pt x="958823" y="1361518"/>
                </a:cubicBezTo>
                <a:cubicBezTo>
                  <a:pt x="774525" y="1375695"/>
                  <a:pt x="503986" y="1433583"/>
                  <a:pt x="349223" y="1396960"/>
                </a:cubicBezTo>
                <a:cubicBezTo>
                  <a:pt x="194460" y="1360337"/>
                  <a:pt x="90497" y="1327258"/>
                  <a:pt x="37334" y="1255193"/>
                </a:cubicBezTo>
                <a:cubicBezTo>
                  <a:pt x="-15829" y="1183128"/>
                  <a:pt x="-11103" y="1014188"/>
                  <a:pt x="44423" y="943304"/>
                </a:cubicBezTo>
                <a:close/>
              </a:path>
            </a:pathLst>
          </a:cu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 82"/>
          <p:cNvSpPr/>
          <p:nvPr/>
        </p:nvSpPr>
        <p:spPr>
          <a:xfrm>
            <a:off x="4602215" y="2776677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endParaRPr lang="pt-BR" dirty="0"/>
          </a:p>
        </p:txBody>
      </p:sp>
      <p:sp>
        <p:nvSpPr>
          <p:cNvPr id="84" name="Retângulo 83"/>
          <p:cNvSpPr/>
          <p:nvPr/>
        </p:nvSpPr>
        <p:spPr>
          <a:xfrm>
            <a:off x="7613176" y="2777908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pt-BR" dirty="0"/>
          </a:p>
        </p:txBody>
      </p:sp>
      <p:sp>
        <p:nvSpPr>
          <p:cNvPr id="85" name="CaixaDeTexto 84"/>
          <p:cNvSpPr txBox="1"/>
          <p:nvPr/>
        </p:nvSpPr>
        <p:spPr>
          <a:xfrm>
            <a:off x="714551" y="3806926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{1, 2}</a:t>
            </a:r>
          </a:p>
        </p:txBody>
      </p:sp>
      <p:cxnSp>
        <p:nvCxnSpPr>
          <p:cNvPr id="86" name="Conector de seta reta 85"/>
          <p:cNvCxnSpPr/>
          <p:nvPr/>
        </p:nvCxnSpPr>
        <p:spPr>
          <a:xfrm flipH="1" flipV="1">
            <a:off x="3796357" y="3619147"/>
            <a:ext cx="130362" cy="241502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de seta reta 86"/>
          <p:cNvCxnSpPr/>
          <p:nvPr/>
        </p:nvCxnSpPr>
        <p:spPr>
          <a:xfrm flipV="1">
            <a:off x="1186792" y="3597582"/>
            <a:ext cx="130362" cy="241502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/>
          <p:cNvSpPr txBox="1"/>
          <p:nvPr/>
        </p:nvSpPr>
        <p:spPr>
          <a:xfrm>
            <a:off x="3747576" y="3830190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{3, 4, 5}</a:t>
            </a:r>
          </a:p>
        </p:txBody>
      </p:sp>
      <p:cxnSp>
        <p:nvCxnSpPr>
          <p:cNvPr id="89" name="Conector de seta reta 88"/>
          <p:cNvCxnSpPr/>
          <p:nvPr/>
        </p:nvCxnSpPr>
        <p:spPr>
          <a:xfrm flipH="1" flipV="1">
            <a:off x="7937862" y="3135353"/>
            <a:ext cx="130362" cy="241502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/>
          <p:cNvSpPr txBox="1"/>
          <p:nvPr/>
        </p:nvSpPr>
        <p:spPr>
          <a:xfrm>
            <a:off x="7889081" y="3346396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{2, 4, 6}</a:t>
            </a:r>
          </a:p>
        </p:txBody>
      </p:sp>
      <p:cxnSp>
        <p:nvCxnSpPr>
          <p:cNvPr id="91" name="Conector de seta reta 90"/>
          <p:cNvCxnSpPr/>
          <p:nvPr/>
        </p:nvCxnSpPr>
        <p:spPr>
          <a:xfrm flipH="1" flipV="1">
            <a:off x="4517891" y="2590801"/>
            <a:ext cx="130362" cy="241502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aixaDeTexto 91"/>
          <p:cNvSpPr txBox="1"/>
          <p:nvPr/>
        </p:nvSpPr>
        <p:spPr>
          <a:xfrm>
            <a:off x="3916988" y="2286163"/>
            <a:ext cx="8210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{1, 3, 5}</a:t>
            </a:r>
          </a:p>
        </p:txBody>
      </p:sp>
      <p:cxnSp>
        <p:nvCxnSpPr>
          <p:cNvPr id="42" name="Conector reto 41"/>
          <p:cNvCxnSpPr>
            <a:stCxn id="7" idx="3"/>
            <a:endCxn id="6" idx="7"/>
          </p:cNvCxnSpPr>
          <p:nvPr/>
        </p:nvCxnSpPr>
        <p:spPr>
          <a:xfrm flipH="1">
            <a:off x="2099047" y="2916367"/>
            <a:ext cx="955610" cy="806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/>
          <p:cNvCxnSpPr>
            <a:stCxn id="32" idx="6"/>
            <a:endCxn id="31" idx="2"/>
          </p:cNvCxnSpPr>
          <p:nvPr/>
        </p:nvCxnSpPr>
        <p:spPr>
          <a:xfrm>
            <a:off x="5431948" y="3381258"/>
            <a:ext cx="177583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/>
          <p:cNvCxnSpPr>
            <a:stCxn id="34" idx="5"/>
            <a:endCxn id="30" idx="1"/>
          </p:cNvCxnSpPr>
          <p:nvPr/>
        </p:nvCxnSpPr>
        <p:spPr>
          <a:xfrm>
            <a:off x="5933940" y="2686725"/>
            <a:ext cx="823301" cy="13497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to 51"/>
          <p:cNvCxnSpPr>
            <a:stCxn id="29" idx="7"/>
            <a:endCxn id="35" idx="3"/>
          </p:cNvCxnSpPr>
          <p:nvPr/>
        </p:nvCxnSpPr>
        <p:spPr>
          <a:xfrm flipV="1">
            <a:off x="5933940" y="2686725"/>
            <a:ext cx="823301" cy="13497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tângulo 22"/>
          <p:cNvSpPr/>
          <p:nvPr/>
        </p:nvSpPr>
        <p:spPr>
          <a:xfrm>
            <a:off x="2304067" y="2213398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2,3</a:t>
            </a:r>
            <a:endParaRPr lang="pt-BR" dirty="0"/>
          </a:p>
        </p:txBody>
      </p:sp>
      <p:sp>
        <p:nvSpPr>
          <p:cNvPr id="56" name="Retângulo 55"/>
          <p:cNvSpPr/>
          <p:nvPr/>
        </p:nvSpPr>
        <p:spPr>
          <a:xfrm>
            <a:off x="7288656" y="3849122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3,3</a:t>
            </a:r>
            <a:endParaRPr lang="pt-BR" dirty="0"/>
          </a:p>
        </p:txBody>
      </p:sp>
      <p:sp>
        <p:nvSpPr>
          <p:cNvPr id="50" name="Elipse 49"/>
          <p:cNvSpPr/>
          <p:nvPr/>
        </p:nvSpPr>
        <p:spPr>
          <a:xfrm>
            <a:off x="1891101" y="2949997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53" name="Elipse 52"/>
          <p:cNvSpPr/>
          <p:nvPr/>
        </p:nvSpPr>
        <p:spPr>
          <a:xfrm>
            <a:off x="1888448" y="3687944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55" name="Elipse 54"/>
          <p:cNvSpPr/>
          <p:nvPr/>
        </p:nvSpPr>
        <p:spPr>
          <a:xfrm>
            <a:off x="3019670" y="2716008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57" name="Elipse 56"/>
          <p:cNvSpPr/>
          <p:nvPr/>
        </p:nvSpPr>
        <p:spPr>
          <a:xfrm>
            <a:off x="3021187" y="3316133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58" name="Elipse 57"/>
          <p:cNvSpPr/>
          <p:nvPr/>
        </p:nvSpPr>
        <p:spPr>
          <a:xfrm>
            <a:off x="3022826" y="3918967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59" name="Elipse 58"/>
          <p:cNvSpPr/>
          <p:nvPr/>
        </p:nvSpPr>
        <p:spPr>
          <a:xfrm>
            <a:off x="5190078" y="3266437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0" name="Elipse 59"/>
          <p:cNvSpPr/>
          <p:nvPr/>
        </p:nvSpPr>
        <p:spPr>
          <a:xfrm>
            <a:off x="6723142" y="2489430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61" name="Elipse 60"/>
          <p:cNvSpPr/>
          <p:nvPr/>
        </p:nvSpPr>
        <p:spPr>
          <a:xfrm>
            <a:off x="6723619" y="4002920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62" name="Elipse 61"/>
          <p:cNvSpPr/>
          <p:nvPr/>
        </p:nvSpPr>
        <p:spPr>
          <a:xfrm>
            <a:off x="5725252" y="2489430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63" name="Elipse 62"/>
          <p:cNvSpPr/>
          <p:nvPr/>
        </p:nvSpPr>
        <p:spPr>
          <a:xfrm>
            <a:off x="7207402" y="3266200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64" name="Elipse 63"/>
          <p:cNvSpPr/>
          <p:nvPr/>
        </p:nvSpPr>
        <p:spPr>
          <a:xfrm>
            <a:off x="5723002" y="4002832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6339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9" grpId="0" animBg="1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81" grpId="0" animBg="1"/>
      <p:bldP spid="82" grpId="0" animBg="1"/>
      <p:bldP spid="83" grpId="0"/>
      <p:bldP spid="84" grpId="0"/>
      <p:bldP spid="85" grpId="0"/>
      <p:bldP spid="88" grpId="0"/>
      <p:bldP spid="90" grpId="0"/>
      <p:bldP spid="92" grpId="0"/>
      <p:bldP spid="23" grpId="0"/>
      <p:bldP spid="56" grpId="0"/>
      <p:bldP spid="50" grpId="0" animBg="1"/>
      <p:bldP spid="53" grpId="0" animBg="1"/>
      <p:bldP spid="55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Grafo Bipartido Completo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395536" y="1203960"/>
                <a:ext cx="8424936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 número de arestas de um grafo bipartido completo </a:t>
                </a:r>
                <a:r>
                  <a:rPr lang="pt-BR" sz="2000" i="1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K</a:t>
                </a:r>
                <a:r>
                  <a:rPr lang="pt-BR" sz="2000" i="1" baseline="-250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m,n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com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 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sym typeface="Symbol" panose="05050102010706020507" pitchFamily="18" charset="2"/>
                  </a:rPr>
                  <a:t> </a:t>
                </a:r>
                <a:r>
                  <a:rPr lang="pt-BR" sz="2000" i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</a:t>
                </a:r>
                <a:r>
                  <a:rPr lang="pt-BR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vértices é dado por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pt-BR" sz="200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pt-BR" sz="200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pt-BR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endParaRPr lang="pt-BR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203960"/>
                <a:ext cx="8424936" cy="1169551"/>
              </a:xfrm>
              <a:prstGeom prst="rect">
                <a:avLst/>
              </a:prstGeom>
              <a:blipFill rotWithShape="0">
                <a:blip r:embed="rId2"/>
                <a:stretch>
                  <a:fillRect l="-796" t="-4188" r="-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2659157" y="2781840"/>
                <a:ext cx="1675715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sz="16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pt-BR" sz="16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157" y="2781840"/>
                <a:ext cx="1675715" cy="41549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tângulo 45"/>
              <p:cNvSpPr/>
              <p:nvPr/>
            </p:nvSpPr>
            <p:spPr>
              <a:xfrm>
                <a:off x="7012516" y="2604062"/>
                <a:ext cx="1630831" cy="4154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pt-BR" sz="16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600" i="1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pt-BR" sz="1600" i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16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pt-BR" sz="1600" b="1" i="1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pt-BR" sz="1600" b="0" i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pt-BR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Retângulo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516" y="2604062"/>
                <a:ext cx="1630831" cy="4154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Elipse 32"/>
          <p:cNvSpPr/>
          <p:nvPr/>
        </p:nvSpPr>
        <p:spPr>
          <a:xfrm>
            <a:off x="1106113" y="282016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34" name="Elipse 33"/>
          <p:cNvSpPr/>
          <p:nvPr/>
        </p:nvSpPr>
        <p:spPr>
          <a:xfrm>
            <a:off x="1106113" y="355949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35" name="Elipse 34"/>
          <p:cNvSpPr/>
          <p:nvPr/>
        </p:nvSpPr>
        <p:spPr>
          <a:xfrm>
            <a:off x="2236708" y="2590527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36" name="Elipse 35"/>
          <p:cNvSpPr/>
          <p:nvPr/>
        </p:nvSpPr>
        <p:spPr>
          <a:xfrm>
            <a:off x="2236708" y="3789139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37" name="Elipse 36"/>
          <p:cNvSpPr/>
          <p:nvPr/>
        </p:nvSpPr>
        <p:spPr>
          <a:xfrm>
            <a:off x="2236707" y="3189833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cxnSp>
        <p:nvCxnSpPr>
          <p:cNvPr id="38" name="Conector reto 37"/>
          <p:cNvCxnSpPr>
            <a:stCxn id="35" idx="2"/>
            <a:endCxn id="33" idx="7"/>
          </p:cNvCxnSpPr>
          <p:nvPr/>
        </p:nvCxnSpPr>
        <p:spPr>
          <a:xfrm flipH="1">
            <a:off x="1317338" y="2705348"/>
            <a:ext cx="919370" cy="1484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>
            <a:stCxn id="36" idx="2"/>
            <a:endCxn id="34" idx="5"/>
          </p:cNvCxnSpPr>
          <p:nvPr/>
        </p:nvCxnSpPr>
        <p:spPr>
          <a:xfrm flipH="1" flipV="1">
            <a:off x="1317338" y="3755509"/>
            <a:ext cx="919370" cy="1484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/>
          <p:cNvCxnSpPr>
            <a:stCxn id="37" idx="1"/>
            <a:endCxn id="33" idx="6"/>
          </p:cNvCxnSpPr>
          <p:nvPr/>
        </p:nvCxnSpPr>
        <p:spPr>
          <a:xfrm flipH="1" flipV="1">
            <a:off x="1353578" y="2934990"/>
            <a:ext cx="919369" cy="2884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/>
          <p:cNvCxnSpPr>
            <a:stCxn id="36" idx="1"/>
            <a:endCxn id="33" idx="5"/>
          </p:cNvCxnSpPr>
          <p:nvPr/>
        </p:nvCxnSpPr>
        <p:spPr>
          <a:xfrm flipH="1" flipV="1">
            <a:off x="1317338" y="3016181"/>
            <a:ext cx="955610" cy="806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>
            <a:stCxn id="37" idx="3"/>
            <a:endCxn id="34" idx="6"/>
          </p:cNvCxnSpPr>
          <p:nvPr/>
        </p:nvCxnSpPr>
        <p:spPr>
          <a:xfrm flipH="1">
            <a:off x="1353578" y="3385845"/>
            <a:ext cx="919369" cy="28847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/>
          <p:cNvCxnSpPr>
            <a:stCxn id="35" idx="3"/>
            <a:endCxn id="34" idx="7"/>
          </p:cNvCxnSpPr>
          <p:nvPr/>
        </p:nvCxnSpPr>
        <p:spPr>
          <a:xfrm flipH="1">
            <a:off x="1317338" y="2786539"/>
            <a:ext cx="955610" cy="80658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ângulo 48"/>
          <p:cNvSpPr/>
          <p:nvPr/>
        </p:nvSpPr>
        <p:spPr>
          <a:xfrm>
            <a:off x="1544112" y="2158914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2,3</a:t>
            </a:r>
            <a:endParaRPr lang="pt-BR" dirty="0"/>
          </a:p>
        </p:txBody>
      </p:sp>
      <p:sp>
        <p:nvSpPr>
          <p:cNvPr id="50" name="Elipse 49"/>
          <p:cNvSpPr/>
          <p:nvPr/>
        </p:nvSpPr>
        <p:spPr>
          <a:xfrm>
            <a:off x="5475998" y="390396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  <p:sp>
        <p:nvSpPr>
          <p:cNvPr id="52" name="Elipse 51"/>
          <p:cNvSpPr/>
          <p:nvPr/>
        </p:nvSpPr>
        <p:spPr>
          <a:xfrm>
            <a:off x="6474284" y="3903960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53" name="Elipse 52"/>
          <p:cNvSpPr/>
          <p:nvPr/>
        </p:nvSpPr>
        <p:spPr>
          <a:xfrm>
            <a:off x="6961066" y="316757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55" name="Elipse 54"/>
          <p:cNvSpPr/>
          <p:nvPr/>
        </p:nvSpPr>
        <p:spPr>
          <a:xfrm>
            <a:off x="4937766" y="3167578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56" name="Elipse 55"/>
          <p:cNvSpPr/>
          <p:nvPr/>
        </p:nvSpPr>
        <p:spPr>
          <a:xfrm>
            <a:off x="5475998" y="23918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67" name="Elipse 66"/>
          <p:cNvSpPr/>
          <p:nvPr/>
        </p:nvSpPr>
        <p:spPr>
          <a:xfrm>
            <a:off x="6474284" y="2391854"/>
            <a:ext cx="247465" cy="2296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cxnSp>
        <p:nvCxnSpPr>
          <p:cNvPr id="68" name="Conector reto 67"/>
          <p:cNvCxnSpPr>
            <a:stCxn id="56" idx="3"/>
            <a:endCxn id="55" idx="7"/>
          </p:cNvCxnSpPr>
          <p:nvPr/>
        </p:nvCxnSpPr>
        <p:spPr>
          <a:xfrm flipH="1">
            <a:off x="5148991" y="2587866"/>
            <a:ext cx="363247" cy="6133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/>
          <p:cNvCxnSpPr>
            <a:stCxn id="53" idx="3"/>
            <a:endCxn id="52" idx="7"/>
          </p:cNvCxnSpPr>
          <p:nvPr/>
        </p:nvCxnSpPr>
        <p:spPr>
          <a:xfrm flipH="1">
            <a:off x="6685509" y="3363590"/>
            <a:ext cx="311797" cy="574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/>
          <p:cNvCxnSpPr>
            <a:stCxn id="67" idx="5"/>
            <a:endCxn id="53" idx="1"/>
          </p:cNvCxnSpPr>
          <p:nvPr/>
        </p:nvCxnSpPr>
        <p:spPr>
          <a:xfrm>
            <a:off x="6685509" y="2587866"/>
            <a:ext cx="311797" cy="61334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/>
          <p:cNvCxnSpPr>
            <a:stCxn id="55" idx="5"/>
            <a:endCxn id="50" idx="1"/>
          </p:cNvCxnSpPr>
          <p:nvPr/>
        </p:nvCxnSpPr>
        <p:spPr>
          <a:xfrm>
            <a:off x="5148991" y="3363590"/>
            <a:ext cx="363247" cy="5740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/>
          <p:cNvCxnSpPr>
            <a:stCxn id="56" idx="6"/>
            <a:endCxn id="67" idx="2"/>
          </p:cNvCxnSpPr>
          <p:nvPr/>
        </p:nvCxnSpPr>
        <p:spPr>
          <a:xfrm>
            <a:off x="5723463" y="2506675"/>
            <a:ext cx="7508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/>
          <p:cNvCxnSpPr>
            <a:stCxn id="50" idx="6"/>
            <a:endCxn id="52" idx="2"/>
          </p:cNvCxnSpPr>
          <p:nvPr/>
        </p:nvCxnSpPr>
        <p:spPr>
          <a:xfrm>
            <a:off x="5723463" y="4018781"/>
            <a:ext cx="75082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/>
          <p:cNvCxnSpPr>
            <a:stCxn id="55" idx="6"/>
            <a:endCxn id="53" idx="2"/>
          </p:cNvCxnSpPr>
          <p:nvPr/>
        </p:nvCxnSpPr>
        <p:spPr>
          <a:xfrm>
            <a:off x="5185231" y="3282399"/>
            <a:ext cx="177583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/>
          <p:cNvCxnSpPr>
            <a:stCxn id="56" idx="5"/>
            <a:endCxn id="52" idx="1"/>
          </p:cNvCxnSpPr>
          <p:nvPr/>
        </p:nvCxnSpPr>
        <p:spPr>
          <a:xfrm>
            <a:off x="5687223" y="2587866"/>
            <a:ext cx="823301" cy="13497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/>
          <p:cNvCxnSpPr>
            <a:stCxn id="50" idx="7"/>
            <a:endCxn id="67" idx="3"/>
          </p:cNvCxnSpPr>
          <p:nvPr/>
        </p:nvCxnSpPr>
        <p:spPr>
          <a:xfrm flipV="1">
            <a:off x="5687223" y="2587866"/>
            <a:ext cx="823301" cy="13497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tângulo 76"/>
          <p:cNvSpPr/>
          <p:nvPr/>
        </p:nvSpPr>
        <p:spPr>
          <a:xfrm>
            <a:off x="5847842" y="1982890"/>
            <a:ext cx="502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</a:t>
            </a:r>
            <a:r>
              <a:rPr lang="pt-BR" baseline="-25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3,3</a:t>
            </a:r>
            <a:endParaRPr lang="pt-BR" dirty="0"/>
          </a:p>
        </p:txBody>
      </p:sp>
      <p:sp>
        <p:nvSpPr>
          <p:cNvPr id="39" name="Elipse 38"/>
          <p:cNvSpPr/>
          <p:nvPr/>
        </p:nvSpPr>
        <p:spPr>
          <a:xfrm>
            <a:off x="1098730" y="2821550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42" name="Elipse 41"/>
          <p:cNvSpPr/>
          <p:nvPr/>
        </p:nvSpPr>
        <p:spPr>
          <a:xfrm>
            <a:off x="1096077" y="3559497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45" name="Elipse 44"/>
          <p:cNvSpPr/>
          <p:nvPr/>
        </p:nvSpPr>
        <p:spPr>
          <a:xfrm>
            <a:off x="2240935" y="2588947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48" name="Elipse 47"/>
          <p:cNvSpPr/>
          <p:nvPr/>
        </p:nvSpPr>
        <p:spPr>
          <a:xfrm>
            <a:off x="2242452" y="3189072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51" name="Elipse 50"/>
          <p:cNvSpPr/>
          <p:nvPr/>
        </p:nvSpPr>
        <p:spPr>
          <a:xfrm>
            <a:off x="2244091" y="3791906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59" name="Elipse 58"/>
          <p:cNvSpPr/>
          <p:nvPr/>
        </p:nvSpPr>
        <p:spPr>
          <a:xfrm>
            <a:off x="4933655" y="3166617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1</a:t>
            </a:r>
          </a:p>
        </p:txBody>
      </p:sp>
      <p:sp>
        <p:nvSpPr>
          <p:cNvPr id="60" name="Elipse 59"/>
          <p:cNvSpPr/>
          <p:nvPr/>
        </p:nvSpPr>
        <p:spPr>
          <a:xfrm>
            <a:off x="6466719" y="2389610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3</a:t>
            </a:r>
          </a:p>
        </p:txBody>
      </p:sp>
      <p:sp>
        <p:nvSpPr>
          <p:cNvPr id="61" name="Elipse 60"/>
          <p:cNvSpPr/>
          <p:nvPr/>
        </p:nvSpPr>
        <p:spPr>
          <a:xfrm>
            <a:off x="6467196" y="3903100"/>
            <a:ext cx="247465" cy="229642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5</a:t>
            </a:r>
          </a:p>
        </p:txBody>
      </p:sp>
      <p:sp>
        <p:nvSpPr>
          <p:cNvPr id="62" name="Elipse 61"/>
          <p:cNvSpPr/>
          <p:nvPr/>
        </p:nvSpPr>
        <p:spPr>
          <a:xfrm>
            <a:off x="5478543" y="2387587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2</a:t>
            </a:r>
          </a:p>
        </p:txBody>
      </p:sp>
      <p:sp>
        <p:nvSpPr>
          <p:cNvPr id="63" name="Elipse 62"/>
          <p:cNvSpPr/>
          <p:nvPr/>
        </p:nvSpPr>
        <p:spPr>
          <a:xfrm>
            <a:off x="6960693" y="3164357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4</a:t>
            </a:r>
          </a:p>
        </p:txBody>
      </p:sp>
      <p:sp>
        <p:nvSpPr>
          <p:cNvPr id="64" name="Elipse 63"/>
          <p:cNvSpPr/>
          <p:nvPr/>
        </p:nvSpPr>
        <p:spPr>
          <a:xfrm>
            <a:off x="5476293" y="3900989"/>
            <a:ext cx="247465" cy="229642"/>
          </a:xfrm>
          <a:prstGeom prst="ellipse">
            <a:avLst/>
          </a:prstGeom>
          <a:solidFill>
            <a:srgbClr val="FFC000"/>
          </a:solidFill>
          <a:ln>
            <a:solidFill>
              <a:srgbClr val="FF99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pt-BR" sz="14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5066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6" grpId="0"/>
      <p:bldP spid="33" grpId="0" animBg="1"/>
      <p:bldP spid="34" grpId="0" animBg="1"/>
      <p:bldP spid="35" grpId="0" animBg="1"/>
      <p:bldP spid="36" grpId="0" animBg="1"/>
      <p:bldP spid="37" grpId="0" animBg="1"/>
      <p:bldP spid="49" grpId="0"/>
      <p:bldP spid="50" grpId="0" animBg="1"/>
      <p:bldP spid="52" grpId="0" animBg="1"/>
      <p:bldP spid="53" grpId="0" animBg="1"/>
      <p:bldP spid="55" grpId="0" animBg="1"/>
      <p:bldP spid="56" grpId="0" animBg="1"/>
      <p:bldP spid="67" grpId="0" animBg="1"/>
      <p:bldP spid="77" grpId="0"/>
      <p:bldP spid="39" grpId="0" animBg="1"/>
      <p:bldP spid="42" grpId="0" animBg="1"/>
      <p:bldP spid="45" grpId="0" animBg="1"/>
      <p:bldP spid="48" grpId="0" animBg="1"/>
      <p:bldP spid="51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3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AP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ubt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penas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ítulo e texto corrid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It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ítulo,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Apenas imagens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Tabela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Encerramen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4795</Words>
  <Application>Microsoft Office PowerPoint</Application>
  <PresentationFormat>Apresentação na tela (16:9)</PresentationFormat>
  <Paragraphs>1008</Paragraphs>
  <Slides>70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70</vt:i4>
      </vt:variant>
    </vt:vector>
  </HeadingPairs>
  <TitlesOfParts>
    <vt:vector size="84" baseType="lpstr">
      <vt:lpstr>Arial</vt:lpstr>
      <vt:lpstr>Arial Black</vt:lpstr>
      <vt:lpstr>Calibri</vt:lpstr>
      <vt:lpstr>Cambria Math</vt:lpstr>
      <vt:lpstr>CAPA</vt:lpstr>
      <vt:lpstr>Subtítulo</vt:lpstr>
      <vt:lpstr>Apenas texto corrido</vt:lpstr>
      <vt:lpstr>Título e texto corrido</vt:lpstr>
      <vt:lpstr>Item</vt:lpstr>
      <vt:lpstr>Título, texto e imagem</vt:lpstr>
      <vt:lpstr>Texto e imagem</vt:lpstr>
      <vt:lpstr>Apenas imagens</vt:lpstr>
      <vt:lpstr>Tabela</vt:lpstr>
      <vt:lpstr>Encerramento</vt:lpstr>
      <vt:lpstr>Conceitos Fundamentais</vt:lpstr>
      <vt:lpstr>Grafo – Definição</vt:lpstr>
      <vt:lpstr>Grafo – Definição</vt:lpstr>
      <vt:lpstr>Grafo – Definição</vt:lpstr>
      <vt:lpstr>Grafo Não Direcionado</vt:lpstr>
      <vt:lpstr>Grafo Não Direcionado</vt:lpstr>
      <vt:lpstr>Grafo Direcionado</vt:lpstr>
      <vt:lpstr>Grafo Direcionado</vt:lpstr>
      <vt:lpstr>Grafo Não Direcionado × Grafo Direcionado</vt:lpstr>
      <vt:lpstr>Laços</vt:lpstr>
      <vt:lpstr>Arestas Paralelas e Antiparalelas</vt:lpstr>
      <vt:lpstr>Grafo Simples</vt:lpstr>
      <vt:lpstr>Relação de Adjacência / Vizinhança</vt:lpstr>
      <vt:lpstr>Relação de Adjacência</vt:lpstr>
      <vt:lpstr>Vizinhança</vt:lpstr>
      <vt:lpstr>Vizinhança</vt:lpstr>
      <vt:lpstr>Vizinhança</vt:lpstr>
      <vt:lpstr>Vizinhança</vt:lpstr>
      <vt:lpstr>Vizinhança</vt:lpstr>
      <vt:lpstr>Vizinhança</vt:lpstr>
      <vt:lpstr>Sucessores</vt:lpstr>
      <vt:lpstr>Sucessores</vt:lpstr>
      <vt:lpstr>Sucessores</vt:lpstr>
      <vt:lpstr>Sucessores</vt:lpstr>
      <vt:lpstr>Sucessores</vt:lpstr>
      <vt:lpstr>Sucessores</vt:lpstr>
      <vt:lpstr>Predecessores</vt:lpstr>
      <vt:lpstr>Predecessores</vt:lpstr>
      <vt:lpstr>Predecessores</vt:lpstr>
      <vt:lpstr>Predecessores</vt:lpstr>
      <vt:lpstr>Predecessores</vt:lpstr>
      <vt:lpstr>Predecessores</vt:lpstr>
      <vt:lpstr>Relação de Incidência / Grau</vt:lpstr>
      <vt:lpstr>Relação de Incidência</vt:lpstr>
      <vt:lpstr>Grau de Vértice</vt:lpstr>
      <vt:lpstr>Grau de Vértice</vt:lpstr>
      <vt:lpstr>Grau de Vértice</vt:lpstr>
      <vt:lpstr>Grau de Vértice</vt:lpstr>
      <vt:lpstr>Grau de Vértice</vt:lpstr>
      <vt:lpstr>Grau de Vértice</vt:lpstr>
      <vt:lpstr>Grau de Vértice</vt:lpstr>
      <vt:lpstr>Sequência de Graus</vt:lpstr>
      <vt:lpstr>Grau de Entrada de Vértice</vt:lpstr>
      <vt:lpstr>Grau de Entrada de Vértice</vt:lpstr>
      <vt:lpstr>Grau de Entrada de Vértice</vt:lpstr>
      <vt:lpstr>Grau de Entrada de Vértice</vt:lpstr>
      <vt:lpstr>Grau de Entrada de Vértice</vt:lpstr>
      <vt:lpstr>Grau de Entrada de Vértice</vt:lpstr>
      <vt:lpstr>Grau de Saída de Vértice</vt:lpstr>
      <vt:lpstr>Grau de Saída de Vértice</vt:lpstr>
      <vt:lpstr>Grau de Saída de Vértice</vt:lpstr>
      <vt:lpstr>Grau de Saída de Vértice</vt:lpstr>
      <vt:lpstr>Grau de Saída de Vértice</vt:lpstr>
      <vt:lpstr>Grau de Saída de Vértice</vt:lpstr>
      <vt:lpstr>Grau de Entrada × Grau de Saída</vt:lpstr>
      <vt:lpstr>Vértice Isolado / Vértice Pendente</vt:lpstr>
      <vt:lpstr>Componente</vt:lpstr>
      <vt:lpstr>Alguns Tipos de Grafos</vt:lpstr>
      <vt:lpstr>Grafo Regular</vt:lpstr>
      <vt:lpstr>Grafo Completo</vt:lpstr>
      <vt:lpstr>Grafo Completo</vt:lpstr>
      <vt:lpstr>Grafo Nulo</vt:lpstr>
      <vt:lpstr>Grafo Complementar</vt:lpstr>
      <vt:lpstr>Grafo Complementar</vt:lpstr>
      <vt:lpstr>Grafo Rotulado</vt:lpstr>
      <vt:lpstr>Grafo Ponderado</vt:lpstr>
      <vt:lpstr>Grafo Bipartido</vt:lpstr>
      <vt:lpstr>Grafo Bipartido Completo</vt:lpstr>
      <vt:lpstr>Grafo Bipartido Completo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Kelen da Silva Miranda</dc:creator>
  <cp:lastModifiedBy>Leonardo</cp:lastModifiedBy>
  <cp:revision>113</cp:revision>
  <dcterms:created xsi:type="dcterms:W3CDTF">2018-04-05T14:34:00Z</dcterms:created>
  <dcterms:modified xsi:type="dcterms:W3CDTF">2022-07-30T22:55:35Z</dcterms:modified>
</cp:coreProperties>
</file>