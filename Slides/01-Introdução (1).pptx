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47"/>
  </p:notesMasterIdLst>
  <p:handoutMasterIdLst>
    <p:handoutMasterId r:id="rId48"/>
  </p:handoutMasterIdLst>
  <p:sldIdLst>
    <p:sldId id="256" r:id="rId11"/>
    <p:sldId id="287" r:id="rId12"/>
    <p:sldId id="272" r:id="rId13"/>
    <p:sldId id="273" r:id="rId14"/>
    <p:sldId id="274" r:id="rId15"/>
    <p:sldId id="278" r:id="rId16"/>
    <p:sldId id="279" r:id="rId17"/>
    <p:sldId id="275" r:id="rId18"/>
    <p:sldId id="276" r:id="rId19"/>
    <p:sldId id="277" r:id="rId20"/>
    <p:sldId id="288" r:id="rId21"/>
    <p:sldId id="280" r:id="rId22"/>
    <p:sldId id="285" r:id="rId23"/>
    <p:sldId id="283" r:id="rId24"/>
    <p:sldId id="284" r:id="rId25"/>
    <p:sldId id="282" r:id="rId26"/>
    <p:sldId id="286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270" r:id="rId46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7CE2720D-EE16-4C9D-B444-49FCEABA3383}" type="presOf" srcId="{04C72F56-FFE0-4FF7-965E-D222C7546E56}" destId="{FDA191A8-9DBB-46BB-AE09-D181806A2324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82664020-0F9E-4C6E-99CC-E2D1925A54BF}" type="presOf" srcId="{92DF5FC9-4340-40C1-83FB-7E14A1745C1B}" destId="{941E2DA1-DDC7-4442-9011-D21E2B00BE93}" srcOrd="0" destOrd="0" presId="urn:microsoft.com/office/officeart/2005/8/layout/lProcess1"/>
    <dgm:cxn modelId="{DE312825-AACB-4469-9A5D-3674462C2A37}" type="presOf" srcId="{1302C49B-BF90-4728-A410-178F15EC9E82}" destId="{7BE4AD5E-43F9-4781-B4AA-2515F5B1BD75}" srcOrd="0" destOrd="0" presId="urn:microsoft.com/office/officeart/2005/8/layout/lProcess1"/>
    <dgm:cxn modelId="{16FC972A-8582-4F34-AFE4-18F28581DF92}" type="presOf" srcId="{832147B8-FC44-41CA-934A-9988EC29B1BE}" destId="{84ABB7F8-A74A-4BBE-AF4E-630B797A3611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08B5495C-CB95-4AF3-80F0-7DCBB7AB2318}" type="presOf" srcId="{34E6B46C-D130-48F9-A34A-F327F1DF775B}" destId="{B67CE852-8EBF-4120-96CF-C9CAAAC189EE}" srcOrd="0" destOrd="0" presId="urn:microsoft.com/office/officeart/2005/8/layout/lProcess1"/>
    <dgm:cxn modelId="{FBBB0342-A523-4A56-AE96-AC0D29992ED9}" type="presOf" srcId="{BA046E01-3F2A-41C0-A404-1B4CAB0B3D20}" destId="{D5965CC1-CDA9-4442-86AD-5AAD6114E097}" srcOrd="0" destOrd="0" presId="urn:microsoft.com/office/officeart/2005/8/layout/lProcess1"/>
    <dgm:cxn modelId="{B4121367-5D79-4B25-835B-6E92633A46C8}" type="presOf" srcId="{A0DDAA26-A555-469D-8E06-2FB16EC6E3B7}" destId="{F499673B-3F43-4041-8E6C-68E0D4EB2FE6}" srcOrd="0" destOrd="0" presId="urn:microsoft.com/office/officeart/2005/8/layout/lProcess1"/>
    <dgm:cxn modelId="{C79BA748-B65E-4321-9C48-8D40522D9DA2}" type="presOf" srcId="{B00FF7C2-3C87-48CD-890A-E5D80998FD87}" destId="{613F707E-BD04-4FCB-9A82-192900BCFF35}" srcOrd="0" destOrd="0" presId="urn:microsoft.com/office/officeart/2005/8/layout/lProcess1"/>
    <dgm:cxn modelId="{ACCAC048-CFB6-4BB2-AAD6-97FC1A37E014}" type="presOf" srcId="{2FC8F38B-1C1A-4756-B96A-6A13A1EBD14C}" destId="{4E0AE06F-4FF6-436E-9139-3032DA1C3CBE}" srcOrd="0" destOrd="0" presId="urn:microsoft.com/office/officeart/2005/8/layout/lProcess1"/>
    <dgm:cxn modelId="{EB14DF69-FD3C-464D-82D5-16D25A0B43D5}" type="presOf" srcId="{02AF9F55-4685-48C4-8907-EE3BB334A298}" destId="{9547D59D-F9D4-4DC4-A266-73981A9DC37B}" srcOrd="0" destOrd="0" presId="urn:microsoft.com/office/officeart/2005/8/layout/lProcess1"/>
    <dgm:cxn modelId="{1D300D4E-B137-4942-B0A4-5341B4E12773}" type="presOf" srcId="{DCBE611C-3769-4754-82C9-C0A1140B9245}" destId="{AD10A155-D756-4E1C-A7B3-E128EF4D2E87}" srcOrd="0" destOrd="0" presId="urn:microsoft.com/office/officeart/2005/8/layout/lProcess1"/>
    <dgm:cxn modelId="{49E15974-EDA7-4AB2-BB06-1882357026FF}" type="presOf" srcId="{54D31B5A-B242-4FD7-8391-A50950B0E5CC}" destId="{221B106A-0778-4DB5-85AF-FE03BB3EFA84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B88153A3-D4FC-4769-8459-FED36AC0C6BB}" type="presOf" srcId="{8D411CA1-2EC1-42D5-B265-51ABBA4D31E6}" destId="{B0FFC983-5999-48F9-BD0F-D23CD7DA2CAD}" srcOrd="0" destOrd="0" presId="urn:microsoft.com/office/officeart/2005/8/layout/lProcess1"/>
    <dgm:cxn modelId="{A71348B2-83BD-4A2C-A8EC-33CBB462EAE2}" type="presOf" srcId="{76ED80CB-A122-4FE9-ADAA-45DBB708FFC4}" destId="{E5FA4CD8-C0B6-49A0-848F-211A12F2627A}" srcOrd="0" destOrd="0" presId="urn:microsoft.com/office/officeart/2005/8/layout/lProcess1"/>
    <dgm:cxn modelId="{736BF1B7-CE4A-42B7-B3E6-C73427437C46}" type="presOf" srcId="{F7AB9256-6717-4B4F-8BBA-39A242CB0E1B}" destId="{AA0F4C8A-94D5-46F4-8885-C087E2155A13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C3421AD5-68DB-4546-8369-310B8700663D}" type="presOf" srcId="{C3974F10-98C8-47D3-8DF3-325A1FC97D06}" destId="{4F4A5E7D-B077-404F-8D43-77D1BF835745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8A90C0E9-6A3F-49BD-BE7B-1A9BC939EC4C}" type="presOf" srcId="{505C0A79-89AA-4AA2-8C62-C102E37035D6}" destId="{CF241F6E-C8D4-4605-953D-F7370F85ED8F}" srcOrd="0" destOrd="0" presId="urn:microsoft.com/office/officeart/2005/8/layout/lProcess1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B04108F5-4D4C-49E8-B3FF-A1EA80ED46D3}" type="presOf" srcId="{0BCC7B0F-A315-4766-BDAE-80D28EB5B1DC}" destId="{02DE9BEE-E1CF-4F04-85A8-98F8BD17E8A1}" srcOrd="0" destOrd="0" presId="urn:microsoft.com/office/officeart/2005/8/layout/lProcess1"/>
    <dgm:cxn modelId="{3B472FF9-93D9-4178-8F34-5B1B5371875C}" type="presOf" srcId="{8163CBD8-D48F-43F8-A617-5ABFF7264626}" destId="{13D22C96-D044-4258-9BDF-E29141056667}" srcOrd="0" destOrd="0" presId="urn:microsoft.com/office/officeart/2005/8/layout/lProcess1"/>
    <dgm:cxn modelId="{DBEF27C0-C3CC-4DC5-BD76-3A9047564ECC}" type="presParOf" srcId="{02DE9BEE-E1CF-4F04-85A8-98F8BD17E8A1}" destId="{2CC65E07-B510-4BCB-8BA3-3E689163783D}" srcOrd="0" destOrd="0" presId="urn:microsoft.com/office/officeart/2005/8/layout/lProcess1"/>
    <dgm:cxn modelId="{E929957E-421F-47A8-8B96-9A0B98CBECB6}" type="presParOf" srcId="{2CC65E07-B510-4BCB-8BA3-3E689163783D}" destId="{B67CE852-8EBF-4120-96CF-C9CAAAC189EE}" srcOrd="0" destOrd="0" presId="urn:microsoft.com/office/officeart/2005/8/layout/lProcess1"/>
    <dgm:cxn modelId="{41A3560D-A522-4CAC-A5F7-0600E79056F3}" type="presParOf" srcId="{2CC65E07-B510-4BCB-8BA3-3E689163783D}" destId="{9547D59D-F9D4-4DC4-A266-73981A9DC37B}" srcOrd="1" destOrd="0" presId="urn:microsoft.com/office/officeart/2005/8/layout/lProcess1"/>
    <dgm:cxn modelId="{454376B8-90D4-4AA5-B9DC-ED3470AB792A}" type="presParOf" srcId="{2CC65E07-B510-4BCB-8BA3-3E689163783D}" destId="{4F4A5E7D-B077-404F-8D43-77D1BF835745}" srcOrd="2" destOrd="0" presId="urn:microsoft.com/office/officeart/2005/8/layout/lProcess1"/>
    <dgm:cxn modelId="{DE4330C1-19FF-4C81-9700-AAC92DB1DEE8}" type="presParOf" srcId="{2CC65E07-B510-4BCB-8BA3-3E689163783D}" destId="{221B106A-0778-4DB5-85AF-FE03BB3EFA84}" srcOrd="3" destOrd="0" presId="urn:microsoft.com/office/officeart/2005/8/layout/lProcess1"/>
    <dgm:cxn modelId="{EE4C0B38-7539-40C5-A4C7-674D8F120E75}" type="presParOf" srcId="{2CC65E07-B510-4BCB-8BA3-3E689163783D}" destId="{FDA191A8-9DBB-46BB-AE09-D181806A2324}" srcOrd="4" destOrd="0" presId="urn:microsoft.com/office/officeart/2005/8/layout/lProcess1"/>
    <dgm:cxn modelId="{CFBEDDA5-3653-4C7B-A6B3-CE0CCB2D8B9F}" type="presParOf" srcId="{02DE9BEE-E1CF-4F04-85A8-98F8BD17E8A1}" destId="{256EB4C6-05CA-400A-9577-611E65809C33}" srcOrd="1" destOrd="0" presId="urn:microsoft.com/office/officeart/2005/8/layout/lProcess1"/>
    <dgm:cxn modelId="{CD44A84D-9CA0-46A0-BC79-7CD4D51B6BD3}" type="presParOf" srcId="{02DE9BEE-E1CF-4F04-85A8-98F8BD17E8A1}" destId="{AC9B4ED3-222A-4418-BFF9-0CA1FBFF9DE6}" srcOrd="2" destOrd="0" presId="urn:microsoft.com/office/officeart/2005/8/layout/lProcess1"/>
    <dgm:cxn modelId="{2199C6A2-7B45-4EFA-896D-3AAFC732DCCE}" type="presParOf" srcId="{AC9B4ED3-222A-4418-BFF9-0CA1FBFF9DE6}" destId="{4E0AE06F-4FF6-436E-9139-3032DA1C3CBE}" srcOrd="0" destOrd="0" presId="urn:microsoft.com/office/officeart/2005/8/layout/lProcess1"/>
    <dgm:cxn modelId="{621E947B-0714-415A-8A9D-32B7027E959F}" type="presParOf" srcId="{AC9B4ED3-222A-4418-BFF9-0CA1FBFF9DE6}" destId="{F499673B-3F43-4041-8E6C-68E0D4EB2FE6}" srcOrd="1" destOrd="0" presId="urn:microsoft.com/office/officeart/2005/8/layout/lProcess1"/>
    <dgm:cxn modelId="{6AB74CFA-1096-4AA7-8080-EC6293181251}" type="presParOf" srcId="{AC9B4ED3-222A-4418-BFF9-0CA1FBFF9DE6}" destId="{AA0F4C8A-94D5-46F4-8885-C087E2155A13}" srcOrd="2" destOrd="0" presId="urn:microsoft.com/office/officeart/2005/8/layout/lProcess1"/>
    <dgm:cxn modelId="{C84565F5-38E8-4003-8424-3E74288B456E}" type="presParOf" srcId="{AC9B4ED3-222A-4418-BFF9-0CA1FBFF9DE6}" destId="{B0FFC983-5999-48F9-BD0F-D23CD7DA2CAD}" srcOrd="3" destOrd="0" presId="urn:microsoft.com/office/officeart/2005/8/layout/lProcess1"/>
    <dgm:cxn modelId="{2191C616-2492-4BA4-A660-F3A9CE727B03}" type="presParOf" srcId="{AC9B4ED3-222A-4418-BFF9-0CA1FBFF9DE6}" destId="{D5965CC1-CDA9-4442-86AD-5AAD6114E097}" srcOrd="4" destOrd="0" presId="urn:microsoft.com/office/officeart/2005/8/layout/lProcess1"/>
    <dgm:cxn modelId="{AD7F302A-A442-4F42-9BAE-0F6DBF27A8EE}" type="presParOf" srcId="{02DE9BEE-E1CF-4F04-85A8-98F8BD17E8A1}" destId="{EC3D6EF8-AE00-47D1-9A62-315AE44BF59C}" srcOrd="3" destOrd="0" presId="urn:microsoft.com/office/officeart/2005/8/layout/lProcess1"/>
    <dgm:cxn modelId="{BF57B893-C06F-4AA2-B930-92189B788425}" type="presParOf" srcId="{02DE9BEE-E1CF-4F04-85A8-98F8BD17E8A1}" destId="{831E1CFE-9C17-412C-BC0B-526B256F1A24}" srcOrd="4" destOrd="0" presId="urn:microsoft.com/office/officeart/2005/8/layout/lProcess1"/>
    <dgm:cxn modelId="{89BB2C6F-1CC4-4DD4-918D-4F683D135AC4}" type="presParOf" srcId="{831E1CFE-9C17-412C-BC0B-526B256F1A24}" destId="{84ABB7F8-A74A-4BBE-AF4E-630B797A3611}" srcOrd="0" destOrd="0" presId="urn:microsoft.com/office/officeart/2005/8/layout/lProcess1"/>
    <dgm:cxn modelId="{1EDF30C8-C7BD-4AFB-8E5C-12D8BFDE96B9}" type="presParOf" srcId="{831E1CFE-9C17-412C-BC0B-526B256F1A24}" destId="{613F707E-BD04-4FCB-9A82-192900BCFF35}" srcOrd="1" destOrd="0" presId="urn:microsoft.com/office/officeart/2005/8/layout/lProcess1"/>
    <dgm:cxn modelId="{03A019AE-1895-4C9A-910F-5DEBD4E5741C}" type="presParOf" srcId="{831E1CFE-9C17-412C-BC0B-526B256F1A24}" destId="{E5FA4CD8-C0B6-49A0-848F-211A12F2627A}" srcOrd="2" destOrd="0" presId="urn:microsoft.com/office/officeart/2005/8/layout/lProcess1"/>
    <dgm:cxn modelId="{6B43B3BA-9D26-462C-9C9C-70B6479FEB63}" type="presParOf" srcId="{831E1CFE-9C17-412C-BC0B-526B256F1A24}" destId="{7BE4AD5E-43F9-4781-B4AA-2515F5B1BD75}" srcOrd="3" destOrd="0" presId="urn:microsoft.com/office/officeart/2005/8/layout/lProcess1"/>
    <dgm:cxn modelId="{77DF7B5B-2E6B-4745-8074-3A5D3F4A3D8D}" type="presParOf" srcId="{831E1CFE-9C17-412C-BC0B-526B256F1A24}" destId="{AD10A155-D756-4E1C-A7B3-E128EF4D2E87}" srcOrd="4" destOrd="0" presId="urn:microsoft.com/office/officeart/2005/8/layout/lProcess1"/>
    <dgm:cxn modelId="{F3416D85-2034-42EF-8355-2C457CC52D4B}" type="presParOf" srcId="{02DE9BEE-E1CF-4F04-85A8-98F8BD17E8A1}" destId="{68925C74-898A-4584-A31F-35E1302EAB5E}" srcOrd="5" destOrd="0" presId="urn:microsoft.com/office/officeart/2005/8/layout/lProcess1"/>
    <dgm:cxn modelId="{BF50F5C2-4272-481A-8C1C-4BFFFD3EDE9C}" type="presParOf" srcId="{02DE9BEE-E1CF-4F04-85A8-98F8BD17E8A1}" destId="{9DA84245-4E98-4076-8D5F-49B048FA9707}" srcOrd="6" destOrd="0" presId="urn:microsoft.com/office/officeart/2005/8/layout/lProcess1"/>
    <dgm:cxn modelId="{7FA2F76A-0916-4F76-9133-86243B43106B}" type="presParOf" srcId="{9DA84245-4E98-4076-8D5F-49B048FA9707}" destId="{941E2DA1-DDC7-4442-9011-D21E2B00BE93}" srcOrd="0" destOrd="0" presId="urn:microsoft.com/office/officeart/2005/8/layout/lProcess1"/>
    <dgm:cxn modelId="{D91DD200-F477-4D16-A750-2EE8C4D2911A}" type="presParOf" srcId="{9DA84245-4E98-4076-8D5F-49B048FA9707}" destId="{CF241F6E-C8D4-4605-953D-F7370F85ED8F}" srcOrd="1" destOrd="0" presId="urn:microsoft.com/office/officeart/2005/8/layout/lProcess1"/>
    <dgm:cxn modelId="{69084F6A-30CD-4083-9AC3-309DBF992237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2B3BD603-E926-48F8-84C9-719390145207}" type="presOf" srcId="{B00FF7C2-3C87-48CD-890A-E5D80998FD87}" destId="{613F707E-BD04-4FCB-9A82-192900BCFF35}" srcOrd="0" destOrd="0" presId="urn:microsoft.com/office/officeart/2005/8/layout/lProcess1"/>
    <dgm:cxn modelId="{E6F8B80F-A3C3-44B0-990E-B1A769B59046}" type="presOf" srcId="{C3974F10-98C8-47D3-8DF3-325A1FC97D06}" destId="{4F4A5E7D-B077-404F-8D43-77D1BF835745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0434EB13-322B-48F2-B5F3-A2451DA55A65}" type="presOf" srcId="{02AF9F55-4685-48C4-8907-EE3BB334A298}" destId="{9547D59D-F9D4-4DC4-A266-73981A9DC37B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D715BD20-0D8C-4798-97AF-99415F8031B7}" type="presOf" srcId="{8D411CA1-2EC1-42D5-B265-51ABBA4D31E6}" destId="{B0FFC983-5999-48F9-BD0F-D23CD7DA2CAD}" srcOrd="0" destOrd="0" presId="urn:microsoft.com/office/officeart/2005/8/layout/lProcess1"/>
    <dgm:cxn modelId="{9FE68526-2769-4D21-B3C2-89B7D883FE47}" type="presOf" srcId="{2FC8F38B-1C1A-4756-B96A-6A13A1EBD14C}" destId="{4E0AE06F-4FF6-436E-9139-3032DA1C3CBE}" srcOrd="0" destOrd="0" presId="urn:microsoft.com/office/officeart/2005/8/layout/lProcess1"/>
    <dgm:cxn modelId="{0361782B-8FDF-418B-81B3-B7DA54DC6F75}" type="presOf" srcId="{76ED80CB-A122-4FE9-ADAA-45DBB708FFC4}" destId="{E5FA4CD8-C0B6-49A0-848F-211A12F2627A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62170A48-4AA4-45C3-9AEA-163298A5459A}" type="presOf" srcId="{A0DDAA26-A555-469D-8E06-2FB16EC6E3B7}" destId="{F499673B-3F43-4041-8E6C-68E0D4EB2FE6}" srcOrd="0" destOrd="0" presId="urn:microsoft.com/office/officeart/2005/8/layout/lProcess1"/>
    <dgm:cxn modelId="{BC124769-6B30-4E5D-B23D-B26AC2239CA1}" type="presOf" srcId="{BA046E01-3F2A-41C0-A404-1B4CAB0B3D20}" destId="{D5965CC1-CDA9-4442-86AD-5AAD6114E097}" srcOrd="0" destOrd="0" presId="urn:microsoft.com/office/officeart/2005/8/layout/lProcess1"/>
    <dgm:cxn modelId="{1A136754-D9D2-49A5-BCAC-DADF9091D887}" type="presOf" srcId="{92DF5FC9-4340-40C1-83FB-7E14A1745C1B}" destId="{941E2DA1-DDC7-4442-9011-D21E2B00BE93}" srcOrd="0" destOrd="0" presId="urn:microsoft.com/office/officeart/2005/8/layout/lProcess1"/>
    <dgm:cxn modelId="{063D4D77-D63B-4096-BF4C-B546A32D79B2}" type="presOf" srcId="{832147B8-FC44-41CA-934A-9988EC29B1BE}" destId="{84ABB7F8-A74A-4BBE-AF4E-630B797A3611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FD6B8D86-1761-4754-AABD-7203B6EF955E}" type="presOf" srcId="{505C0A79-89AA-4AA2-8C62-C102E37035D6}" destId="{CF241F6E-C8D4-4605-953D-F7370F85ED8F}" srcOrd="0" destOrd="0" presId="urn:microsoft.com/office/officeart/2005/8/layout/lProcess1"/>
    <dgm:cxn modelId="{8B8A7F8D-C088-448D-A50D-EB17ED1EEDF0}" type="presOf" srcId="{DCBE611C-3769-4754-82C9-C0A1140B9245}" destId="{AD10A155-D756-4E1C-A7B3-E128EF4D2E87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935AD7A8-0997-447C-BCC0-D9C7FF8A351D}" type="presOf" srcId="{8163CBD8-D48F-43F8-A617-5ABFF7264626}" destId="{13D22C96-D044-4258-9BDF-E29141056667}" srcOrd="0" destOrd="0" presId="urn:microsoft.com/office/officeart/2005/8/layout/lProcess1"/>
    <dgm:cxn modelId="{067BDDB0-3B7D-4995-BF12-B8948F1A66F8}" type="presOf" srcId="{F7AB9256-6717-4B4F-8BBA-39A242CB0E1B}" destId="{AA0F4C8A-94D5-46F4-8885-C087E2155A13}" srcOrd="0" destOrd="0" presId="urn:microsoft.com/office/officeart/2005/8/layout/lProcess1"/>
    <dgm:cxn modelId="{A0C2D2C0-7020-4B99-A8A5-64EBAEBFE1AA}" type="presOf" srcId="{34E6B46C-D130-48F9-A34A-F327F1DF775B}" destId="{B67CE852-8EBF-4120-96CF-C9CAAAC189EE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063DF0D7-0A6D-42CD-80DD-AC3A49028363}" type="presOf" srcId="{0BCC7B0F-A315-4766-BDAE-80D28EB5B1DC}" destId="{02DE9BEE-E1CF-4F04-85A8-98F8BD17E8A1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C860D9DE-C130-4D8F-8E8E-F6F69C53687D}" type="presOf" srcId="{04C72F56-FFE0-4FF7-965E-D222C7546E56}" destId="{FDA191A8-9DBB-46BB-AE09-D181806A2324}" srcOrd="0" destOrd="0" presId="urn:microsoft.com/office/officeart/2005/8/layout/lProcess1"/>
    <dgm:cxn modelId="{47971BE6-39A0-44B2-B4EE-B81FF737B8E7}" type="presOf" srcId="{54D31B5A-B242-4FD7-8391-A50950B0E5CC}" destId="{221B106A-0778-4DB5-85AF-FE03BB3EFA84}" srcOrd="0" destOrd="0" presId="urn:microsoft.com/office/officeart/2005/8/layout/lProcess1"/>
    <dgm:cxn modelId="{2B3321E8-2B75-4A78-BDBA-4BE5B112598D}" type="presOf" srcId="{1302C49B-BF90-4728-A410-178F15EC9E82}" destId="{7BE4AD5E-43F9-4781-B4AA-2515F5B1BD75}" srcOrd="0" destOrd="0" presId="urn:microsoft.com/office/officeart/2005/8/layout/lProcess1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D2597BEC-63AB-49D6-AAC0-1741DFDAEEF1}" type="presParOf" srcId="{02DE9BEE-E1CF-4F04-85A8-98F8BD17E8A1}" destId="{2CC65E07-B510-4BCB-8BA3-3E689163783D}" srcOrd="0" destOrd="0" presId="urn:microsoft.com/office/officeart/2005/8/layout/lProcess1"/>
    <dgm:cxn modelId="{D5198D75-641E-4D3A-9489-59BE2A03AA5B}" type="presParOf" srcId="{2CC65E07-B510-4BCB-8BA3-3E689163783D}" destId="{B67CE852-8EBF-4120-96CF-C9CAAAC189EE}" srcOrd="0" destOrd="0" presId="urn:microsoft.com/office/officeart/2005/8/layout/lProcess1"/>
    <dgm:cxn modelId="{D2F1375C-EFAB-4508-8D51-2F4C675AED96}" type="presParOf" srcId="{2CC65E07-B510-4BCB-8BA3-3E689163783D}" destId="{9547D59D-F9D4-4DC4-A266-73981A9DC37B}" srcOrd="1" destOrd="0" presId="urn:microsoft.com/office/officeart/2005/8/layout/lProcess1"/>
    <dgm:cxn modelId="{98A4A18F-8F9C-463E-AB41-642C36F5846D}" type="presParOf" srcId="{2CC65E07-B510-4BCB-8BA3-3E689163783D}" destId="{4F4A5E7D-B077-404F-8D43-77D1BF835745}" srcOrd="2" destOrd="0" presId="urn:microsoft.com/office/officeart/2005/8/layout/lProcess1"/>
    <dgm:cxn modelId="{6BC2C912-E802-4A78-B47C-D444653D9391}" type="presParOf" srcId="{2CC65E07-B510-4BCB-8BA3-3E689163783D}" destId="{221B106A-0778-4DB5-85AF-FE03BB3EFA84}" srcOrd="3" destOrd="0" presId="urn:microsoft.com/office/officeart/2005/8/layout/lProcess1"/>
    <dgm:cxn modelId="{4A5F585E-3F0B-4C74-84C3-51AD72346B09}" type="presParOf" srcId="{2CC65E07-B510-4BCB-8BA3-3E689163783D}" destId="{FDA191A8-9DBB-46BB-AE09-D181806A2324}" srcOrd="4" destOrd="0" presId="urn:microsoft.com/office/officeart/2005/8/layout/lProcess1"/>
    <dgm:cxn modelId="{99BB6839-3F08-4BA7-930A-CA6861AFAEC2}" type="presParOf" srcId="{02DE9BEE-E1CF-4F04-85A8-98F8BD17E8A1}" destId="{256EB4C6-05CA-400A-9577-611E65809C33}" srcOrd="1" destOrd="0" presId="urn:microsoft.com/office/officeart/2005/8/layout/lProcess1"/>
    <dgm:cxn modelId="{F002A2F6-2201-468D-AAF1-F396BF1B22AE}" type="presParOf" srcId="{02DE9BEE-E1CF-4F04-85A8-98F8BD17E8A1}" destId="{AC9B4ED3-222A-4418-BFF9-0CA1FBFF9DE6}" srcOrd="2" destOrd="0" presId="urn:microsoft.com/office/officeart/2005/8/layout/lProcess1"/>
    <dgm:cxn modelId="{35BA0DE5-76B6-4642-AA9E-E9AE4CC1B667}" type="presParOf" srcId="{AC9B4ED3-222A-4418-BFF9-0CA1FBFF9DE6}" destId="{4E0AE06F-4FF6-436E-9139-3032DA1C3CBE}" srcOrd="0" destOrd="0" presId="urn:microsoft.com/office/officeart/2005/8/layout/lProcess1"/>
    <dgm:cxn modelId="{13E2CEDE-2C22-45CA-B7C0-20BB5014DC89}" type="presParOf" srcId="{AC9B4ED3-222A-4418-BFF9-0CA1FBFF9DE6}" destId="{F499673B-3F43-4041-8E6C-68E0D4EB2FE6}" srcOrd="1" destOrd="0" presId="urn:microsoft.com/office/officeart/2005/8/layout/lProcess1"/>
    <dgm:cxn modelId="{59E5CB32-0BD3-4FFF-AF5F-1FD75A38B7FD}" type="presParOf" srcId="{AC9B4ED3-222A-4418-BFF9-0CA1FBFF9DE6}" destId="{AA0F4C8A-94D5-46F4-8885-C087E2155A13}" srcOrd="2" destOrd="0" presId="urn:microsoft.com/office/officeart/2005/8/layout/lProcess1"/>
    <dgm:cxn modelId="{8B1BCAFB-4092-43D6-9C60-DCED31347FC1}" type="presParOf" srcId="{AC9B4ED3-222A-4418-BFF9-0CA1FBFF9DE6}" destId="{B0FFC983-5999-48F9-BD0F-D23CD7DA2CAD}" srcOrd="3" destOrd="0" presId="urn:microsoft.com/office/officeart/2005/8/layout/lProcess1"/>
    <dgm:cxn modelId="{37E3A425-9757-408C-ACF9-6F2C2D1895D7}" type="presParOf" srcId="{AC9B4ED3-222A-4418-BFF9-0CA1FBFF9DE6}" destId="{D5965CC1-CDA9-4442-86AD-5AAD6114E097}" srcOrd="4" destOrd="0" presId="urn:microsoft.com/office/officeart/2005/8/layout/lProcess1"/>
    <dgm:cxn modelId="{C5FC2A50-217C-47AA-8721-7D934FFF97ED}" type="presParOf" srcId="{02DE9BEE-E1CF-4F04-85A8-98F8BD17E8A1}" destId="{EC3D6EF8-AE00-47D1-9A62-315AE44BF59C}" srcOrd="3" destOrd="0" presId="urn:microsoft.com/office/officeart/2005/8/layout/lProcess1"/>
    <dgm:cxn modelId="{D6466BDE-A5BB-4432-A5CE-D38B2EA5CE8A}" type="presParOf" srcId="{02DE9BEE-E1CF-4F04-85A8-98F8BD17E8A1}" destId="{831E1CFE-9C17-412C-BC0B-526B256F1A24}" srcOrd="4" destOrd="0" presId="urn:microsoft.com/office/officeart/2005/8/layout/lProcess1"/>
    <dgm:cxn modelId="{B95525DF-AB1D-405A-929F-304A7114F304}" type="presParOf" srcId="{831E1CFE-9C17-412C-BC0B-526B256F1A24}" destId="{84ABB7F8-A74A-4BBE-AF4E-630B797A3611}" srcOrd="0" destOrd="0" presId="urn:microsoft.com/office/officeart/2005/8/layout/lProcess1"/>
    <dgm:cxn modelId="{059EBA4B-D4CF-45A0-8B3C-85E8BCF46D3C}" type="presParOf" srcId="{831E1CFE-9C17-412C-BC0B-526B256F1A24}" destId="{613F707E-BD04-4FCB-9A82-192900BCFF35}" srcOrd="1" destOrd="0" presId="urn:microsoft.com/office/officeart/2005/8/layout/lProcess1"/>
    <dgm:cxn modelId="{A4999BD7-4DBE-4AF6-A849-276E6B4126C2}" type="presParOf" srcId="{831E1CFE-9C17-412C-BC0B-526B256F1A24}" destId="{E5FA4CD8-C0B6-49A0-848F-211A12F2627A}" srcOrd="2" destOrd="0" presId="urn:microsoft.com/office/officeart/2005/8/layout/lProcess1"/>
    <dgm:cxn modelId="{2F9E9732-3284-4C48-8A89-7191F23D7284}" type="presParOf" srcId="{831E1CFE-9C17-412C-BC0B-526B256F1A24}" destId="{7BE4AD5E-43F9-4781-B4AA-2515F5B1BD75}" srcOrd="3" destOrd="0" presId="urn:microsoft.com/office/officeart/2005/8/layout/lProcess1"/>
    <dgm:cxn modelId="{FB3D79BD-FC3C-4F57-9F99-67327A7E4D21}" type="presParOf" srcId="{831E1CFE-9C17-412C-BC0B-526B256F1A24}" destId="{AD10A155-D756-4E1C-A7B3-E128EF4D2E87}" srcOrd="4" destOrd="0" presId="urn:microsoft.com/office/officeart/2005/8/layout/lProcess1"/>
    <dgm:cxn modelId="{25A3F9B7-81A0-4AA8-8C17-1342CE7313BC}" type="presParOf" srcId="{02DE9BEE-E1CF-4F04-85A8-98F8BD17E8A1}" destId="{68925C74-898A-4584-A31F-35E1302EAB5E}" srcOrd="5" destOrd="0" presId="urn:microsoft.com/office/officeart/2005/8/layout/lProcess1"/>
    <dgm:cxn modelId="{5F931F3F-0078-4B7F-9828-530D30FC76D6}" type="presParOf" srcId="{02DE9BEE-E1CF-4F04-85A8-98F8BD17E8A1}" destId="{9DA84245-4E98-4076-8D5F-49B048FA9707}" srcOrd="6" destOrd="0" presId="urn:microsoft.com/office/officeart/2005/8/layout/lProcess1"/>
    <dgm:cxn modelId="{ACE62BE2-A032-4EB3-94C5-A744F3A38FF6}" type="presParOf" srcId="{9DA84245-4E98-4076-8D5F-49B048FA9707}" destId="{941E2DA1-DDC7-4442-9011-D21E2B00BE93}" srcOrd="0" destOrd="0" presId="urn:microsoft.com/office/officeart/2005/8/layout/lProcess1"/>
    <dgm:cxn modelId="{F3211DB5-395D-47EF-8EDD-15DA14B3C622}" type="presParOf" srcId="{9DA84245-4E98-4076-8D5F-49B048FA9707}" destId="{CF241F6E-C8D4-4605-953D-F7370F85ED8F}" srcOrd="1" destOrd="0" presId="urn:microsoft.com/office/officeart/2005/8/layout/lProcess1"/>
    <dgm:cxn modelId="{A7023AAF-3EEC-4BF5-B8C4-168F374C161A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79575005-91B3-491E-9462-D3870F009567}" type="presOf" srcId="{92DF5FC9-4340-40C1-83FB-7E14A1745C1B}" destId="{941E2DA1-DDC7-4442-9011-D21E2B00BE93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2E5DF212-78D1-48B9-9EE7-70D3F09EE928}" type="presOf" srcId="{C3974F10-98C8-47D3-8DF3-325A1FC97D06}" destId="{4F4A5E7D-B077-404F-8D43-77D1BF835745}" srcOrd="0" destOrd="0" presId="urn:microsoft.com/office/officeart/2005/8/layout/lProcess1"/>
    <dgm:cxn modelId="{832F791B-DD79-4E19-9954-9ACFEF101F6E}" type="presOf" srcId="{505C0A79-89AA-4AA2-8C62-C102E37035D6}" destId="{CF241F6E-C8D4-4605-953D-F7370F85ED8F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B305F51F-2627-4E2D-B22D-CC46502E6BC9}" type="presOf" srcId="{04C72F56-FFE0-4FF7-965E-D222C7546E56}" destId="{FDA191A8-9DBB-46BB-AE09-D181806A2324}" srcOrd="0" destOrd="0" presId="urn:microsoft.com/office/officeart/2005/8/layout/lProcess1"/>
    <dgm:cxn modelId="{7357932C-0BA3-43C4-8886-A04DF8E09591}" type="presOf" srcId="{BA046E01-3F2A-41C0-A404-1B4CAB0B3D20}" destId="{D5965CC1-CDA9-4442-86AD-5AAD6114E097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963E823E-7D56-4A58-991C-0A931565CB21}" type="presOf" srcId="{0BCC7B0F-A315-4766-BDAE-80D28EB5B1DC}" destId="{02DE9BEE-E1CF-4F04-85A8-98F8BD17E8A1}" srcOrd="0" destOrd="0" presId="urn:microsoft.com/office/officeart/2005/8/layout/lProcess1"/>
    <dgm:cxn modelId="{19A76D61-B443-402E-84F9-362DF39A98F1}" type="presOf" srcId="{34E6B46C-D130-48F9-A34A-F327F1DF775B}" destId="{B67CE852-8EBF-4120-96CF-C9CAAAC189EE}" srcOrd="0" destOrd="0" presId="urn:microsoft.com/office/officeart/2005/8/layout/lProcess1"/>
    <dgm:cxn modelId="{7CE3D96D-512E-4CEC-9F8E-DF6F8DBF7A0B}" type="presOf" srcId="{02AF9F55-4685-48C4-8907-EE3BB334A298}" destId="{9547D59D-F9D4-4DC4-A266-73981A9DC37B}" srcOrd="0" destOrd="0" presId="urn:microsoft.com/office/officeart/2005/8/layout/lProcess1"/>
    <dgm:cxn modelId="{62374A59-23BC-4584-B4E5-2A1FE4610545}" type="presOf" srcId="{54D31B5A-B242-4FD7-8391-A50950B0E5CC}" destId="{221B106A-0778-4DB5-85AF-FE03BB3EFA84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9CFFBF7B-63B7-4425-BC73-90123F44BFA1}" type="presOf" srcId="{832147B8-FC44-41CA-934A-9988EC29B1BE}" destId="{84ABB7F8-A74A-4BBE-AF4E-630B797A3611}" srcOrd="0" destOrd="0" presId="urn:microsoft.com/office/officeart/2005/8/layout/lProcess1"/>
    <dgm:cxn modelId="{EF15C686-51E0-42F3-BB34-9C6F2E8981E7}" type="presOf" srcId="{76ED80CB-A122-4FE9-ADAA-45DBB708FFC4}" destId="{E5FA4CD8-C0B6-49A0-848F-211A12F2627A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FBF41594-FB50-4ADB-B64C-221ED3E3AC0B}" type="presOf" srcId="{A0DDAA26-A555-469D-8E06-2FB16EC6E3B7}" destId="{F499673B-3F43-4041-8E6C-68E0D4EB2FE6}" srcOrd="0" destOrd="0" presId="urn:microsoft.com/office/officeart/2005/8/layout/lProcess1"/>
    <dgm:cxn modelId="{EA362096-8078-47A7-BD4F-AAE1F46CCB6E}" type="presOf" srcId="{2FC8F38B-1C1A-4756-B96A-6A13A1EBD14C}" destId="{4E0AE06F-4FF6-436E-9139-3032DA1C3CBE}" srcOrd="0" destOrd="0" presId="urn:microsoft.com/office/officeart/2005/8/layout/lProcess1"/>
    <dgm:cxn modelId="{10FEAEA0-7280-463B-80C0-CC3462969615}" type="presOf" srcId="{8D411CA1-2EC1-42D5-B265-51ABBA4D31E6}" destId="{B0FFC983-5999-48F9-BD0F-D23CD7DA2CAD}" srcOrd="0" destOrd="0" presId="urn:microsoft.com/office/officeart/2005/8/layout/lProcess1"/>
    <dgm:cxn modelId="{400A02B7-8B0E-4936-AA96-17EE0095E97C}" type="presOf" srcId="{8163CBD8-D48F-43F8-A617-5ABFF7264626}" destId="{13D22C96-D044-4258-9BDF-E29141056667}" srcOrd="0" destOrd="0" presId="urn:microsoft.com/office/officeart/2005/8/layout/lProcess1"/>
    <dgm:cxn modelId="{585CDDBD-BD4D-41D7-9BDF-F60846FD753C}" type="presOf" srcId="{DCBE611C-3769-4754-82C9-C0A1140B9245}" destId="{AD10A155-D756-4E1C-A7B3-E128EF4D2E87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646A50D1-1AD7-4009-A3AB-0EE41CFA0F86}" type="presOf" srcId="{F7AB9256-6717-4B4F-8BBA-39A242CB0E1B}" destId="{AA0F4C8A-94D5-46F4-8885-C087E2155A13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790FEE3-B668-4A04-B80E-5A9D9287985C}" type="presOf" srcId="{1302C49B-BF90-4728-A410-178F15EC9E82}" destId="{7BE4AD5E-43F9-4781-B4AA-2515F5B1BD75}" srcOrd="0" destOrd="0" presId="urn:microsoft.com/office/officeart/2005/8/layout/lProcess1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0E5238F4-BC43-4130-A1D2-8A043C20DBBA}" type="presOf" srcId="{B00FF7C2-3C87-48CD-890A-E5D80998FD87}" destId="{613F707E-BD04-4FCB-9A82-192900BCFF35}" srcOrd="0" destOrd="0" presId="urn:microsoft.com/office/officeart/2005/8/layout/lProcess1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906D2AE5-BB6B-4FF1-AEA0-C1A3FB94C296}" type="presParOf" srcId="{02DE9BEE-E1CF-4F04-85A8-98F8BD17E8A1}" destId="{2CC65E07-B510-4BCB-8BA3-3E689163783D}" srcOrd="0" destOrd="0" presId="urn:microsoft.com/office/officeart/2005/8/layout/lProcess1"/>
    <dgm:cxn modelId="{A50E716A-EA14-4BCF-A20E-84D582E85019}" type="presParOf" srcId="{2CC65E07-B510-4BCB-8BA3-3E689163783D}" destId="{B67CE852-8EBF-4120-96CF-C9CAAAC189EE}" srcOrd="0" destOrd="0" presId="urn:microsoft.com/office/officeart/2005/8/layout/lProcess1"/>
    <dgm:cxn modelId="{33197B00-F6EA-494A-BB1E-F904F67F537E}" type="presParOf" srcId="{2CC65E07-B510-4BCB-8BA3-3E689163783D}" destId="{9547D59D-F9D4-4DC4-A266-73981A9DC37B}" srcOrd="1" destOrd="0" presId="urn:microsoft.com/office/officeart/2005/8/layout/lProcess1"/>
    <dgm:cxn modelId="{88D683A3-030C-4FF3-A3ED-AD09D8582C38}" type="presParOf" srcId="{2CC65E07-B510-4BCB-8BA3-3E689163783D}" destId="{4F4A5E7D-B077-404F-8D43-77D1BF835745}" srcOrd="2" destOrd="0" presId="urn:microsoft.com/office/officeart/2005/8/layout/lProcess1"/>
    <dgm:cxn modelId="{F037E1C3-DDE5-4086-AF1A-B7E8B18914E7}" type="presParOf" srcId="{2CC65E07-B510-4BCB-8BA3-3E689163783D}" destId="{221B106A-0778-4DB5-85AF-FE03BB3EFA84}" srcOrd="3" destOrd="0" presId="urn:microsoft.com/office/officeart/2005/8/layout/lProcess1"/>
    <dgm:cxn modelId="{9ABCE47C-468B-47CB-93A5-B6B524A021EC}" type="presParOf" srcId="{2CC65E07-B510-4BCB-8BA3-3E689163783D}" destId="{FDA191A8-9DBB-46BB-AE09-D181806A2324}" srcOrd="4" destOrd="0" presId="urn:microsoft.com/office/officeart/2005/8/layout/lProcess1"/>
    <dgm:cxn modelId="{A3A52574-3855-40EB-A3AA-9D27E1B3ECB7}" type="presParOf" srcId="{02DE9BEE-E1CF-4F04-85A8-98F8BD17E8A1}" destId="{256EB4C6-05CA-400A-9577-611E65809C33}" srcOrd="1" destOrd="0" presId="urn:microsoft.com/office/officeart/2005/8/layout/lProcess1"/>
    <dgm:cxn modelId="{FB76506A-1D6E-49BB-B194-D2381C511B4B}" type="presParOf" srcId="{02DE9BEE-E1CF-4F04-85A8-98F8BD17E8A1}" destId="{AC9B4ED3-222A-4418-BFF9-0CA1FBFF9DE6}" srcOrd="2" destOrd="0" presId="urn:microsoft.com/office/officeart/2005/8/layout/lProcess1"/>
    <dgm:cxn modelId="{719B0587-134E-4179-8E5A-017F97B13F39}" type="presParOf" srcId="{AC9B4ED3-222A-4418-BFF9-0CA1FBFF9DE6}" destId="{4E0AE06F-4FF6-436E-9139-3032DA1C3CBE}" srcOrd="0" destOrd="0" presId="urn:microsoft.com/office/officeart/2005/8/layout/lProcess1"/>
    <dgm:cxn modelId="{EF36CE84-B332-472C-99B9-5560354DAA62}" type="presParOf" srcId="{AC9B4ED3-222A-4418-BFF9-0CA1FBFF9DE6}" destId="{F499673B-3F43-4041-8E6C-68E0D4EB2FE6}" srcOrd="1" destOrd="0" presId="urn:microsoft.com/office/officeart/2005/8/layout/lProcess1"/>
    <dgm:cxn modelId="{914E0052-4B96-47ED-AC6B-8D7620952012}" type="presParOf" srcId="{AC9B4ED3-222A-4418-BFF9-0CA1FBFF9DE6}" destId="{AA0F4C8A-94D5-46F4-8885-C087E2155A13}" srcOrd="2" destOrd="0" presId="urn:microsoft.com/office/officeart/2005/8/layout/lProcess1"/>
    <dgm:cxn modelId="{45DFB342-8115-4DC1-91AA-FE7677AA96EF}" type="presParOf" srcId="{AC9B4ED3-222A-4418-BFF9-0CA1FBFF9DE6}" destId="{B0FFC983-5999-48F9-BD0F-D23CD7DA2CAD}" srcOrd="3" destOrd="0" presId="urn:microsoft.com/office/officeart/2005/8/layout/lProcess1"/>
    <dgm:cxn modelId="{C6AC8CFC-D10E-4746-9CC2-7A4F63ACBD2F}" type="presParOf" srcId="{AC9B4ED3-222A-4418-BFF9-0CA1FBFF9DE6}" destId="{D5965CC1-CDA9-4442-86AD-5AAD6114E097}" srcOrd="4" destOrd="0" presId="urn:microsoft.com/office/officeart/2005/8/layout/lProcess1"/>
    <dgm:cxn modelId="{67B6B553-315A-435E-842A-8F741D3CCD0E}" type="presParOf" srcId="{02DE9BEE-E1CF-4F04-85A8-98F8BD17E8A1}" destId="{EC3D6EF8-AE00-47D1-9A62-315AE44BF59C}" srcOrd="3" destOrd="0" presId="urn:microsoft.com/office/officeart/2005/8/layout/lProcess1"/>
    <dgm:cxn modelId="{B6C4FD72-819D-4AF2-BE3B-7DD5E70C5C0B}" type="presParOf" srcId="{02DE9BEE-E1CF-4F04-85A8-98F8BD17E8A1}" destId="{831E1CFE-9C17-412C-BC0B-526B256F1A24}" srcOrd="4" destOrd="0" presId="urn:microsoft.com/office/officeart/2005/8/layout/lProcess1"/>
    <dgm:cxn modelId="{9741C779-8602-4C6F-BB7E-3BD5C9FC5B65}" type="presParOf" srcId="{831E1CFE-9C17-412C-BC0B-526B256F1A24}" destId="{84ABB7F8-A74A-4BBE-AF4E-630B797A3611}" srcOrd="0" destOrd="0" presId="urn:microsoft.com/office/officeart/2005/8/layout/lProcess1"/>
    <dgm:cxn modelId="{0904FBA0-DCA8-4937-9B5D-A274408D844D}" type="presParOf" srcId="{831E1CFE-9C17-412C-BC0B-526B256F1A24}" destId="{613F707E-BD04-4FCB-9A82-192900BCFF35}" srcOrd="1" destOrd="0" presId="urn:microsoft.com/office/officeart/2005/8/layout/lProcess1"/>
    <dgm:cxn modelId="{6225A266-A0AC-4C6A-A865-6108B3974AB0}" type="presParOf" srcId="{831E1CFE-9C17-412C-BC0B-526B256F1A24}" destId="{E5FA4CD8-C0B6-49A0-848F-211A12F2627A}" srcOrd="2" destOrd="0" presId="urn:microsoft.com/office/officeart/2005/8/layout/lProcess1"/>
    <dgm:cxn modelId="{78023657-894D-4F02-BDD7-550CE1870EAA}" type="presParOf" srcId="{831E1CFE-9C17-412C-BC0B-526B256F1A24}" destId="{7BE4AD5E-43F9-4781-B4AA-2515F5B1BD75}" srcOrd="3" destOrd="0" presId="urn:microsoft.com/office/officeart/2005/8/layout/lProcess1"/>
    <dgm:cxn modelId="{EA43ED5B-0CC2-4E25-A8EF-902B0E411A43}" type="presParOf" srcId="{831E1CFE-9C17-412C-BC0B-526B256F1A24}" destId="{AD10A155-D756-4E1C-A7B3-E128EF4D2E87}" srcOrd="4" destOrd="0" presId="urn:microsoft.com/office/officeart/2005/8/layout/lProcess1"/>
    <dgm:cxn modelId="{22E8388E-EA5F-4480-A14C-358B8BCFD4FC}" type="presParOf" srcId="{02DE9BEE-E1CF-4F04-85A8-98F8BD17E8A1}" destId="{68925C74-898A-4584-A31F-35E1302EAB5E}" srcOrd="5" destOrd="0" presId="urn:microsoft.com/office/officeart/2005/8/layout/lProcess1"/>
    <dgm:cxn modelId="{B0FDDD4A-1EE7-4371-84F4-EA9F20A2DF91}" type="presParOf" srcId="{02DE9BEE-E1CF-4F04-85A8-98F8BD17E8A1}" destId="{9DA84245-4E98-4076-8D5F-49B048FA9707}" srcOrd="6" destOrd="0" presId="urn:microsoft.com/office/officeart/2005/8/layout/lProcess1"/>
    <dgm:cxn modelId="{D2C939EF-7331-4720-A2E3-719DCC79030F}" type="presParOf" srcId="{9DA84245-4E98-4076-8D5F-49B048FA9707}" destId="{941E2DA1-DDC7-4442-9011-D21E2B00BE93}" srcOrd="0" destOrd="0" presId="urn:microsoft.com/office/officeart/2005/8/layout/lProcess1"/>
    <dgm:cxn modelId="{14771B1F-98ED-47D3-894D-E114B323F008}" type="presParOf" srcId="{9DA84245-4E98-4076-8D5F-49B048FA9707}" destId="{CF241F6E-C8D4-4605-953D-F7370F85ED8F}" srcOrd="1" destOrd="0" presId="urn:microsoft.com/office/officeart/2005/8/layout/lProcess1"/>
    <dgm:cxn modelId="{9C5273BC-3BAC-442D-9563-FEB87A78002D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1EA5C908-F1A0-4CE8-8217-C7F1449928D3}" type="presOf" srcId="{34E6B46C-D130-48F9-A34A-F327F1DF775B}" destId="{B67CE852-8EBF-4120-96CF-C9CAAAC189EE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209D1A17-ABE8-46D1-BDD4-1969FE9C96DB}" type="presOf" srcId="{0BCC7B0F-A315-4766-BDAE-80D28EB5B1DC}" destId="{02DE9BEE-E1CF-4F04-85A8-98F8BD17E8A1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CEAEDF5F-6DBD-4DE4-AF15-AB57F2B62011}" type="presOf" srcId="{02AF9F55-4685-48C4-8907-EE3BB334A298}" destId="{9547D59D-F9D4-4DC4-A266-73981A9DC37B}" srcOrd="0" destOrd="0" presId="urn:microsoft.com/office/officeart/2005/8/layout/lProcess1"/>
    <dgm:cxn modelId="{DB9B5743-020C-4E74-BD4F-851F77DB6441}" type="presOf" srcId="{76ED80CB-A122-4FE9-ADAA-45DBB708FFC4}" destId="{E5FA4CD8-C0B6-49A0-848F-211A12F2627A}" srcOrd="0" destOrd="0" presId="urn:microsoft.com/office/officeart/2005/8/layout/lProcess1"/>
    <dgm:cxn modelId="{69DCD664-8833-4447-BF3C-3321D5AB20E6}" type="presOf" srcId="{92DF5FC9-4340-40C1-83FB-7E14A1745C1B}" destId="{941E2DA1-DDC7-4442-9011-D21E2B00BE93}" srcOrd="0" destOrd="0" presId="urn:microsoft.com/office/officeart/2005/8/layout/lProcess1"/>
    <dgm:cxn modelId="{67773B45-49DD-4017-9D77-1307355FD4FC}" type="presOf" srcId="{1302C49B-BF90-4728-A410-178F15EC9E82}" destId="{7BE4AD5E-43F9-4781-B4AA-2515F5B1BD75}" srcOrd="0" destOrd="0" presId="urn:microsoft.com/office/officeart/2005/8/layout/lProcess1"/>
    <dgm:cxn modelId="{FD6F0D66-D155-46A7-BD30-BDD73ABD940A}" type="presOf" srcId="{8D411CA1-2EC1-42D5-B265-51ABBA4D31E6}" destId="{B0FFC983-5999-48F9-BD0F-D23CD7DA2CAD}" srcOrd="0" destOrd="0" presId="urn:microsoft.com/office/officeart/2005/8/layout/lProcess1"/>
    <dgm:cxn modelId="{1300FC6C-3FD4-4F73-B9A4-4A7F326F1139}" type="presOf" srcId="{BA046E01-3F2A-41C0-A404-1B4CAB0B3D20}" destId="{D5965CC1-CDA9-4442-86AD-5AAD6114E097}" srcOrd="0" destOrd="0" presId="urn:microsoft.com/office/officeart/2005/8/layout/lProcess1"/>
    <dgm:cxn modelId="{B9459F4F-8DE7-4EFC-B6B8-505717E82F09}" type="presOf" srcId="{832147B8-FC44-41CA-934A-9988EC29B1BE}" destId="{84ABB7F8-A74A-4BBE-AF4E-630B797A3611}" srcOrd="0" destOrd="0" presId="urn:microsoft.com/office/officeart/2005/8/layout/lProcess1"/>
    <dgm:cxn modelId="{4BF7CF55-15AE-4B47-BB95-EA0A3E818CB5}" type="presOf" srcId="{54D31B5A-B242-4FD7-8391-A50950B0E5CC}" destId="{221B106A-0778-4DB5-85AF-FE03BB3EFA84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F718738D-F092-4F5D-BACC-EFFB0D4E29EF}" type="presOf" srcId="{F7AB9256-6717-4B4F-8BBA-39A242CB0E1B}" destId="{AA0F4C8A-94D5-46F4-8885-C087E2155A13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C056B893-3F1E-4179-98E9-F8B320C12761}" type="presOf" srcId="{505C0A79-89AA-4AA2-8C62-C102E37035D6}" destId="{CF241F6E-C8D4-4605-953D-F7370F85ED8F}" srcOrd="0" destOrd="0" presId="urn:microsoft.com/office/officeart/2005/8/layout/lProcess1"/>
    <dgm:cxn modelId="{9AA03394-8B3B-43A0-B918-EC8CFDE97954}" type="presOf" srcId="{A0DDAA26-A555-469D-8E06-2FB16EC6E3B7}" destId="{F499673B-3F43-4041-8E6C-68E0D4EB2FE6}" srcOrd="0" destOrd="0" presId="urn:microsoft.com/office/officeart/2005/8/layout/lProcess1"/>
    <dgm:cxn modelId="{2C1931A0-BC18-4D60-9250-9D5E40B820CC}" type="presOf" srcId="{B00FF7C2-3C87-48CD-890A-E5D80998FD87}" destId="{613F707E-BD04-4FCB-9A82-192900BCFF35}" srcOrd="0" destOrd="0" presId="urn:microsoft.com/office/officeart/2005/8/layout/lProcess1"/>
    <dgm:cxn modelId="{FE0A89B4-6BA5-4FAD-A8AC-7ED2943F1673}" type="presOf" srcId="{2FC8F38B-1C1A-4756-B96A-6A13A1EBD14C}" destId="{4E0AE06F-4FF6-436E-9139-3032DA1C3CBE}" srcOrd="0" destOrd="0" presId="urn:microsoft.com/office/officeart/2005/8/layout/lProcess1"/>
    <dgm:cxn modelId="{7987DBBF-CEA1-4E34-B88F-FD6FD04F1762}" type="presOf" srcId="{DCBE611C-3769-4754-82C9-C0A1140B9245}" destId="{AD10A155-D756-4E1C-A7B3-E128EF4D2E87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2420E8D6-1ABB-486F-9925-D3520BA77673}" type="presOf" srcId="{8163CBD8-D48F-43F8-A617-5ABFF7264626}" destId="{13D22C96-D044-4258-9BDF-E29141056667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C8821AF3-B51B-493D-A698-467953D0AE86}" type="presOf" srcId="{04C72F56-FFE0-4FF7-965E-D222C7546E56}" destId="{FDA191A8-9DBB-46BB-AE09-D181806A2324}" srcOrd="0" destOrd="0" presId="urn:microsoft.com/office/officeart/2005/8/layout/lProcess1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E28336F7-0EFA-424B-8ED5-A0BC7BDA3168}" type="presOf" srcId="{C3974F10-98C8-47D3-8DF3-325A1FC97D06}" destId="{4F4A5E7D-B077-404F-8D43-77D1BF835745}" srcOrd="0" destOrd="0" presId="urn:microsoft.com/office/officeart/2005/8/layout/lProcess1"/>
    <dgm:cxn modelId="{78CA3144-A19A-40A5-9949-29789E92B938}" type="presParOf" srcId="{02DE9BEE-E1CF-4F04-85A8-98F8BD17E8A1}" destId="{2CC65E07-B510-4BCB-8BA3-3E689163783D}" srcOrd="0" destOrd="0" presId="urn:microsoft.com/office/officeart/2005/8/layout/lProcess1"/>
    <dgm:cxn modelId="{54651C6F-8E9D-489F-B6A9-48152006EC8A}" type="presParOf" srcId="{2CC65E07-B510-4BCB-8BA3-3E689163783D}" destId="{B67CE852-8EBF-4120-96CF-C9CAAAC189EE}" srcOrd="0" destOrd="0" presId="urn:microsoft.com/office/officeart/2005/8/layout/lProcess1"/>
    <dgm:cxn modelId="{B7AE347A-16B2-49C0-BE11-3E0406EF9A02}" type="presParOf" srcId="{2CC65E07-B510-4BCB-8BA3-3E689163783D}" destId="{9547D59D-F9D4-4DC4-A266-73981A9DC37B}" srcOrd="1" destOrd="0" presId="urn:microsoft.com/office/officeart/2005/8/layout/lProcess1"/>
    <dgm:cxn modelId="{67B19929-2C23-40CB-8D64-1904F356B1B5}" type="presParOf" srcId="{2CC65E07-B510-4BCB-8BA3-3E689163783D}" destId="{4F4A5E7D-B077-404F-8D43-77D1BF835745}" srcOrd="2" destOrd="0" presId="urn:microsoft.com/office/officeart/2005/8/layout/lProcess1"/>
    <dgm:cxn modelId="{7630BB7D-AC37-4C5C-8C66-39ACDE108E9B}" type="presParOf" srcId="{2CC65E07-B510-4BCB-8BA3-3E689163783D}" destId="{221B106A-0778-4DB5-85AF-FE03BB3EFA84}" srcOrd="3" destOrd="0" presId="urn:microsoft.com/office/officeart/2005/8/layout/lProcess1"/>
    <dgm:cxn modelId="{946475C1-CA7E-4AF7-950B-9C9638842434}" type="presParOf" srcId="{2CC65E07-B510-4BCB-8BA3-3E689163783D}" destId="{FDA191A8-9DBB-46BB-AE09-D181806A2324}" srcOrd="4" destOrd="0" presId="urn:microsoft.com/office/officeart/2005/8/layout/lProcess1"/>
    <dgm:cxn modelId="{9E02DEB5-B196-4DAF-B985-91A88D112C4E}" type="presParOf" srcId="{02DE9BEE-E1CF-4F04-85A8-98F8BD17E8A1}" destId="{256EB4C6-05CA-400A-9577-611E65809C33}" srcOrd="1" destOrd="0" presId="urn:microsoft.com/office/officeart/2005/8/layout/lProcess1"/>
    <dgm:cxn modelId="{B70B2248-C050-4E74-A141-B0F83119DBF3}" type="presParOf" srcId="{02DE9BEE-E1CF-4F04-85A8-98F8BD17E8A1}" destId="{AC9B4ED3-222A-4418-BFF9-0CA1FBFF9DE6}" srcOrd="2" destOrd="0" presId="urn:microsoft.com/office/officeart/2005/8/layout/lProcess1"/>
    <dgm:cxn modelId="{977BC1ED-DCA0-42E8-8602-272A4D47464D}" type="presParOf" srcId="{AC9B4ED3-222A-4418-BFF9-0CA1FBFF9DE6}" destId="{4E0AE06F-4FF6-436E-9139-3032DA1C3CBE}" srcOrd="0" destOrd="0" presId="urn:microsoft.com/office/officeart/2005/8/layout/lProcess1"/>
    <dgm:cxn modelId="{68838F26-CDE9-46EB-9D13-A6EF546836CD}" type="presParOf" srcId="{AC9B4ED3-222A-4418-BFF9-0CA1FBFF9DE6}" destId="{F499673B-3F43-4041-8E6C-68E0D4EB2FE6}" srcOrd="1" destOrd="0" presId="urn:microsoft.com/office/officeart/2005/8/layout/lProcess1"/>
    <dgm:cxn modelId="{8CFD82CE-30B9-4364-9B30-98085AA270CC}" type="presParOf" srcId="{AC9B4ED3-222A-4418-BFF9-0CA1FBFF9DE6}" destId="{AA0F4C8A-94D5-46F4-8885-C087E2155A13}" srcOrd="2" destOrd="0" presId="urn:microsoft.com/office/officeart/2005/8/layout/lProcess1"/>
    <dgm:cxn modelId="{5A4065A5-36C0-49E1-831D-3889E3A1E0F7}" type="presParOf" srcId="{AC9B4ED3-222A-4418-BFF9-0CA1FBFF9DE6}" destId="{B0FFC983-5999-48F9-BD0F-D23CD7DA2CAD}" srcOrd="3" destOrd="0" presId="urn:microsoft.com/office/officeart/2005/8/layout/lProcess1"/>
    <dgm:cxn modelId="{E769F99A-A540-43C7-9C81-373377B643E0}" type="presParOf" srcId="{AC9B4ED3-222A-4418-BFF9-0CA1FBFF9DE6}" destId="{D5965CC1-CDA9-4442-86AD-5AAD6114E097}" srcOrd="4" destOrd="0" presId="urn:microsoft.com/office/officeart/2005/8/layout/lProcess1"/>
    <dgm:cxn modelId="{954AA555-A931-4017-83A2-D5FFE68F7C56}" type="presParOf" srcId="{02DE9BEE-E1CF-4F04-85A8-98F8BD17E8A1}" destId="{EC3D6EF8-AE00-47D1-9A62-315AE44BF59C}" srcOrd="3" destOrd="0" presId="urn:microsoft.com/office/officeart/2005/8/layout/lProcess1"/>
    <dgm:cxn modelId="{AC5E007E-14BB-4C6B-B47C-33E60918BEFD}" type="presParOf" srcId="{02DE9BEE-E1CF-4F04-85A8-98F8BD17E8A1}" destId="{831E1CFE-9C17-412C-BC0B-526B256F1A24}" srcOrd="4" destOrd="0" presId="urn:microsoft.com/office/officeart/2005/8/layout/lProcess1"/>
    <dgm:cxn modelId="{507A21E5-A03F-4F80-A8E2-512CE49FF2CB}" type="presParOf" srcId="{831E1CFE-9C17-412C-BC0B-526B256F1A24}" destId="{84ABB7F8-A74A-4BBE-AF4E-630B797A3611}" srcOrd="0" destOrd="0" presId="urn:microsoft.com/office/officeart/2005/8/layout/lProcess1"/>
    <dgm:cxn modelId="{558BA502-D2B3-4CC5-917B-C0BFE741E24C}" type="presParOf" srcId="{831E1CFE-9C17-412C-BC0B-526B256F1A24}" destId="{613F707E-BD04-4FCB-9A82-192900BCFF35}" srcOrd="1" destOrd="0" presId="urn:microsoft.com/office/officeart/2005/8/layout/lProcess1"/>
    <dgm:cxn modelId="{DFA58936-7A55-4E2C-BB69-D5A6D57B7CEB}" type="presParOf" srcId="{831E1CFE-9C17-412C-BC0B-526B256F1A24}" destId="{E5FA4CD8-C0B6-49A0-848F-211A12F2627A}" srcOrd="2" destOrd="0" presId="urn:microsoft.com/office/officeart/2005/8/layout/lProcess1"/>
    <dgm:cxn modelId="{4D3B299B-4822-41DA-A356-B672EC576E74}" type="presParOf" srcId="{831E1CFE-9C17-412C-BC0B-526B256F1A24}" destId="{7BE4AD5E-43F9-4781-B4AA-2515F5B1BD75}" srcOrd="3" destOrd="0" presId="urn:microsoft.com/office/officeart/2005/8/layout/lProcess1"/>
    <dgm:cxn modelId="{2C529183-737F-423F-A210-C7A7D43764B7}" type="presParOf" srcId="{831E1CFE-9C17-412C-BC0B-526B256F1A24}" destId="{AD10A155-D756-4E1C-A7B3-E128EF4D2E87}" srcOrd="4" destOrd="0" presId="urn:microsoft.com/office/officeart/2005/8/layout/lProcess1"/>
    <dgm:cxn modelId="{ECF80733-1E67-452A-9601-BDA18C5C02D8}" type="presParOf" srcId="{02DE9BEE-E1CF-4F04-85A8-98F8BD17E8A1}" destId="{68925C74-898A-4584-A31F-35E1302EAB5E}" srcOrd="5" destOrd="0" presId="urn:microsoft.com/office/officeart/2005/8/layout/lProcess1"/>
    <dgm:cxn modelId="{A32C0340-E385-4E32-BF4A-5275A1F4AD2F}" type="presParOf" srcId="{02DE9BEE-E1CF-4F04-85A8-98F8BD17E8A1}" destId="{9DA84245-4E98-4076-8D5F-49B048FA9707}" srcOrd="6" destOrd="0" presId="urn:microsoft.com/office/officeart/2005/8/layout/lProcess1"/>
    <dgm:cxn modelId="{186AF33C-F5DA-4E18-9602-281B20E98599}" type="presParOf" srcId="{9DA84245-4E98-4076-8D5F-49B048FA9707}" destId="{941E2DA1-DDC7-4442-9011-D21E2B00BE93}" srcOrd="0" destOrd="0" presId="urn:microsoft.com/office/officeart/2005/8/layout/lProcess1"/>
    <dgm:cxn modelId="{455C4582-54D5-4495-BC51-F3AAA88B4DCA}" type="presParOf" srcId="{9DA84245-4E98-4076-8D5F-49B048FA9707}" destId="{CF241F6E-C8D4-4605-953D-F7370F85ED8F}" srcOrd="1" destOrd="0" presId="urn:microsoft.com/office/officeart/2005/8/layout/lProcess1"/>
    <dgm:cxn modelId="{262C76BF-B763-4715-8CE5-29DB5ED2DD73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F342A21C-7354-4521-93B5-56C51AE6CA6D}" type="presOf" srcId="{92DF5FC9-4340-40C1-83FB-7E14A1745C1B}" destId="{941E2DA1-DDC7-4442-9011-D21E2B00BE93}" srcOrd="0" destOrd="0" presId="urn:microsoft.com/office/officeart/2005/8/layout/lProcess1"/>
    <dgm:cxn modelId="{96C7E41C-A57A-49EF-9891-92DCE8AF68D5}" type="presOf" srcId="{8D411CA1-2EC1-42D5-B265-51ABBA4D31E6}" destId="{B0FFC983-5999-48F9-BD0F-D23CD7DA2CAD}" srcOrd="0" destOrd="0" presId="urn:microsoft.com/office/officeart/2005/8/layout/lProcess1"/>
    <dgm:cxn modelId="{62FB862B-672D-495B-9A15-6B7564F36326}" type="presOf" srcId="{A0DDAA26-A555-469D-8E06-2FB16EC6E3B7}" destId="{F499673B-3F43-4041-8E6C-68E0D4EB2FE6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4B991A52-D841-4587-B945-A21D44BF643A}" type="presOf" srcId="{832147B8-FC44-41CA-934A-9988EC29B1BE}" destId="{84ABB7F8-A74A-4BBE-AF4E-630B797A3611}" srcOrd="0" destOrd="0" presId="urn:microsoft.com/office/officeart/2005/8/layout/lProcess1"/>
    <dgm:cxn modelId="{DC8A4653-5708-4754-800F-C55A59C15527}" type="presOf" srcId="{76ED80CB-A122-4FE9-ADAA-45DBB708FFC4}" destId="{E5FA4CD8-C0B6-49A0-848F-211A12F2627A}" srcOrd="0" destOrd="0" presId="urn:microsoft.com/office/officeart/2005/8/layout/lProcess1"/>
    <dgm:cxn modelId="{26372054-85FB-4E9A-AE1D-C6F2280F6B84}" type="presOf" srcId="{8163CBD8-D48F-43F8-A617-5ABFF7264626}" destId="{13D22C96-D044-4258-9BDF-E29141056667}" srcOrd="0" destOrd="0" presId="urn:microsoft.com/office/officeart/2005/8/layout/lProcess1"/>
    <dgm:cxn modelId="{7D2F9278-8151-41CC-8921-B5963716CBD1}" type="presOf" srcId="{34E6B46C-D130-48F9-A34A-F327F1DF775B}" destId="{B67CE852-8EBF-4120-96CF-C9CAAAC189EE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7196375A-E4F4-47FB-A49D-F4CED5D04C11}" type="presOf" srcId="{54D31B5A-B242-4FD7-8391-A50950B0E5CC}" destId="{221B106A-0778-4DB5-85AF-FE03BB3EFA84}" srcOrd="0" destOrd="0" presId="urn:microsoft.com/office/officeart/2005/8/layout/lProcess1"/>
    <dgm:cxn modelId="{90239E5A-D3CF-4100-963E-6E2149F99B85}" type="presOf" srcId="{F7AB9256-6717-4B4F-8BBA-39A242CB0E1B}" destId="{AA0F4C8A-94D5-46F4-8885-C087E2155A13}" srcOrd="0" destOrd="0" presId="urn:microsoft.com/office/officeart/2005/8/layout/lProcess1"/>
    <dgm:cxn modelId="{2418497D-3421-47BE-B131-F095E9B29971}" type="presOf" srcId="{04C72F56-FFE0-4FF7-965E-D222C7546E56}" destId="{FDA191A8-9DBB-46BB-AE09-D181806A2324}" srcOrd="0" destOrd="0" presId="urn:microsoft.com/office/officeart/2005/8/layout/lProcess1"/>
    <dgm:cxn modelId="{1125EC83-ACA1-4EE6-904B-90C707E04271}" type="presOf" srcId="{02AF9F55-4685-48C4-8907-EE3BB334A298}" destId="{9547D59D-F9D4-4DC4-A266-73981A9DC37B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4FE412A6-DE23-4DD4-B3BC-C4F35AC53BC1}" type="presOf" srcId="{B00FF7C2-3C87-48CD-890A-E5D80998FD87}" destId="{613F707E-BD04-4FCB-9A82-192900BCFF35}" srcOrd="0" destOrd="0" presId="urn:microsoft.com/office/officeart/2005/8/layout/lProcess1"/>
    <dgm:cxn modelId="{05C21CB5-94B7-48C1-A7D8-988800B8E327}" type="presOf" srcId="{505C0A79-89AA-4AA2-8C62-C102E37035D6}" destId="{CF241F6E-C8D4-4605-953D-F7370F85ED8F}" srcOrd="0" destOrd="0" presId="urn:microsoft.com/office/officeart/2005/8/layout/lProcess1"/>
    <dgm:cxn modelId="{D1CC9FC3-0F84-49D0-8BE4-138A9D8E0AC8}" type="presOf" srcId="{DCBE611C-3769-4754-82C9-C0A1140B9245}" destId="{AD10A155-D756-4E1C-A7B3-E128EF4D2E87}" srcOrd="0" destOrd="0" presId="urn:microsoft.com/office/officeart/2005/8/layout/lProcess1"/>
    <dgm:cxn modelId="{934530C6-8EB3-4341-86B4-03BB9D203787}" type="presOf" srcId="{1302C49B-BF90-4728-A410-178F15EC9E82}" destId="{7BE4AD5E-43F9-4781-B4AA-2515F5B1BD75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418EDFD2-3306-498F-BA15-D9EB268C9D1E}" type="presOf" srcId="{2FC8F38B-1C1A-4756-B96A-6A13A1EBD14C}" destId="{4E0AE06F-4FF6-436E-9139-3032DA1C3CBE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F0D8E1D8-A864-4451-B099-5BCF518CCB17}" type="presOf" srcId="{0BCC7B0F-A315-4766-BDAE-80D28EB5B1DC}" destId="{02DE9BEE-E1CF-4F04-85A8-98F8BD17E8A1}" srcOrd="0" destOrd="0" presId="urn:microsoft.com/office/officeart/2005/8/layout/lProcess1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8557FAF0-2337-4115-99B5-CDB4BF647C7F}" type="presOf" srcId="{BA046E01-3F2A-41C0-A404-1B4CAB0B3D20}" destId="{D5965CC1-CDA9-4442-86AD-5AAD6114E097}" srcOrd="0" destOrd="0" presId="urn:microsoft.com/office/officeart/2005/8/layout/lProcess1"/>
    <dgm:cxn modelId="{870B3FF1-4B0F-4FBC-A971-30FEF2CB2A55}" type="presOf" srcId="{C3974F10-98C8-47D3-8DF3-325A1FC97D06}" destId="{4F4A5E7D-B077-404F-8D43-77D1BF835745}" srcOrd="0" destOrd="0" presId="urn:microsoft.com/office/officeart/2005/8/layout/lProcess1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FF16710B-5D9D-4F23-82E6-3E7AD3E31084}" type="presParOf" srcId="{02DE9BEE-E1CF-4F04-85A8-98F8BD17E8A1}" destId="{2CC65E07-B510-4BCB-8BA3-3E689163783D}" srcOrd="0" destOrd="0" presId="urn:microsoft.com/office/officeart/2005/8/layout/lProcess1"/>
    <dgm:cxn modelId="{2314C654-FFA3-432B-B452-D107BC3EE36B}" type="presParOf" srcId="{2CC65E07-B510-4BCB-8BA3-3E689163783D}" destId="{B67CE852-8EBF-4120-96CF-C9CAAAC189EE}" srcOrd="0" destOrd="0" presId="urn:microsoft.com/office/officeart/2005/8/layout/lProcess1"/>
    <dgm:cxn modelId="{2FB581B4-4BB7-44C0-B177-5499B65BDC83}" type="presParOf" srcId="{2CC65E07-B510-4BCB-8BA3-3E689163783D}" destId="{9547D59D-F9D4-4DC4-A266-73981A9DC37B}" srcOrd="1" destOrd="0" presId="urn:microsoft.com/office/officeart/2005/8/layout/lProcess1"/>
    <dgm:cxn modelId="{62573327-45B7-4CF7-9391-27652FAF7694}" type="presParOf" srcId="{2CC65E07-B510-4BCB-8BA3-3E689163783D}" destId="{4F4A5E7D-B077-404F-8D43-77D1BF835745}" srcOrd="2" destOrd="0" presId="urn:microsoft.com/office/officeart/2005/8/layout/lProcess1"/>
    <dgm:cxn modelId="{B584FDA8-546F-42BA-9E5F-48626F1C95E0}" type="presParOf" srcId="{2CC65E07-B510-4BCB-8BA3-3E689163783D}" destId="{221B106A-0778-4DB5-85AF-FE03BB3EFA84}" srcOrd="3" destOrd="0" presId="urn:microsoft.com/office/officeart/2005/8/layout/lProcess1"/>
    <dgm:cxn modelId="{5C62E2BF-CC72-4C25-AD83-569974B204AB}" type="presParOf" srcId="{2CC65E07-B510-4BCB-8BA3-3E689163783D}" destId="{FDA191A8-9DBB-46BB-AE09-D181806A2324}" srcOrd="4" destOrd="0" presId="urn:microsoft.com/office/officeart/2005/8/layout/lProcess1"/>
    <dgm:cxn modelId="{BC46D07E-BA57-4263-A79C-7DD73C0E02F8}" type="presParOf" srcId="{02DE9BEE-E1CF-4F04-85A8-98F8BD17E8A1}" destId="{256EB4C6-05CA-400A-9577-611E65809C33}" srcOrd="1" destOrd="0" presId="urn:microsoft.com/office/officeart/2005/8/layout/lProcess1"/>
    <dgm:cxn modelId="{B35919F1-DABF-4E39-BD96-751E72BF1538}" type="presParOf" srcId="{02DE9BEE-E1CF-4F04-85A8-98F8BD17E8A1}" destId="{AC9B4ED3-222A-4418-BFF9-0CA1FBFF9DE6}" srcOrd="2" destOrd="0" presId="urn:microsoft.com/office/officeart/2005/8/layout/lProcess1"/>
    <dgm:cxn modelId="{73F3E840-412C-4BA9-8ECC-6A85934ED6F7}" type="presParOf" srcId="{AC9B4ED3-222A-4418-BFF9-0CA1FBFF9DE6}" destId="{4E0AE06F-4FF6-436E-9139-3032DA1C3CBE}" srcOrd="0" destOrd="0" presId="urn:microsoft.com/office/officeart/2005/8/layout/lProcess1"/>
    <dgm:cxn modelId="{BDA3242F-433E-4462-BEAE-C308BB48F1A3}" type="presParOf" srcId="{AC9B4ED3-222A-4418-BFF9-0CA1FBFF9DE6}" destId="{F499673B-3F43-4041-8E6C-68E0D4EB2FE6}" srcOrd="1" destOrd="0" presId="urn:microsoft.com/office/officeart/2005/8/layout/lProcess1"/>
    <dgm:cxn modelId="{50FF92EE-C445-4249-9B7A-1C1E769D7807}" type="presParOf" srcId="{AC9B4ED3-222A-4418-BFF9-0CA1FBFF9DE6}" destId="{AA0F4C8A-94D5-46F4-8885-C087E2155A13}" srcOrd="2" destOrd="0" presId="urn:microsoft.com/office/officeart/2005/8/layout/lProcess1"/>
    <dgm:cxn modelId="{57F859FF-7E60-4909-ACC4-6D0DB3E10E63}" type="presParOf" srcId="{AC9B4ED3-222A-4418-BFF9-0CA1FBFF9DE6}" destId="{B0FFC983-5999-48F9-BD0F-D23CD7DA2CAD}" srcOrd="3" destOrd="0" presId="urn:microsoft.com/office/officeart/2005/8/layout/lProcess1"/>
    <dgm:cxn modelId="{D3400A8B-01DE-4B9B-AACC-E3E67490EE75}" type="presParOf" srcId="{AC9B4ED3-222A-4418-BFF9-0CA1FBFF9DE6}" destId="{D5965CC1-CDA9-4442-86AD-5AAD6114E097}" srcOrd="4" destOrd="0" presId="urn:microsoft.com/office/officeart/2005/8/layout/lProcess1"/>
    <dgm:cxn modelId="{CE7E0DD0-AD9C-4557-A245-10B11D9FA536}" type="presParOf" srcId="{02DE9BEE-E1CF-4F04-85A8-98F8BD17E8A1}" destId="{EC3D6EF8-AE00-47D1-9A62-315AE44BF59C}" srcOrd="3" destOrd="0" presId="urn:microsoft.com/office/officeart/2005/8/layout/lProcess1"/>
    <dgm:cxn modelId="{23768048-0667-4AC5-B943-8FE3E31382C5}" type="presParOf" srcId="{02DE9BEE-E1CF-4F04-85A8-98F8BD17E8A1}" destId="{831E1CFE-9C17-412C-BC0B-526B256F1A24}" srcOrd="4" destOrd="0" presId="urn:microsoft.com/office/officeart/2005/8/layout/lProcess1"/>
    <dgm:cxn modelId="{AC055BA6-4D32-4EF2-918F-BB1D4FED01F8}" type="presParOf" srcId="{831E1CFE-9C17-412C-BC0B-526B256F1A24}" destId="{84ABB7F8-A74A-4BBE-AF4E-630B797A3611}" srcOrd="0" destOrd="0" presId="urn:microsoft.com/office/officeart/2005/8/layout/lProcess1"/>
    <dgm:cxn modelId="{C53CEAC5-5E88-422D-B5EE-0E29D2B80DB0}" type="presParOf" srcId="{831E1CFE-9C17-412C-BC0B-526B256F1A24}" destId="{613F707E-BD04-4FCB-9A82-192900BCFF35}" srcOrd="1" destOrd="0" presId="urn:microsoft.com/office/officeart/2005/8/layout/lProcess1"/>
    <dgm:cxn modelId="{79BD8E17-F58A-447B-B49A-62F9375DF159}" type="presParOf" srcId="{831E1CFE-9C17-412C-BC0B-526B256F1A24}" destId="{E5FA4CD8-C0B6-49A0-848F-211A12F2627A}" srcOrd="2" destOrd="0" presId="urn:microsoft.com/office/officeart/2005/8/layout/lProcess1"/>
    <dgm:cxn modelId="{C67DD5DC-FA6F-460B-834A-C0A5D7F7F5C3}" type="presParOf" srcId="{831E1CFE-9C17-412C-BC0B-526B256F1A24}" destId="{7BE4AD5E-43F9-4781-B4AA-2515F5B1BD75}" srcOrd="3" destOrd="0" presId="urn:microsoft.com/office/officeart/2005/8/layout/lProcess1"/>
    <dgm:cxn modelId="{E469D217-80A0-493D-A4B9-61027E3DD67F}" type="presParOf" srcId="{831E1CFE-9C17-412C-BC0B-526B256F1A24}" destId="{AD10A155-D756-4E1C-A7B3-E128EF4D2E87}" srcOrd="4" destOrd="0" presId="urn:microsoft.com/office/officeart/2005/8/layout/lProcess1"/>
    <dgm:cxn modelId="{F2EB262F-1301-46BB-B792-517723EE23EF}" type="presParOf" srcId="{02DE9BEE-E1CF-4F04-85A8-98F8BD17E8A1}" destId="{68925C74-898A-4584-A31F-35E1302EAB5E}" srcOrd="5" destOrd="0" presId="urn:microsoft.com/office/officeart/2005/8/layout/lProcess1"/>
    <dgm:cxn modelId="{6AF376C3-05A6-467A-9EC6-27C2ED1639DF}" type="presParOf" srcId="{02DE9BEE-E1CF-4F04-85A8-98F8BD17E8A1}" destId="{9DA84245-4E98-4076-8D5F-49B048FA9707}" srcOrd="6" destOrd="0" presId="urn:microsoft.com/office/officeart/2005/8/layout/lProcess1"/>
    <dgm:cxn modelId="{241939D0-E274-4B46-A097-EE836B1C759B}" type="presParOf" srcId="{9DA84245-4E98-4076-8D5F-49B048FA9707}" destId="{941E2DA1-DDC7-4442-9011-D21E2B00BE93}" srcOrd="0" destOrd="0" presId="urn:microsoft.com/office/officeart/2005/8/layout/lProcess1"/>
    <dgm:cxn modelId="{55FAFCB9-3BAC-4D46-AFCA-5408730DD694}" type="presParOf" srcId="{9DA84245-4E98-4076-8D5F-49B048FA9707}" destId="{CF241F6E-C8D4-4605-953D-F7370F85ED8F}" srcOrd="1" destOrd="0" presId="urn:microsoft.com/office/officeart/2005/8/layout/lProcess1"/>
    <dgm:cxn modelId="{404C666D-0A15-475C-B665-869ACA127709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2F78C801-FFD0-4736-9463-31256AA0E914}" type="presOf" srcId="{34E6B46C-D130-48F9-A34A-F327F1DF775B}" destId="{B67CE852-8EBF-4120-96CF-C9CAAAC189EE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3305571B-6A34-4173-B5F6-4D5DA99C8A01}" type="presOf" srcId="{505C0A79-89AA-4AA2-8C62-C102E37035D6}" destId="{CF241F6E-C8D4-4605-953D-F7370F85ED8F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3DBFD821-7F71-4C3B-9DA8-703EAC392AAB}" type="presOf" srcId="{1302C49B-BF90-4728-A410-178F15EC9E82}" destId="{7BE4AD5E-43F9-4781-B4AA-2515F5B1BD75}" srcOrd="0" destOrd="0" presId="urn:microsoft.com/office/officeart/2005/8/layout/lProcess1"/>
    <dgm:cxn modelId="{F176B028-ABB4-433A-9950-ABF1DCE22914}" type="presOf" srcId="{76ED80CB-A122-4FE9-ADAA-45DBB708FFC4}" destId="{E5FA4CD8-C0B6-49A0-848F-211A12F2627A}" srcOrd="0" destOrd="0" presId="urn:microsoft.com/office/officeart/2005/8/layout/lProcess1"/>
    <dgm:cxn modelId="{58F9B72B-853D-4BAE-B9DE-B34FDC921F7E}" type="presOf" srcId="{04C72F56-FFE0-4FF7-965E-D222C7546E56}" destId="{FDA191A8-9DBB-46BB-AE09-D181806A2324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D2742A36-2009-4EF5-897C-D5AB7C9A45F1}" type="presOf" srcId="{DCBE611C-3769-4754-82C9-C0A1140B9245}" destId="{AD10A155-D756-4E1C-A7B3-E128EF4D2E87}" srcOrd="0" destOrd="0" presId="urn:microsoft.com/office/officeart/2005/8/layout/lProcess1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2669C13D-BDA7-482A-B52F-1C612A38E8A5}" type="presOf" srcId="{8D411CA1-2EC1-42D5-B265-51ABBA4D31E6}" destId="{B0FFC983-5999-48F9-BD0F-D23CD7DA2CAD}" srcOrd="0" destOrd="0" presId="urn:microsoft.com/office/officeart/2005/8/layout/lProcess1"/>
    <dgm:cxn modelId="{8C60A15D-598D-41DF-87AD-C4D0EDB2AAFD}" type="presOf" srcId="{832147B8-FC44-41CA-934A-9988EC29B1BE}" destId="{84ABB7F8-A74A-4BBE-AF4E-630B797A3611}" srcOrd="0" destOrd="0" presId="urn:microsoft.com/office/officeart/2005/8/layout/lProcess1"/>
    <dgm:cxn modelId="{70227A52-3452-4238-B71A-69B3426E8898}" type="presOf" srcId="{BA046E01-3F2A-41C0-A404-1B4CAB0B3D20}" destId="{D5965CC1-CDA9-4442-86AD-5AAD6114E097}" srcOrd="0" destOrd="0" presId="urn:microsoft.com/office/officeart/2005/8/layout/lProcess1"/>
    <dgm:cxn modelId="{C1BB2A78-C031-425E-BA66-E66E1FDB7A06}" type="presOf" srcId="{54D31B5A-B242-4FD7-8391-A50950B0E5CC}" destId="{221B106A-0778-4DB5-85AF-FE03BB3EFA84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FA3CDC86-7B0C-457B-AF8B-98916E4519A5}" type="presOf" srcId="{A0DDAA26-A555-469D-8E06-2FB16EC6E3B7}" destId="{F499673B-3F43-4041-8E6C-68E0D4EB2FE6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56099E95-2CF5-419B-8FF9-FABBA5D7D3AF}" type="presOf" srcId="{92DF5FC9-4340-40C1-83FB-7E14A1745C1B}" destId="{941E2DA1-DDC7-4442-9011-D21E2B00BE93}" srcOrd="0" destOrd="0" presId="urn:microsoft.com/office/officeart/2005/8/layout/lProcess1"/>
    <dgm:cxn modelId="{9514EFA8-913B-4AD8-BB72-5D8A8EC1D82C}" type="presOf" srcId="{02AF9F55-4685-48C4-8907-EE3BB334A298}" destId="{9547D59D-F9D4-4DC4-A266-73981A9DC37B}" srcOrd="0" destOrd="0" presId="urn:microsoft.com/office/officeart/2005/8/layout/lProcess1"/>
    <dgm:cxn modelId="{8C6024AF-3C54-4C7E-850D-D723B3820D62}" type="presOf" srcId="{0BCC7B0F-A315-4766-BDAE-80D28EB5B1DC}" destId="{02DE9BEE-E1CF-4F04-85A8-98F8BD17E8A1}" srcOrd="0" destOrd="0" presId="urn:microsoft.com/office/officeart/2005/8/layout/lProcess1"/>
    <dgm:cxn modelId="{EA5704B9-6467-4300-8B4C-A5F101A02554}" type="presOf" srcId="{F7AB9256-6717-4B4F-8BBA-39A242CB0E1B}" destId="{AA0F4C8A-94D5-46F4-8885-C087E2155A13}" srcOrd="0" destOrd="0" presId="urn:microsoft.com/office/officeart/2005/8/layout/lProcess1"/>
    <dgm:cxn modelId="{AB66A0BB-654E-4EE3-80E8-CB4942602816}" type="presOf" srcId="{2FC8F38B-1C1A-4756-B96A-6A13A1EBD14C}" destId="{4E0AE06F-4FF6-436E-9139-3032DA1C3CBE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FDF3B6D8-EEF9-45C5-B771-48681F899C13}" type="presOf" srcId="{8163CBD8-D48F-43F8-A617-5ABFF7264626}" destId="{13D22C96-D044-4258-9BDF-E29141056667}" srcOrd="0" destOrd="0" presId="urn:microsoft.com/office/officeart/2005/8/layout/lProcess1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7E826CF3-ABC6-4A1A-8FF5-2F6B5F37615A}" type="presOf" srcId="{C3974F10-98C8-47D3-8DF3-325A1FC97D06}" destId="{4F4A5E7D-B077-404F-8D43-77D1BF835745}" srcOrd="0" destOrd="0" presId="urn:microsoft.com/office/officeart/2005/8/layout/lProcess1"/>
    <dgm:cxn modelId="{22FECEF3-A0D2-4135-8289-2486293CAB7D}" type="presOf" srcId="{B00FF7C2-3C87-48CD-890A-E5D80998FD87}" destId="{613F707E-BD04-4FCB-9A82-192900BCFF35}" srcOrd="0" destOrd="0" presId="urn:microsoft.com/office/officeart/2005/8/layout/lProcess1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7C4293D2-54C8-4FD8-9000-23E40006E6C2}" type="presParOf" srcId="{02DE9BEE-E1CF-4F04-85A8-98F8BD17E8A1}" destId="{2CC65E07-B510-4BCB-8BA3-3E689163783D}" srcOrd="0" destOrd="0" presId="urn:microsoft.com/office/officeart/2005/8/layout/lProcess1"/>
    <dgm:cxn modelId="{7A11EA8B-E580-45E9-A711-09161876B5F5}" type="presParOf" srcId="{2CC65E07-B510-4BCB-8BA3-3E689163783D}" destId="{B67CE852-8EBF-4120-96CF-C9CAAAC189EE}" srcOrd="0" destOrd="0" presId="urn:microsoft.com/office/officeart/2005/8/layout/lProcess1"/>
    <dgm:cxn modelId="{BBAFD38B-5767-4653-9D48-3869587C750C}" type="presParOf" srcId="{2CC65E07-B510-4BCB-8BA3-3E689163783D}" destId="{9547D59D-F9D4-4DC4-A266-73981A9DC37B}" srcOrd="1" destOrd="0" presId="urn:microsoft.com/office/officeart/2005/8/layout/lProcess1"/>
    <dgm:cxn modelId="{6AAC2C1F-614A-42E3-83AB-5E714755BEDF}" type="presParOf" srcId="{2CC65E07-B510-4BCB-8BA3-3E689163783D}" destId="{4F4A5E7D-B077-404F-8D43-77D1BF835745}" srcOrd="2" destOrd="0" presId="urn:microsoft.com/office/officeart/2005/8/layout/lProcess1"/>
    <dgm:cxn modelId="{46127E32-9E18-48B5-9475-B7AA5FB368E2}" type="presParOf" srcId="{2CC65E07-B510-4BCB-8BA3-3E689163783D}" destId="{221B106A-0778-4DB5-85AF-FE03BB3EFA84}" srcOrd="3" destOrd="0" presId="urn:microsoft.com/office/officeart/2005/8/layout/lProcess1"/>
    <dgm:cxn modelId="{7E41BBA8-C0E5-448B-8D3E-B9691F66CAC5}" type="presParOf" srcId="{2CC65E07-B510-4BCB-8BA3-3E689163783D}" destId="{FDA191A8-9DBB-46BB-AE09-D181806A2324}" srcOrd="4" destOrd="0" presId="urn:microsoft.com/office/officeart/2005/8/layout/lProcess1"/>
    <dgm:cxn modelId="{253F9583-2594-42DD-B563-08AC296FACBD}" type="presParOf" srcId="{02DE9BEE-E1CF-4F04-85A8-98F8BD17E8A1}" destId="{256EB4C6-05CA-400A-9577-611E65809C33}" srcOrd="1" destOrd="0" presId="urn:microsoft.com/office/officeart/2005/8/layout/lProcess1"/>
    <dgm:cxn modelId="{C48278A0-F6D7-4628-95BB-9FE43A92701B}" type="presParOf" srcId="{02DE9BEE-E1CF-4F04-85A8-98F8BD17E8A1}" destId="{AC9B4ED3-222A-4418-BFF9-0CA1FBFF9DE6}" srcOrd="2" destOrd="0" presId="urn:microsoft.com/office/officeart/2005/8/layout/lProcess1"/>
    <dgm:cxn modelId="{CBC0214A-08C7-4380-BF91-4FF930E23AB2}" type="presParOf" srcId="{AC9B4ED3-222A-4418-BFF9-0CA1FBFF9DE6}" destId="{4E0AE06F-4FF6-436E-9139-3032DA1C3CBE}" srcOrd="0" destOrd="0" presId="urn:microsoft.com/office/officeart/2005/8/layout/lProcess1"/>
    <dgm:cxn modelId="{4FBF4AD1-53AC-4807-860F-1D56CD997029}" type="presParOf" srcId="{AC9B4ED3-222A-4418-BFF9-0CA1FBFF9DE6}" destId="{F499673B-3F43-4041-8E6C-68E0D4EB2FE6}" srcOrd="1" destOrd="0" presId="urn:microsoft.com/office/officeart/2005/8/layout/lProcess1"/>
    <dgm:cxn modelId="{C9838EAD-A670-4777-901D-7AEDABBF5608}" type="presParOf" srcId="{AC9B4ED3-222A-4418-BFF9-0CA1FBFF9DE6}" destId="{AA0F4C8A-94D5-46F4-8885-C087E2155A13}" srcOrd="2" destOrd="0" presId="urn:microsoft.com/office/officeart/2005/8/layout/lProcess1"/>
    <dgm:cxn modelId="{63C93B04-FEE6-43D4-B7DA-64B51DF0BB10}" type="presParOf" srcId="{AC9B4ED3-222A-4418-BFF9-0CA1FBFF9DE6}" destId="{B0FFC983-5999-48F9-BD0F-D23CD7DA2CAD}" srcOrd="3" destOrd="0" presId="urn:microsoft.com/office/officeart/2005/8/layout/lProcess1"/>
    <dgm:cxn modelId="{C77F8D7C-FE5C-40EC-9155-C6A9D7F91807}" type="presParOf" srcId="{AC9B4ED3-222A-4418-BFF9-0CA1FBFF9DE6}" destId="{D5965CC1-CDA9-4442-86AD-5AAD6114E097}" srcOrd="4" destOrd="0" presId="urn:microsoft.com/office/officeart/2005/8/layout/lProcess1"/>
    <dgm:cxn modelId="{C5A80778-EB68-45AE-83B0-1296B54CF674}" type="presParOf" srcId="{02DE9BEE-E1CF-4F04-85A8-98F8BD17E8A1}" destId="{EC3D6EF8-AE00-47D1-9A62-315AE44BF59C}" srcOrd="3" destOrd="0" presId="urn:microsoft.com/office/officeart/2005/8/layout/lProcess1"/>
    <dgm:cxn modelId="{2CC6B1E4-3F57-4B79-AEE9-1CDF8EFDE15F}" type="presParOf" srcId="{02DE9BEE-E1CF-4F04-85A8-98F8BD17E8A1}" destId="{831E1CFE-9C17-412C-BC0B-526B256F1A24}" srcOrd="4" destOrd="0" presId="urn:microsoft.com/office/officeart/2005/8/layout/lProcess1"/>
    <dgm:cxn modelId="{F5508ABA-C989-4876-BEBE-01A3EA1205F6}" type="presParOf" srcId="{831E1CFE-9C17-412C-BC0B-526B256F1A24}" destId="{84ABB7F8-A74A-4BBE-AF4E-630B797A3611}" srcOrd="0" destOrd="0" presId="urn:microsoft.com/office/officeart/2005/8/layout/lProcess1"/>
    <dgm:cxn modelId="{61CA5625-2B56-46B6-A09B-C37C3B90D6A6}" type="presParOf" srcId="{831E1CFE-9C17-412C-BC0B-526B256F1A24}" destId="{613F707E-BD04-4FCB-9A82-192900BCFF35}" srcOrd="1" destOrd="0" presId="urn:microsoft.com/office/officeart/2005/8/layout/lProcess1"/>
    <dgm:cxn modelId="{F08400D6-1BC4-48D2-8BAA-28364BF4BF57}" type="presParOf" srcId="{831E1CFE-9C17-412C-BC0B-526B256F1A24}" destId="{E5FA4CD8-C0B6-49A0-848F-211A12F2627A}" srcOrd="2" destOrd="0" presId="urn:microsoft.com/office/officeart/2005/8/layout/lProcess1"/>
    <dgm:cxn modelId="{D085CD92-B37E-47CA-BB94-6AD708848D4B}" type="presParOf" srcId="{831E1CFE-9C17-412C-BC0B-526B256F1A24}" destId="{7BE4AD5E-43F9-4781-B4AA-2515F5B1BD75}" srcOrd="3" destOrd="0" presId="urn:microsoft.com/office/officeart/2005/8/layout/lProcess1"/>
    <dgm:cxn modelId="{F7E6739E-04AF-4993-9154-9B3150EFFB39}" type="presParOf" srcId="{831E1CFE-9C17-412C-BC0B-526B256F1A24}" destId="{AD10A155-D756-4E1C-A7B3-E128EF4D2E87}" srcOrd="4" destOrd="0" presId="urn:microsoft.com/office/officeart/2005/8/layout/lProcess1"/>
    <dgm:cxn modelId="{F237575F-CA0E-431A-B822-BB773399537E}" type="presParOf" srcId="{02DE9BEE-E1CF-4F04-85A8-98F8BD17E8A1}" destId="{68925C74-898A-4584-A31F-35E1302EAB5E}" srcOrd="5" destOrd="0" presId="urn:microsoft.com/office/officeart/2005/8/layout/lProcess1"/>
    <dgm:cxn modelId="{A4C470DB-0AEE-4D8B-AF92-77911C8D130B}" type="presParOf" srcId="{02DE9BEE-E1CF-4F04-85A8-98F8BD17E8A1}" destId="{9DA84245-4E98-4076-8D5F-49B048FA9707}" srcOrd="6" destOrd="0" presId="urn:microsoft.com/office/officeart/2005/8/layout/lProcess1"/>
    <dgm:cxn modelId="{56AF8AE4-8541-4E43-9F0B-B4E1508DDF5D}" type="presParOf" srcId="{9DA84245-4E98-4076-8D5F-49B048FA9707}" destId="{941E2DA1-DDC7-4442-9011-D21E2B00BE93}" srcOrd="0" destOrd="0" presId="urn:microsoft.com/office/officeart/2005/8/layout/lProcess1"/>
    <dgm:cxn modelId="{D31B2702-CB3E-4023-BCEE-2867289556CE}" type="presParOf" srcId="{9DA84245-4E98-4076-8D5F-49B048FA9707}" destId="{CF241F6E-C8D4-4605-953D-F7370F85ED8F}" srcOrd="1" destOrd="0" presId="urn:microsoft.com/office/officeart/2005/8/layout/lProcess1"/>
    <dgm:cxn modelId="{5BE43CDD-78CB-44A4-90D3-86DBCD4CF843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C6588102-575C-499F-88FB-973A46B6BE8C}" type="presOf" srcId="{505C0A79-89AA-4AA2-8C62-C102E37035D6}" destId="{CF241F6E-C8D4-4605-953D-F7370F85ED8F}" srcOrd="0" destOrd="0" presId="urn:microsoft.com/office/officeart/2005/8/layout/lProcess1"/>
    <dgm:cxn modelId="{AF52030E-63BF-445A-96E1-4BA98F28A1D5}" type="presOf" srcId="{F7AB9256-6717-4B4F-8BBA-39A242CB0E1B}" destId="{AA0F4C8A-94D5-46F4-8885-C087E2155A13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F5678115-AD45-4BE8-8964-C1505E35F666}" type="presOf" srcId="{02AF9F55-4685-48C4-8907-EE3BB334A298}" destId="{9547D59D-F9D4-4DC4-A266-73981A9DC37B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34898023-D32C-45DB-883D-F7CAF2428535}" type="presOf" srcId="{DCBE611C-3769-4754-82C9-C0A1140B9245}" destId="{AD10A155-D756-4E1C-A7B3-E128EF4D2E87}" srcOrd="0" destOrd="0" presId="urn:microsoft.com/office/officeart/2005/8/layout/lProcess1"/>
    <dgm:cxn modelId="{F179002C-DC1C-4E04-9199-AFE4B12A8CDC}" type="presOf" srcId="{2FC8F38B-1C1A-4756-B96A-6A13A1EBD14C}" destId="{4E0AE06F-4FF6-436E-9139-3032DA1C3CBE}" srcOrd="0" destOrd="0" presId="urn:microsoft.com/office/officeart/2005/8/layout/lProcess1"/>
    <dgm:cxn modelId="{631D5030-77C2-45BA-B9D9-141A8F2701DF}" type="presOf" srcId="{C3974F10-98C8-47D3-8DF3-325A1FC97D06}" destId="{4F4A5E7D-B077-404F-8D43-77D1BF835745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F9E11C53-9B58-4C8A-83FC-C8FD678B088C}" type="presOf" srcId="{76ED80CB-A122-4FE9-ADAA-45DBB708FFC4}" destId="{E5FA4CD8-C0B6-49A0-848F-211A12F2627A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F68C3689-2562-4F61-AABB-6B58A176133D}" type="presOf" srcId="{BA046E01-3F2A-41C0-A404-1B4CAB0B3D20}" destId="{D5965CC1-CDA9-4442-86AD-5AAD6114E097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36B2299A-E127-457C-AAED-AEDC277E6F19}" type="presOf" srcId="{8D411CA1-2EC1-42D5-B265-51ABBA4D31E6}" destId="{B0FFC983-5999-48F9-BD0F-D23CD7DA2CAD}" srcOrd="0" destOrd="0" presId="urn:microsoft.com/office/officeart/2005/8/layout/lProcess1"/>
    <dgm:cxn modelId="{73D5B69D-4AC8-4345-B937-7352A6444F9F}" type="presOf" srcId="{54D31B5A-B242-4FD7-8391-A50950B0E5CC}" destId="{221B106A-0778-4DB5-85AF-FE03BB3EFA84}" srcOrd="0" destOrd="0" presId="urn:microsoft.com/office/officeart/2005/8/layout/lProcess1"/>
    <dgm:cxn modelId="{5F231DA0-88A9-4F8E-A8E3-7B93DA4A6763}" type="presOf" srcId="{A0DDAA26-A555-469D-8E06-2FB16EC6E3B7}" destId="{F499673B-3F43-4041-8E6C-68E0D4EB2FE6}" srcOrd="0" destOrd="0" presId="urn:microsoft.com/office/officeart/2005/8/layout/lProcess1"/>
    <dgm:cxn modelId="{820480B8-90A9-4082-839D-059E6ACAAE7D}" type="presOf" srcId="{04C72F56-FFE0-4FF7-965E-D222C7546E56}" destId="{FDA191A8-9DBB-46BB-AE09-D181806A2324}" srcOrd="0" destOrd="0" presId="urn:microsoft.com/office/officeart/2005/8/layout/lProcess1"/>
    <dgm:cxn modelId="{81F547BA-A4D0-43CA-9EEA-E2848ABEBB07}" type="presOf" srcId="{8163CBD8-D48F-43F8-A617-5ABFF7264626}" destId="{13D22C96-D044-4258-9BDF-E29141056667}" srcOrd="0" destOrd="0" presId="urn:microsoft.com/office/officeart/2005/8/layout/lProcess1"/>
    <dgm:cxn modelId="{7014E8C7-25D3-4EDB-ADCD-B9F5195ED5EE}" type="presOf" srcId="{0BCC7B0F-A315-4766-BDAE-80D28EB5B1DC}" destId="{02DE9BEE-E1CF-4F04-85A8-98F8BD17E8A1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48A7A9CD-9C9E-4A62-9FAA-6CAD7AAA41B6}" type="presOf" srcId="{B00FF7C2-3C87-48CD-890A-E5D80998FD87}" destId="{613F707E-BD04-4FCB-9A82-192900BCFF35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8ED515DA-8006-489D-ABFE-2B6CA0A93C32}" type="presOf" srcId="{92DF5FC9-4340-40C1-83FB-7E14A1745C1B}" destId="{941E2DA1-DDC7-4442-9011-D21E2B00BE93}" srcOrd="0" destOrd="0" presId="urn:microsoft.com/office/officeart/2005/8/layout/lProcess1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74FA62E2-BB4F-4D1E-BD54-B521C0F9EE73}" type="presOf" srcId="{1302C49B-BF90-4728-A410-178F15EC9E82}" destId="{7BE4AD5E-43F9-4781-B4AA-2515F5B1BD75}" srcOrd="0" destOrd="0" presId="urn:microsoft.com/office/officeart/2005/8/layout/lProcess1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9577EDFC-54FF-42A9-9B5D-E394D099B189}" type="presOf" srcId="{832147B8-FC44-41CA-934A-9988EC29B1BE}" destId="{84ABB7F8-A74A-4BBE-AF4E-630B797A3611}" srcOrd="0" destOrd="0" presId="urn:microsoft.com/office/officeart/2005/8/layout/lProcess1"/>
    <dgm:cxn modelId="{BB393EFE-F767-4CBE-9DA5-B057ED88A75C}" type="presOf" srcId="{34E6B46C-D130-48F9-A34A-F327F1DF775B}" destId="{B67CE852-8EBF-4120-96CF-C9CAAAC189EE}" srcOrd="0" destOrd="0" presId="urn:microsoft.com/office/officeart/2005/8/layout/lProcess1"/>
    <dgm:cxn modelId="{2EC8FE22-8A53-4533-810C-10504D9F1630}" type="presParOf" srcId="{02DE9BEE-E1CF-4F04-85A8-98F8BD17E8A1}" destId="{2CC65E07-B510-4BCB-8BA3-3E689163783D}" srcOrd="0" destOrd="0" presId="urn:microsoft.com/office/officeart/2005/8/layout/lProcess1"/>
    <dgm:cxn modelId="{FA188014-ECB7-40E1-B8DE-86FEAA8DFEC9}" type="presParOf" srcId="{2CC65E07-B510-4BCB-8BA3-3E689163783D}" destId="{B67CE852-8EBF-4120-96CF-C9CAAAC189EE}" srcOrd="0" destOrd="0" presId="urn:microsoft.com/office/officeart/2005/8/layout/lProcess1"/>
    <dgm:cxn modelId="{4094E080-C269-4C50-8F6B-641A8030CA2C}" type="presParOf" srcId="{2CC65E07-B510-4BCB-8BA3-3E689163783D}" destId="{9547D59D-F9D4-4DC4-A266-73981A9DC37B}" srcOrd="1" destOrd="0" presId="urn:microsoft.com/office/officeart/2005/8/layout/lProcess1"/>
    <dgm:cxn modelId="{F494A8E3-8553-457B-AF3F-792CDB14ECF7}" type="presParOf" srcId="{2CC65E07-B510-4BCB-8BA3-3E689163783D}" destId="{4F4A5E7D-B077-404F-8D43-77D1BF835745}" srcOrd="2" destOrd="0" presId="urn:microsoft.com/office/officeart/2005/8/layout/lProcess1"/>
    <dgm:cxn modelId="{0DDB8A63-E730-4EB3-82CB-3CAD365FCB35}" type="presParOf" srcId="{2CC65E07-B510-4BCB-8BA3-3E689163783D}" destId="{221B106A-0778-4DB5-85AF-FE03BB3EFA84}" srcOrd="3" destOrd="0" presId="urn:microsoft.com/office/officeart/2005/8/layout/lProcess1"/>
    <dgm:cxn modelId="{346DACCB-C702-465B-A265-11666171CD6B}" type="presParOf" srcId="{2CC65E07-B510-4BCB-8BA3-3E689163783D}" destId="{FDA191A8-9DBB-46BB-AE09-D181806A2324}" srcOrd="4" destOrd="0" presId="urn:microsoft.com/office/officeart/2005/8/layout/lProcess1"/>
    <dgm:cxn modelId="{8033C1B8-1ABF-4EEF-BBED-E673CE75C9BE}" type="presParOf" srcId="{02DE9BEE-E1CF-4F04-85A8-98F8BD17E8A1}" destId="{256EB4C6-05CA-400A-9577-611E65809C33}" srcOrd="1" destOrd="0" presId="urn:microsoft.com/office/officeart/2005/8/layout/lProcess1"/>
    <dgm:cxn modelId="{4AA2B756-A51B-4F31-A55D-0D57ABBAC4CC}" type="presParOf" srcId="{02DE9BEE-E1CF-4F04-85A8-98F8BD17E8A1}" destId="{AC9B4ED3-222A-4418-BFF9-0CA1FBFF9DE6}" srcOrd="2" destOrd="0" presId="urn:microsoft.com/office/officeart/2005/8/layout/lProcess1"/>
    <dgm:cxn modelId="{4440E4CD-9C38-4AA7-9ECF-538A8AE78268}" type="presParOf" srcId="{AC9B4ED3-222A-4418-BFF9-0CA1FBFF9DE6}" destId="{4E0AE06F-4FF6-436E-9139-3032DA1C3CBE}" srcOrd="0" destOrd="0" presId="urn:microsoft.com/office/officeart/2005/8/layout/lProcess1"/>
    <dgm:cxn modelId="{CBF819A1-D0BA-47B1-95F8-90D52275C54E}" type="presParOf" srcId="{AC9B4ED3-222A-4418-BFF9-0CA1FBFF9DE6}" destId="{F499673B-3F43-4041-8E6C-68E0D4EB2FE6}" srcOrd="1" destOrd="0" presId="urn:microsoft.com/office/officeart/2005/8/layout/lProcess1"/>
    <dgm:cxn modelId="{DC9B98DE-2338-4D51-B2AC-DA6F3AA9B34E}" type="presParOf" srcId="{AC9B4ED3-222A-4418-BFF9-0CA1FBFF9DE6}" destId="{AA0F4C8A-94D5-46F4-8885-C087E2155A13}" srcOrd="2" destOrd="0" presId="urn:microsoft.com/office/officeart/2005/8/layout/lProcess1"/>
    <dgm:cxn modelId="{92BE7CCD-34BB-4E18-AA50-E55B8809C007}" type="presParOf" srcId="{AC9B4ED3-222A-4418-BFF9-0CA1FBFF9DE6}" destId="{B0FFC983-5999-48F9-BD0F-D23CD7DA2CAD}" srcOrd="3" destOrd="0" presId="urn:microsoft.com/office/officeart/2005/8/layout/lProcess1"/>
    <dgm:cxn modelId="{0FDAA04F-AA38-4CEC-9169-CF7BC1F0FF2A}" type="presParOf" srcId="{AC9B4ED3-222A-4418-BFF9-0CA1FBFF9DE6}" destId="{D5965CC1-CDA9-4442-86AD-5AAD6114E097}" srcOrd="4" destOrd="0" presId="urn:microsoft.com/office/officeart/2005/8/layout/lProcess1"/>
    <dgm:cxn modelId="{3B110BA5-8DEA-403E-9204-FC38C7293F36}" type="presParOf" srcId="{02DE9BEE-E1CF-4F04-85A8-98F8BD17E8A1}" destId="{EC3D6EF8-AE00-47D1-9A62-315AE44BF59C}" srcOrd="3" destOrd="0" presId="urn:microsoft.com/office/officeart/2005/8/layout/lProcess1"/>
    <dgm:cxn modelId="{D57B9F68-6646-4E79-94DC-805EEB357530}" type="presParOf" srcId="{02DE9BEE-E1CF-4F04-85A8-98F8BD17E8A1}" destId="{831E1CFE-9C17-412C-BC0B-526B256F1A24}" srcOrd="4" destOrd="0" presId="urn:microsoft.com/office/officeart/2005/8/layout/lProcess1"/>
    <dgm:cxn modelId="{606572AE-88AD-445E-9548-1E1A1E285C89}" type="presParOf" srcId="{831E1CFE-9C17-412C-BC0B-526B256F1A24}" destId="{84ABB7F8-A74A-4BBE-AF4E-630B797A3611}" srcOrd="0" destOrd="0" presId="urn:microsoft.com/office/officeart/2005/8/layout/lProcess1"/>
    <dgm:cxn modelId="{0767DCB6-D10E-485F-AABA-366A89B5DC88}" type="presParOf" srcId="{831E1CFE-9C17-412C-BC0B-526B256F1A24}" destId="{613F707E-BD04-4FCB-9A82-192900BCFF35}" srcOrd="1" destOrd="0" presId="urn:microsoft.com/office/officeart/2005/8/layout/lProcess1"/>
    <dgm:cxn modelId="{01CC2756-6CF9-491E-BA03-C62F0EC317ED}" type="presParOf" srcId="{831E1CFE-9C17-412C-BC0B-526B256F1A24}" destId="{E5FA4CD8-C0B6-49A0-848F-211A12F2627A}" srcOrd="2" destOrd="0" presId="urn:microsoft.com/office/officeart/2005/8/layout/lProcess1"/>
    <dgm:cxn modelId="{AB9E1E17-30D5-41CE-919F-C3FAED9DBBAE}" type="presParOf" srcId="{831E1CFE-9C17-412C-BC0B-526B256F1A24}" destId="{7BE4AD5E-43F9-4781-B4AA-2515F5B1BD75}" srcOrd="3" destOrd="0" presId="urn:microsoft.com/office/officeart/2005/8/layout/lProcess1"/>
    <dgm:cxn modelId="{5C694B1A-CF78-4F44-912C-0AEE94CB333A}" type="presParOf" srcId="{831E1CFE-9C17-412C-BC0B-526B256F1A24}" destId="{AD10A155-D756-4E1C-A7B3-E128EF4D2E87}" srcOrd="4" destOrd="0" presId="urn:microsoft.com/office/officeart/2005/8/layout/lProcess1"/>
    <dgm:cxn modelId="{D7EEDFED-6AB6-46CC-93C7-8410335D98D0}" type="presParOf" srcId="{02DE9BEE-E1CF-4F04-85A8-98F8BD17E8A1}" destId="{68925C74-898A-4584-A31F-35E1302EAB5E}" srcOrd="5" destOrd="0" presId="urn:microsoft.com/office/officeart/2005/8/layout/lProcess1"/>
    <dgm:cxn modelId="{2CD3B70F-0827-4753-8D3D-9F81AE416016}" type="presParOf" srcId="{02DE9BEE-E1CF-4F04-85A8-98F8BD17E8A1}" destId="{9DA84245-4E98-4076-8D5F-49B048FA9707}" srcOrd="6" destOrd="0" presId="urn:microsoft.com/office/officeart/2005/8/layout/lProcess1"/>
    <dgm:cxn modelId="{5AD91130-6246-40AE-AAAD-EF46C0F204AC}" type="presParOf" srcId="{9DA84245-4E98-4076-8D5F-49B048FA9707}" destId="{941E2DA1-DDC7-4442-9011-D21E2B00BE93}" srcOrd="0" destOrd="0" presId="urn:microsoft.com/office/officeart/2005/8/layout/lProcess1"/>
    <dgm:cxn modelId="{CE76E0BC-5773-4F49-A3B4-F0EDEC47CE40}" type="presParOf" srcId="{9DA84245-4E98-4076-8D5F-49B048FA9707}" destId="{CF241F6E-C8D4-4605-953D-F7370F85ED8F}" srcOrd="1" destOrd="0" presId="urn:microsoft.com/office/officeart/2005/8/layout/lProcess1"/>
    <dgm:cxn modelId="{071150FE-FA99-418D-ADA2-90ADA6128589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23B10B03-AACE-41DD-9A38-92CD678E24B0}" type="presOf" srcId="{BA046E01-3F2A-41C0-A404-1B4CAB0B3D20}" destId="{D5965CC1-CDA9-4442-86AD-5AAD6114E097}" srcOrd="0" destOrd="0" presId="urn:microsoft.com/office/officeart/2005/8/layout/lProcess1"/>
    <dgm:cxn modelId="{B6B9330D-BC9F-40CC-AD3B-AB567F5960CA}" type="presOf" srcId="{DCBE611C-3769-4754-82C9-C0A1140B9245}" destId="{AD10A155-D756-4E1C-A7B3-E128EF4D2E87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D1CCAA32-7BB9-45DF-8F49-1E73DEAC6297}" type="presOf" srcId="{92DF5FC9-4340-40C1-83FB-7E14A1745C1B}" destId="{941E2DA1-DDC7-4442-9011-D21E2B00BE93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44C3F15C-0087-4FCD-8BA5-304D835C4136}" type="presOf" srcId="{505C0A79-89AA-4AA2-8C62-C102E37035D6}" destId="{CF241F6E-C8D4-4605-953D-F7370F85ED8F}" srcOrd="0" destOrd="0" presId="urn:microsoft.com/office/officeart/2005/8/layout/lProcess1"/>
    <dgm:cxn modelId="{3DC41942-DFC8-48D4-8937-8DEFDB31E052}" type="presOf" srcId="{8163CBD8-D48F-43F8-A617-5ABFF7264626}" destId="{13D22C96-D044-4258-9BDF-E29141056667}" srcOrd="0" destOrd="0" presId="urn:microsoft.com/office/officeart/2005/8/layout/lProcess1"/>
    <dgm:cxn modelId="{23C99F45-26E0-419E-94C3-505C23417186}" type="presOf" srcId="{54D31B5A-B242-4FD7-8391-A50950B0E5CC}" destId="{221B106A-0778-4DB5-85AF-FE03BB3EFA84}" srcOrd="0" destOrd="0" presId="urn:microsoft.com/office/officeart/2005/8/layout/lProcess1"/>
    <dgm:cxn modelId="{A37DD94D-5689-46F7-9575-7B2663EF844F}" type="presOf" srcId="{34E6B46C-D130-48F9-A34A-F327F1DF775B}" destId="{B67CE852-8EBF-4120-96CF-C9CAAAC189EE}" srcOrd="0" destOrd="0" presId="urn:microsoft.com/office/officeart/2005/8/layout/lProcess1"/>
    <dgm:cxn modelId="{BB7E784F-3EEF-46D4-A978-F2B334BBA3AB}" type="presOf" srcId="{04C72F56-FFE0-4FF7-965E-D222C7546E56}" destId="{FDA191A8-9DBB-46BB-AE09-D181806A2324}" srcOrd="0" destOrd="0" presId="urn:microsoft.com/office/officeart/2005/8/layout/lProcess1"/>
    <dgm:cxn modelId="{B2347D56-0F40-4467-A3D3-FC3034E080E2}" type="presOf" srcId="{02AF9F55-4685-48C4-8907-EE3BB334A298}" destId="{9547D59D-F9D4-4DC4-A266-73981A9DC37B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F2EDCE8C-1B32-4EED-930B-15E4F6EAA103}" type="presOf" srcId="{76ED80CB-A122-4FE9-ADAA-45DBB708FFC4}" destId="{E5FA4CD8-C0B6-49A0-848F-211A12F2627A}" srcOrd="0" destOrd="0" presId="urn:microsoft.com/office/officeart/2005/8/layout/lProcess1"/>
    <dgm:cxn modelId="{00D49591-72F2-4EF4-A515-66F2E3EBABF7}" type="presOf" srcId="{B00FF7C2-3C87-48CD-890A-E5D80998FD87}" destId="{613F707E-BD04-4FCB-9A82-192900BCFF35}" srcOrd="0" destOrd="0" presId="urn:microsoft.com/office/officeart/2005/8/layout/lProcess1"/>
    <dgm:cxn modelId="{714C2693-49A0-4C0F-8A58-A5ACC53A2620}" type="presOf" srcId="{8D411CA1-2EC1-42D5-B265-51ABBA4D31E6}" destId="{B0FFC983-5999-48F9-BD0F-D23CD7DA2CAD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3A26C5B3-043C-42FC-85BB-E48275CACC40}" type="presOf" srcId="{832147B8-FC44-41CA-934A-9988EC29B1BE}" destId="{84ABB7F8-A74A-4BBE-AF4E-630B797A3611}" srcOrd="0" destOrd="0" presId="urn:microsoft.com/office/officeart/2005/8/layout/lProcess1"/>
    <dgm:cxn modelId="{104B99C0-F103-4E41-930E-301D62E1E37B}" type="presOf" srcId="{1302C49B-BF90-4728-A410-178F15EC9E82}" destId="{7BE4AD5E-43F9-4781-B4AA-2515F5B1BD75}" srcOrd="0" destOrd="0" presId="urn:microsoft.com/office/officeart/2005/8/layout/lProcess1"/>
    <dgm:cxn modelId="{3F2ED5C4-59BB-42B1-B41A-9500F6F38D23}" type="presOf" srcId="{A0DDAA26-A555-469D-8E06-2FB16EC6E3B7}" destId="{F499673B-3F43-4041-8E6C-68E0D4EB2FE6}" srcOrd="0" destOrd="0" presId="urn:microsoft.com/office/officeart/2005/8/layout/lProcess1"/>
    <dgm:cxn modelId="{8C719CC8-71B8-4303-A909-DCB77BFAE943}" type="presOf" srcId="{0BCC7B0F-A315-4766-BDAE-80D28EB5B1DC}" destId="{02DE9BEE-E1CF-4F04-85A8-98F8BD17E8A1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0BD152D8-D4BD-4509-B78B-AAECB4C2D053}" type="presOf" srcId="{2FC8F38B-1C1A-4756-B96A-6A13A1EBD14C}" destId="{4E0AE06F-4FF6-436E-9139-3032DA1C3CBE}" srcOrd="0" destOrd="0" presId="urn:microsoft.com/office/officeart/2005/8/layout/lProcess1"/>
    <dgm:cxn modelId="{D9422BDA-3701-4577-B817-CAAAAE1623C2}" type="presOf" srcId="{C3974F10-98C8-47D3-8DF3-325A1FC97D06}" destId="{4F4A5E7D-B077-404F-8D43-77D1BF835745}" srcOrd="0" destOrd="0" presId="urn:microsoft.com/office/officeart/2005/8/layout/lProcess1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F5FAEE4-1DF8-4FBC-8DD6-B5E4D8F38400}" type="presOf" srcId="{F7AB9256-6717-4B4F-8BBA-39A242CB0E1B}" destId="{AA0F4C8A-94D5-46F4-8885-C087E2155A13}" srcOrd="0" destOrd="0" presId="urn:microsoft.com/office/officeart/2005/8/layout/lProcess1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F0A25A1A-67D0-4FFF-96C5-E6823D726765}" type="presParOf" srcId="{02DE9BEE-E1CF-4F04-85A8-98F8BD17E8A1}" destId="{2CC65E07-B510-4BCB-8BA3-3E689163783D}" srcOrd="0" destOrd="0" presId="urn:microsoft.com/office/officeart/2005/8/layout/lProcess1"/>
    <dgm:cxn modelId="{BCCD4925-7FBE-4A94-936F-ED2F45449D86}" type="presParOf" srcId="{2CC65E07-B510-4BCB-8BA3-3E689163783D}" destId="{B67CE852-8EBF-4120-96CF-C9CAAAC189EE}" srcOrd="0" destOrd="0" presId="urn:microsoft.com/office/officeart/2005/8/layout/lProcess1"/>
    <dgm:cxn modelId="{F7ACB50B-5AFE-449D-B220-87815CDC1874}" type="presParOf" srcId="{2CC65E07-B510-4BCB-8BA3-3E689163783D}" destId="{9547D59D-F9D4-4DC4-A266-73981A9DC37B}" srcOrd="1" destOrd="0" presId="urn:microsoft.com/office/officeart/2005/8/layout/lProcess1"/>
    <dgm:cxn modelId="{F7F828A1-388C-4983-9A0F-40CAD780787F}" type="presParOf" srcId="{2CC65E07-B510-4BCB-8BA3-3E689163783D}" destId="{4F4A5E7D-B077-404F-8D43-77D1BF835745}" srcOrd="2" destOrd="0" presId="urn:microsoft.com/office/officeart/2005/8/layout/lProcess1"/>
    <dgm:cxn modelId="{8B8B9AFF-8C21-407A-AB4C-FAE207F68119}" type="presParOf" srcId="{2CC65E07-B510-4BCB-8BA3-3E689163783D}" destId="{221B106A-0778-4DB5-85AF-FE03BB3EFA84}" srcOrd="3" destOrd="0" presId="urn:microsoft.com/office/officeart/2005/8/layout/lProcess1"/>
    <dgm:cxn modelId="{B4FCB75D-7047-43CD-9DD5-6E15EAD54ADA}" type="presParOf" srcId="{2CC65E07-B510-4BCB-8BA3-3E689163783D}" destId="{FDA191A8-9DBB-46BB-AE09-D181806A2324}" srcOrd="4" destOrd="0" presId="urn:microsoft.com/office/officeart/2005/8/layout/lProcess1"/>
    <dgm:cxn modelId="{02CFAAA7-E9DD-4DA4-825A-A43AA3808FF6}" type="presParOf" srcId="{02DE9BEE-E1CF-4F04-85A8-98F8BD17E8A1}" destId="{256EB4C6-05CA-400A-9577-611E65809C33}" srcOrd="1" destOrd="0" presId="urn:microsoft.com/office/officeart/2005/8/layout/lProcess1"/>
    <dgm:cxn modelId="{4AB5D7F3-806E-4543-98B1-9E146D1C776B}" type="presParOf" srcId="{02DE9BEE-E1CF-4F04-85A8-98F8BD17E8A1}" destId="{AC9B4ED3-222A-4418-BFF9-0CA1FBFF9DE6}" srcOrd="2" destOrd="0" presId="urn:microsoft.com/office/officeart/2005/8/layout/lProcess1"/>
    <dgm:cxn modelId="{8DB944CB-C303-4F5F-B5AA-44FDC9BC0B9A}" type="presParOf" srcId="{AC9B4ED3-222A-4418-BFF9-0CA1FBFF9DE6}" destId="{4E0AE06F-4FF6-436E-9139-3032DA1C3CBE}" srcOrd="0" destOrd="0" presId="urn:microsoft.com/office/officeart/2005/8/layout/lProcess1"/>
    <dgm:cxn modelId="{50631F9B-8A5C-424E-9C77-4076F1C1AAB7}" type="presParOf" srcId="{AC9B4ED3-222A-4418-BFF9-0CA1FBFF9DE6}" destId="{F499673B-3F43-4041-8E6C-68E0D4EB2FE6}" srcOrd="1" destOrd="0" presId="urn:microsoft.com/office/officeart/2005/8/layout/lProcess1"/>
    <dgm:cxn modelId="{7A727D9C-74F6-431C-8605-3096FC3C6405}" type="presParOf" srcId="{AC9B4ED3-222A-4418-BFF9-0CA1FBFF9DE6}" destId="{AA0F4C8A-94D5-46F4-8885-C087E2155A13}" srcOrd="2" destOrd="0" presId="urn:microsoft.com/office/officeart/2005/8/layout/lProcess1"/>
    <dgm:cxn modelId="{0908F567-575A-4566-8867-1D8BA8598429}" type="presParOf" srcId="{AC9B4ED3-222A-4418-BFF9-0CA1FBFF9DE6}" destId="{B0FFC983-5999-48F9-BD0F-D23CD7DA2CAD}" srcOrd="3" destOrd="0" presId="urn:microsoft.com/office/officeart/2005/8/layout/lProcess1"/>
    <dgm:cxn modelId="{5BE2A4F7-7061-4825-A40E-692B1082C05B}" type="presParOf" srcId="{AC9B4ED3-222A-4418-BFF9-0CA1FBFF9DE6}" destId="{D5965CC1-CDA9-4442-86AD-5AAD6114E097}" srcOrd="4" destOrd="0" presId="urn:microsoft.com/office/officeart/2005/8/layout/lProcess1"/>
    <dgm:cxn modelId="{CEBD8354-AA4B-4326-8232-02744FA6E2A8}" type="presParOf" srcId="{02DE9BEE-E1CF-4F04-85A8-98F8BD17E8A1}" destId="{EC3D6EF8-AE00-47D1-9A62-315AE44BF59C}" srcOrd="3" destOrd="0" presId="urn:microsoft.com/office/officeart/2005/8/layout/lProcess1"/>
    <dgm:cxn modelId="{8D538DB7-86DC-4E0E-8FBD-1B1C20B6DC1E}" type="presParOf" srcId="{02DE9BEE-E1CF-4F04-85A8-98F8BD17E8A1}" destId="{831E1CFE-9C17-412C-BC0B-526B256F1A24}" srcOrd="4" destOrd="0" presId="urn:microsoft.com/office/officeart/2005/8/layout/lProcess1"/>
    <dgm:cxn modelId="{93168D90-D22F-4CC7-86DE-9A45E342ED21}" type="presParOf" srcId="{831E1CFE-9C17-412C-BC0B-526B256F1A24}" destId="{84ABB7F8-A74A-4BBE-AF4E-630B797A3611}" srcOrd="0" destOrd="0" presId="urn:microsoft.com/office/officeart/2005/8/layout/lProcess1"/>
    <dgm:cxn modelId="{7058ACB6-7763-472E-AD01-00011DE0A45F}" type="presParOf" srcId="{831E1CFE-9C17-412C-BC0B-526B256F1A24}" destId="{613F707E-BD04-4FCB-9A82-192900BCFF35}" srcOrd="1" destOrd="0" presId="urn:microsoft.com/office/officeart/2005/8/layout/lProcess1"/>
    <dgm:cxn modelId="{6DD296EA-659E-4E73-9704-A4DDF58C012F}" type="presParOf" srcId="{831E1CFE-9C17-412C-BC0B-526B256F1A24}" destId="{E5FA4CD8-C0B6-49A0-848F-211A12F2627A}" srcOrd="2" destOrd="0" presId="urn:microsoft.com/office/officeart/2005/8/layout/lProcess1"/>
    <dgm:cxn modelId="{C0AE08DA-9ACF-49CC-AFF4-DB5E1E9CD1F1}" type="presParOf" srcId="{831E1CFE-9C17-412C-BC0B-526B256F1A24}" destId="{7BE4AD5E-43F9-4781-B4AA-2515F5B1BD75}" srcOrd="3" destOrd="0" presId="urn:microsoft.com/office/officeart/2005/8/layout/lProcess1"/>
    <dgm:cxn modelId="{3EBC2B86-6AC3-4FCA-8249-A22DC2B38BA0}" type="presParOf" srcId="{831E1CFE-9C17-412C-BC0B-526B256F1A24}" destId="{AD10A155-D756-4E1C-A7B3-E128EF4D2E87}" srcOrd="4" destOrd="0" presId="urn:microsoft.com/office/officeart/2005/8/layout/lProcess1"/>
    <dgm:cxn modelId="{24C98F14-D58A-4CC6-B01A-2D6308621572}" type="presParOf" srcId="{02DE9BEE-E1CF-4F04-85A8-98F8BD17E8A1}" destId="{68925C74-898A-4584-A31F-35E1302EAB5E}" srcOrd="5" destOrd="0" presId="urn:microsoft.com/office/officeart/2005/8/layout/lProcess1"/>
    <dgm:cxn modelId="{3C9ACDE1-DC76-4D8A-BCEF-E5229BBB71B2}" type="presParOf" srcId="{02DE9BEE-E1CF-4F04-85A8-98F8BD17E8A1}" destId="{9DA84245-4E98-4076-8D5F-49B048FA9707}" srcOrd="6" destOrd="0" presId="urn:microsoft.com/office/officeart/2005/8/layout/lProcess1"/>
    <dgm:cxn modelId="{0D323660-5A5B-4557-94B3-80E8F0C92CAD}" type="presParOf" srcId="{9DA84245-4E98-4076-8D5F-49B048FA9707}" destId="{941E2DA1-DDC7-4442-9011-D21E2B00BE93}" srcOrd="0" destOrd="0" presId="urn:microsoft.com/office/officeart/2005/8/layout/lProcess1"/>
    <dgm:cxn modelId="{AF37A54E-8ED9-464F-A5CF-81019437F4A1}" type="presParOf" srcId="{9DA84245-4E98-4076-8D5F-49B048FA9707}" destId="{CF241F6E-C8D4-4605-953D-F7370F85ED8F}" srcOrd="1" destOrd="0" presId="urn:microsoft.com/office/officeart/2005/8/layout/lProcess1"/>
    <dgm:cxn modelId="{7FEC3013-FB02-4D4A-9EBE-B5311F6DED4F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0D313E13-1AD8-4E31-8E5A-9ABFE57D6A5C}" type="presOf" srcId="{8163CBD8-D48F-43F8-A617-5ABFF7264626}" destId="{13D22C96-D044-4258-9BDF-E29141056667}" srcOrd="0" destOrd="0" presId="urn:microsoft.com/office/officeart/2005/8/layout/lProcess1"/>
    <dgm:cxn modelId="{1E479C13-5CFF-4BD7-B9C5-4B85531BD626}" type="presOf" srcId="{34E6B46C-D130-48F9-A34A-F327F1DF775B}" destId="{B67CE852-8EBF-4120-96CF-C9CAAAC189EE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D6162727-1DCD-4BA9-BE64-F18222733808}" type="presOf" srcId="{DCBE611C-3769-4754-82C9-C0A1140B9245}" destId="{AD10A155-D756-4E1C-A7B3-E128EF4D2E87}" srcOrd="0" destOrd="0" presId="urn:microsoft.com/office/officeart/2005/8/layout/lProcess1"/>
    <dgm:cxn modelId="{3DABD332-9F01-444E-BECE-45344802D3D6}" type="presOf" srcId="{832147B8-FC44-41CA-934A-9988EC29B1BE}" destId="{84ABB7F8-A74A-4BBE-AF4E-630B797A3611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36BF343D-5AD5-44E1-A3F7-EFB02A3B8CE9}" type="presOf" srcId="{2FC8F38B-1C1A-4756-B96A-6A13A1EBD14C}" destId="{4E0AE06F-4FF6-436E-9139-3032DA1C3CBE}" srcOrd="0" destOrd="0" presId="urn:microsoft.com/office/officeart/2005/8/layout/lProcess1"/>
    <dgm:cxn modelId="{4C99526D-750D-440C-BAD4-E482604F29B2}" type="presOf" srcId="{02AF9F55-4685-48C4-8907-EE3BB334A298}" destId="{9547D59D-F9D4-4DC4-A266-73981A9DC37B}" srcOrd="0" destOrd="0" presId="urn:microsoft.com/office/officeart/2005/8/layout/lProcess1"/>
    <dgm:cxn modelId="{AF585771-5F7F-42BA-8111-CF3FB4661118}" type="presOf" srcId="{BA046E01-3F2A-41C0-A404-1B4CAB0B3D20}" destId="{D5965CC1-CDA9-4442-86AD-5AAD6114E097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2B6C947E-96D1-4FCF-B514-FCB30E29D982}" type="presOf" srcId="{76ED80CB-A122-4FE9-ADAA-45DBB708FFC4}" destId="{E5FA4CD8-C0B6-49A0-848F-211A12F2627A}" srcOrd="0" destOrd="0" presId="urn:microsoft.com/office/officeart/2005/8/layout/lProcess1"/>
    <dgm:cxn modelId="{0CE51780-3C33-44BF-914D-1063E89B3EFD}" type="presOf" srcId="{C3974F10-98C8-47D3-8DF3-325A1FC97D06}" destId="{4F4A5E7D-B077-404F-8D43-77D1BF835745}" srcOrd="0" destOrd="0" presId="urn:microsoft.com/office/officeart/2005/8/layout/lProcess1"/>
    <dgm:cxn modelId="{F500D780-29A2-460B-A4AC-037DE9FAE88A}" type="presOf" srcId="{1302C49B-BF90-4728-A410-178F15EC9E82}" destId="{7BE4AD5E-43F9-4781-B4AA-2515F5B1BD75}" srcOrd="0" destOrd="0" presId="urn:microsoft.com/office/officeart/2005/8/layout/lProcess1"/>
    <dgm:cxn modelId="{724BA189-0E17-4878-83D5-3F703C6FF253}" type="presOf" srcId="{A0DDAA26-A555-469D-8E06-2FB16EC6E3B7}" destId="{F499673B-3F43-4041-8E6C-68E0D4EB2FE6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EFD3F1A0-8F33-4CD4-A505-39384F4667B5}" type="presOf" srcId="{54D31B5A-B242-4FD7-8391-A50950B0E5CC}" destId="{221B106A-0778-4DB5-85AF-FE03BB3EFA84}" srcOrd="0" destOrd="0" presId="urn:microsoft.com/office/officeart/2005/8/layout/lProcess1"/>
    <dgm:cxn modelId="{3DEE4BB6-25CC-4033-9DE9-14C718428548}" type="presOf" srcId="{8D411CA1-2EC1-42D5-B265-51ABBA4D31E6}" destId="{B0FFC983-5999-48F9-BD0F-D23CD7DA2CAD}" srcOrd="0" destOrd="0" presId="urn:microsoft.com/office/officeart/2005/8/layout/lProcess1"/>
    <dgm:cxn modelId="{9B28D1BB-4FD9-4FDD-99C8-E52B2C33FFEC}" type="presOf" srcId="{92DF5FC9-4340-40C1-83FB-7E14A1745C1B}" destId="{941E2DA1-DDC7-4442-9011-D21E2B00BE93}" srcOrd="0" destOrd="0" presId="urn:microsoft.com/office/officeart/2005/8/layout/lProcess1"/>
    <dgm:cxn modelId="{063157C0-0695-412E-84CA-DD7644C3450D}" type="presOf" srcId="{B00FF7C2-3C87-48CD-890A-E5D80998FD87}" destId="{613F707E-BD04-4FCB-9A82-192900BCFF35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1EE728CD-7ACD-4E1E-8D19-A49AF0C8E1AE}" type="presOf" srcId="{F7AB9256-6717-4B4F-8BBA-39A242CB0E1B}" destId="{AA0F4C8A-94D5-46F4-8885-C087E2155A13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673F13D9-B9FD-4440-929F-04E41C2D89E9}" type="presOf" srcId="{505C0A79-89AA-4AA2-8C62-C102E37035D6}" destId="{CF241F6E-C8D4-4605-953D-F7370F85ED8F}" srcOrd="0" destOrd="0" presId="urn:microsoft.com/office/officeart/2005/8/layout/lProcess1"/>
    <dgm:cxn modelId="{C5A8E0DA-DDD8-4062-A642-7BD833286656}" type="presOf" srcId="{0BCC7B0F-A315-4766-BDAE-80D28EB5B1DC}" destId="{02DE9BEE-E1CF-4F04-85A8-98F8BD17E8A1}" srcOrd="0" destOrd="0" presId="urn:microsoft.com/office/officeart/2005/8/layout/lProcess1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74EC02F7-1709-4D54-8D52-C0FF0E02F969}" type="presOf" srcId="{04C72F56-FFE0-4FF7-965E-D222C7546E56}" destId="{FDA191A8-9DBB-46BB-AE09-D181806A2324}" srcOrd="0" destOrd="0" presId="urn:microsoft.com/office/officeart/2005/8/layout/lProcess1"/>
    <dgm:cxn modelId="{9AFA93A8-C9EB-4C7A-BF06-4EEA448CAC83}" type="presParOf" srcId="{02DE9BEE-E1CF-4F04-85A8-98F8BD17E8A1}" destId="{2CC65E07-B510-4BCB-8BA3-3E689163783D}" srcOrd="0" destOrd="0" presId="urn:microsoft.com/office/officeart/2005/8/layout/lProcess1"/>
    <dgm:cxn modelId="{CC7A87D3-E5B8-457D-8513-DEF3E6B6473D}" type="presParOf" srcId="{2CC65E07-B510-4BCB-8BA3-3E689163783D}" destId="{B67CE852-8EBF-4120-96CF-C9CAAAC189EE}" srcOrd="0" destOrd="0" presId="urn:microsoft.com/office/officeart/2005/8/layout/lProcess1"/>
    <dgm:cxn modelId="{441B9B13-BB39-4A6C-9D0B-417BE313E68B}" type="presParOf" srcId="{2CC65E07-B510-4BCB-8BA3-3E689163783D}" destId="{9547D59D-F9D4-4DC4-A266-73981A9DC37B}" srcOrd="1" destOrd="0" presId="urn:microsoft.com/office/officeart/2005/8/layout/lProcess1"/>
    <dgm:cxn modelId="{6859512B-AF54-4F5A-98AA-9FC559C48992}" type="presParOf" srcId="{2CC65E07-B510-4BCB-8BA3-3E689163783D}" destId="{4F4A5E7D-B077-404F-8D43-77D1BF835745}" srcOrd="2" destOrd="0" presId="urn:microsoft.com/office/officeart/2005/8/layout/lProcess1"/>
    <dgm:cxn modelId="{A6A036B3-9737-4BD9-A52D-9EAE9B7D2382}" type="presParOf" srcId="{2CC65E07-B510-4BCB-8BA3-3E689163783D}" destId="{221B106A-0778-4DB5-85AF-FE03BB3EFA84}" srcOrd="3" destOrd="0" presId="urn:microsoft.com/office/officeart/2005/8/layout/lProcess1"/>
    <dgm:cxn modelId="{866F0756-8E88-44E9-8B24-14A7D3FFF4C6}" type="presParOf" srcId="{2CC65E07-B510-4BCB-8BA3-3E689163783D}" destId="{FDA191A8-9DBB-46BB-AE09-D181806A2324}" srcOrd="4" destOrd="0" presId="urn:microsoft.com/office/officeart/2005/8/layout/lProcess1"/>
    <dgm:cxn modelId="{3AD3D4B3-A488-401D-82A2-932BF0C3C56F}" type="presParOf" srcId="{02DE9BEE-E1CF-4F04-85A8-98F8BD17E8A1}" destId="{256EB4C6-05CA-400A-9577-611E65809C33}" srcOrd="1" destOrd="0" presId="urn:microsoft.com/office/officeart/2005/8/layout/lProcess1"/>
    <dgm:cxn modelId="{E471237B-6C3E-4837-BE40-8DCECB907C07}" type="presParOf" srcId="{02DE9BEE-E1CF-4F04-85A8-98F8BD17E8A1}" destId="{AC9B4ED3-222A-4418-BFF9-0CA1FBFF9DE6}" srcOrd="2" destOrd="0" presId="urn:microsoft.com/office/officeart/2005/8/layout/lProcess1"/>
    <dgm:cxn modelId="{C0F932C8-251F-420C-9747-8895EFBA0842}" type="presParOf" srcId="{AC9B4ED3-222A-4418-BFF9-0CA1FBFF9DE6}" destId="{4E0AE06F-4FF6-436E-9139-3032DA1C3CBE}" srcOrd="0" destOrd="0" presId="urn:microsoft.com/office/officeart/2005/8/layout/lProcess1"/>
    <dgm:cxn modelId="{8E12D020-4416-4336-B61E-AFF7C8358E28}" type="presParOf" srcId="{AC9B4ED3-222A-4418-BFF9-0CA1FBFF9DE6}" destId="{F499673B-3F43-4041-8E6C-68E0D4EB2FE6}" srcOrd="1" destOrd="0" presId="urn:microsoft.com/office/officeart/2005/8/layout/lProcess1"/>
    <dgm:cxn modelId="{96A41646-445D-4E89-B49A-B0C9D9ADC1D5}" type="presParOf" srcId="{AC9B4ED3-222A-4418-BFF9-0CA1FBFF9DE6}" destId="{AA0F4C8A-94D5-46F4-8885-C087E2155A13}" srcOrd="2" destOrd="0" presId="urn:microsoft.com/office/officeart/2005/8/layout/lProcess1"/>
    <dgm:cxn modelId="{0BCA6054-F9C7-403D-9DE5-D5BACD933E26}" type="presParOf" srcId="{AC9B4ED3-222A-4418-BFF9-0CA1FBFF9DE6}" destId="{B0FFC983-5999-48F9-BD0F-D23CD7DA2CAD}" srcOrd="3" destOrd="0" presId="urn:microsoft.com/office/officeart/2005/8/layout/lProcess1"/>
    <dgm:cxn modelId="{EB5429AC-96B5-40CF-B031-37C2DC83933B}" type="presParOf" srcId="{AC9B4ED3-222A-4418-BFF9-0CA1FBFF9DE6}" destId="{D5965CC1-CDA9-4442-86AD-5AAD6114E097}" srcOrd="4" destOrd="0" presId="urn:microsoft.com/office/officeart/2005/8/layout/lProcess1"/>
    <dgm:cxn modelId="{98E6423A-160B-4673-817D-BFDC97E649C5}" type="presParOf" srcId="{02DE9BEE-E1CF-4F04-85A8-98F8BD17E8A1}" destId="{EC3D6EF8-AE00-47D1-9A62-315AE44BF59C}" srcOrd="3" destOrd="0" presId="urn:microsoft.com/office/officeart/2005/8/layout/lProcess1"/>
    <dgm:cxn modelId="{FC816BC0-AE4E-4D8F-AEEC-0D1C09B31C4C}" type="presParOf" srcId="{02DE9BEE-E1CF-4F04-85A8-98F8BD17E8A1}" destId="{831E1CFE-9C17-412C-BC0B-526B256F1A24}" srcOrd="4" destOrd="0" presId="urn:microsoft.com/office/officeart/2005/8/layout/lProcess1"/>
    <dgm:cxn modelId="{DA08AD1D-C7DD-4473-849A-7AB21C3F66C8}" type="presParOf" srcId="{831E1CFE-9C17-412C-BC0B-526B256F1A24}" destId="{84ABB7F8-A74A-4BBE-AF4E-630B797A3611}" srcOrd="0" destOrd="0" presId="urn:microsoft.com/office/officeart/2005/8/layout/lProcess1"/>
    <dgm:cxn modelId="{04A1B9D0-E954-49A6-82FF-95E216127493}" type="presParOf" srcId="{831E1CFE-9C17-412C-BC0B-526B256F1A24}" destId="{613F707E-BD04-4FCB-9A82-192900BCFF35}" srcOrd="1" destOrd="0" presId="urn:microsoft.com/office/officeart/2005/8/layout/lProcess1"/>
    <dgm:cxn modelId="{E960340A-B480-4A3E-8E1A-970C0F5278A2}" type="presParOf" srcId="{831E1CFE-9C17-412C-BC0B-526B256F1A24}" destId="{E5FA4CD8-C0B6-49A0-848F-211A12F2627A}" srcOrd="2" destOrd="0" presId="urn:microsoft.com/office/officeart/2005/8/layout/lProcess1"/>
    <dgm:cxn modelId="{1542487E-E1F1-4EAB-8474-5A1E1DA8F956}" type="presParOf" srcId="{831E1CFE-9C17-412C-BC0B-526B256F1A24}" destId="{7BE4AD5E-43F9-4781-B4AA-2515F5B1BD75}" srcOrd="3" destOrd="0" presId="urn:microsoft.com/office/officeart/2005/8/layout/lProcess1"/>
    <dgm:cxn modelId="{3FCECD61-2A56-42F8-BDD6-B575F9A96D0F}" type="presParOf" srcId="{831E1CFE-9C17-412C-BC0B-526B256F1A24}" destId="{AD10A155-D756-4E1C-A7B3-E128EF4D2E87}" srcOrd="4" destOrd="0" presId="urn:microsoft.com/office/officeart/2005/8/layout/lProcess1"/>
    <dgm:cxn modelId="{1320308D-7D22-4282-8570-058DBA9424E8}" type="presParOf" srcId="{02DE9BEE-E1CF-4F04-85A8-98F8BD17E8A1}" destId="{68925C74-898A-4584-A31F-35E1302EAB5E}" srcOrd="5" destOrd="0" presId="urn:microsoft.com/office/officeart/2005/8/layout/lProcess1"/>
    <dgm:cxn modelId="{6687AEF5-D4A2-4245-AB95-F0B101BB4D65}" type="presParOf" srcId="{02DE9BEE-E1CF-4F04-85A8-98F8BD17E8A1}" destId="{9DA84245-4E98-4076-8D5F-49B048FA9707}" srcOrd="6" destOrd="0" presId="urn:microsoft.com/office/officeart/2005/8/layout/lProcess1"/>
    <dgm:cxn modelId="{139820EA-39B9-418E-BD96-DAA722B2DE13}" type="presParOf" srcId="{9DA84245-4E98-4076-8D5F-49B048FA9707}" destId="{941E2DA1-DDC7-4442-9011-D21E2B00BE93}" srcOrd="0" destOrd="0" presId="urn:microsoft.com/office/officeart/2005/8/layout/lProcess1"/>
    <dgm:cxn modelId="{06C4BD0F-221B-4880-B8D8-1C90B458B559}" type="presParOf" srcId="{9DA84245-4E98-4076-8D5F-49B048FA9707}" destId="{CF241F6E-C8D4-4605-953D-F7370F85ED8F}" srcOrd="1" destOrd="0" presId="urn:microsoft.com/office/officeart/2005/8/layout/lProcess1"/>
    <dgm:cxn modelId="{7A866D88-0224-4119-B81F-26EA0525F11F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F1AFD802-8355-424A-98EB-E429699313B4}" type="presOf" srcId="{76ED80CB-A122-4FE9-ADAA-45DBB708FFC4}" destId="{E5FA4CD8-C0B6-49A0-848F-211A12F2627A}" srcOrd="0" destOrd="0" presId="urn:microsoft.com/office/officeart/2005/8/layout/lProcess1"/>
    <dgm:cxn modelId="{29FE2D07-709D-40BA-A214-B21F87712050}" type="presOf" srcId="{BA046E01-3F2A-41C0-A404-1B4CAB0B3D20}" destId="{D5965CC1-CDA9-4442-86AD-5AAD6114E097}" srcOrd="0" destOrd="0" presId="urn:microsoft.com/office/officeart/2005/8/layout/lProcess1"/>
    <dgm:cxn modelId="{800F7E09-46DD-45FF-B6BC-DBD83EA1B644}" type="presOf" srcId="{C3974F10-98C8-47D3-8DF3-325A1FC97D06}" destId="{4F4A5E7D-B077-404F-8D43-77D1BF835745}" srcOrd="0" destOrd="0" presId="urn:microsoft.com/office/officeart/2005/8/layout/lProcess1"/>
    <dgm:cxn modelId="{333FB909-8C51-4D3E-9E3E-09066B047EEB}" type="presOf" srcId="{2FC8F38B-1C1A-4756-B96A-6A13A1EBD14C}" destId="{4E0AE06F-4FF6-436E-9139-3032DA1C3CBE}" srcOrd="0" destOrd="0" presId="urn:microsoft.com/office/officeart/2005/8/layout/lProcess1"/>
    <dgm:cxn modelId="{A0BB6E0C-25B2-4BC0-AAD6-8687F6F11964}" type="presOf" srcId="{DCBE611C-3769-4754-82C9-C0A1140B9245}" destId="{AD10A155-D756-4E1C-A7B3-E128EF4D2E87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7BCF931A-A65C-4523-9242-B26AFB4AD67E}" type="presOf" srcId="{832147B8-FC44-41CA-934A-9988EC29B1BE}" destId="{84ABB7F8-A74A-4BBE-AF4E-630B797A3611}" srcOrd="0" destOrd="0" presId="urn:microsoft.com/office/officeart/2005/8/layout/lProcess1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91CF8A25-8A4F-4D96-96FF-F68AF4EF192E}" type="presOf" srcId="{04C72F56-FFE0-4FF7-965E-D222C7546E56}" destId="{FDA191A8-9DBB-46BB-AE09-D181806A2324}" srcOrd="0" destOrd="0" presId="urn:microsoft.com/office/officeart/2005/8/layout/lProcess1"/>
    <dgm:cxn modelId="{07B22F26-0335-4274-8042-523B46216F42}" type="presOf" srcId="{A0DDAA26-A555-469D-8E06-2FB16EC6E3B7}" destId="{F499673B-3F43-4041-8E6C-68E0D4EB2FE6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CFF28935-B52F-46DD-B8AC-BCE8AA42DBF7}" type="presOf" srcId="{0BCC7B0F-A315-4766-BDAE-80D28EB5B1DC}" destId="{02DE9BEE-E1CF-4F04-85A8-98F8BD17E8A1}" srcOrd="0" destOrd="0" presId="urn:microsoft.com/office/officeart/2005/8/layout/lProcess1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686AE262-02BB-48B1-9F9D-4DCCD09C4A05}" type="presOf" srcId="{F7AB9256-6717-4B4F-8BBA-39A242CB0E1B}" destId="{AA0F4C8A-94D5-46F4-8885-C087E2155A13}" srcOrd="0" destOrd="0" presId="urn:microsoft.com/office/officeart/2005/8/layout/lProcess1"/>
    <dgm:cxn modelId="{34859743-98CD-4C36-B030-9F0A2C56BE6C}" type="presOf" srcId="{02AF9F55-4685-48C4-8907-EE3BB334A298}" destId="{9547D59D-F9D4-4DC4-A266-73981A9DC37B}" srcOrd="0" destOrd="0" presId="urn:microsoft.com/office/officeart/2005/8/layout/lProcess1"/>
    <dgm:cxn modelId="{41FCD46B-42CC-46F1-B421-56527C14945D}" type="presOf" srcId="{8163CBD8-D48F-43F8-A617-5ABFF7264626}" destId="{13D22C96-D044-4258-9BDF-E29141056667}" srcOrd="0" destOrd="0" presId="urn:microsoft.com/office/officeart/2005/8/layout/lProcess1"/>
    <dgm:cxn modelId="{D08F584E-7E10-4E2D-B350-299462F64371}" type="presOf" srcId="{8D411CA1-2EC1-42D5-B265-51ABBA4D31E6}" destId="{B0FFC983-5999-48F9-BD0F-D23CD7DA2CAD}" srcOrd="0" destOrd="0" presId="urn:microsoft.com/office/officeart/2005/8/layout/lProcess1"/>
    <dgm:cxn modelId="{4BBED74F-BD64-45CC-8B25-58224CA4BA87}" type="presOf" srcId="{92DF5FC9-4340-40C1-83FB-7E14A1745C1B}" destId="{941E2DA1-DDC7-4442-9011-D21E2B00BE93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B3B8FD91-8582-4A2A-B1A5-F937DE988986}" type="presOf" srcId="{54D31B5A-B242-4FD7-8391-A50950B0E5CC}" destId="{221B106A-0778-4DB5-85AF-FE03BB3EFA84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AA398EAD-7539-461E-A333-A401D096934E}" type="presOf" srcId="{1302C49B-BF90-4728-A410-178F15EC9E82}" destId="{7BE4AD5E-43F9-4781-B4AA-2515F5B1BD75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AD8B7DDA-073E-4761-8B80-C716737CFAF2}" type="presOf" srcId="{34E6B46C-D130-48F9-A34A-F327F1DF775B}" destId="{B67CE852-8EBF-4120-96CF-C9CAAAC189EE}" srcOrd="0" destOrd="0" presId="urn:microsoft.com/office/officeart/2005/8/layout/lProcess1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93AEF6FD-43A1-4BD9-8077-457C46A13F93}" type="presOf" srcId="{B00FF7C2-3C87-48CD-890A-E5D80998FD87}" destId="{613F707E-BD04-4FCB-9A82-192900BCFF35}" srcOrd="0" destOrd="0" presId="urn:microsoft.com/office/officeart/2005/8/layout/lProcess1"/>
    <dgm:cxn modelId="{5F92EBFF-C6E9-4427-B1F1-377B825AAE79}" type="presOf" srcId="{505C0A79-89AA-4AA2-8C62-C102E37035D6}" destId="{CF241F6E-C8D4-4605-953D-F7370F85ED8F}" srcOrd="0" destOrd="0" presId="urn:microsoft.com/office/officeart/2005/8/layout/lProcess1"/>
    <dgm:cxn modelId="{618CBB8B-113B-405A-A642-D6D6066292BF}" type="presParOf" srcId="{02DE9BEE-E1CF-4F04-85A8-98F8BD17E8A1}" destId="{2CC65E07-B510-4BCB-8BA3-3E689163783D}" srcOrd="0" destOrd="0" presId="urn:microsoft.com/office/officeart/2005/8/layout/lProcess1"/>
    <dgm:cxn modelId="{6EB70E4F-0037-4170-AAE8-51280532BFEB}" type="presParOf" srcId="{2CC65E07-B510-4BCB-8BA3-3E689163783D}" destId="{B67CE852-8EBF-4120-96CF-C9CAAAC189EE}" srcOrd="0" destOrd="0" presId="urn:microsoft.com/office/officeart/2005/8/layout/lProcess1"/>
    <dgm:cxn modelId="{7DAE1450-4B3C-4417-AB49-63A83B3F6A4C}" type="presParOf" srcId="{2CC65E07-B510-4BCB-8BA3-3E689163783D}" destId="{9547D59D-F9D4-4DC4-A266-73981A9DC37B}" srcOrd="1" destOrd="0" presId="urn:microsoft.com/office/officeart/2005/8/layout/lProcess1"/>
    <dgm:cxn modelId="{06454778-C44B-4F14-BD8A-ECDF5BE77453}" type="presParOf" srcId="{2CC65E07-B510-4BCB-8BA3-3E689163783D}" destId="{4F4A5E7D-B077-404F-8D43-77D1BF835745}" srcOrd="2" destOrd="0" presId="urn:microsoft.com/office/officeart/2005/8/layout/lProcess1"/>
    <dgm:cxn modelId="{2CCD1EC8-89A5-4828-8E72-E78D9F35588A}" type="presParOf" srcId="{2CC65E07-B510-4BCB-8BA3-3E689163783D}" destId="{221B106A-0778-4DB5-85AF-FE03BB3EFA84}" srcOrd="3" destOrd="0" presId="urn:microsoft.com/office/officeart/2005/8/layout/lProcess1"/>
    <dgm:cxn modelId="{4648EB66-12FC-48B4-85B0-50E065037946}" type="presParOf" srcId="{2CC65E07-B510-4BCB-8BA3-3E689163783D}" destId="{FDA191A8-9DBB-46BB-AE09-D181806A2324}" srcOrd="4" destOrd="0" presId="urn:microsoft.com/office/officeart/2005/8/layout/lProcess1"/>
    <dgm:cxn modelId="{96A52878-842E-4491-8E1D-4AC6D12CFA4E}" type="presParOf" srcId="{02DE9BEE-E1CF-4F04-85A8-98F8BD17E8A1}" destId="{256EB4C6-05CA-400A-9577-611E65809C33}" srcOrd="1" destOrd="0" presId="urn:microsoft.com/office/officeart/2005/8/layout/lProcess1"/>
    <dgm:cxn modelId="{36BB2A74-85FE-4212-92D0-95BE80F6F620}" type="presParOf" srcId="{02DE9BEE-E1CF-4F04-85A8-98F8BD17E8A1}" destId="{AC9B4ED3-222A-4418-BFF9-0CA1FBFF9DE6}" srcOrd="2" destOrd="0" presId="urn:microsoft.com/office/officeart/2005/8/layout/lProcess1"/>
    <dgm:cxn modelId="{4D1EE89F-ED6E-4EFC-B05C-193729AD7349}" type="presParOf" srcId="{AC9B4ED3-222A-4418-BFF9-0CA1FBFF9DE6}" destId="{4E0AE06F-4FF6-436E-9139-3032DA1C3CBE}" srcOrd="0" destOrd="0" presId="urn:microsoft.com/office/officeart/2005/8/layout/lProcess1"/>
    <dgm:cxn modelId="{B9DDE29B-0B5F-4911-BD6E-9487F30955EA}" type="presParOf" srcId="{AC9B4ED3-222A-4418-BFF9-0CA1FBFF9DE6}" destId="{F499673B-3F43-4041-8E6C-68E0D4EB2FE6}" srcOrd="1" destOrd="0" presId="urn:microsoft.com/office/officeart/2005/8/layout/lProcess1"/>
    <dgm:cxn modelId="{96B828FE-9852-4682-A6DD-1554AC61FE32}" type="presParOf" srcId="{AC9B4ED3-222A-4418-BFF9-0CA1FBFF9DE6}" destId="{AA0F4C8A-94D5-46F4-8885-C087E2155A13}" srcOrd="2" destOrd="0" presId="urn:microsoft.com/office/officeart/2005/8/layout/lProcess1"/>
    <dgm:cxn modelId="{AEFACE30-3DA7-42DF-B561-B260168C88A6}" type="presParOf" srcId="{AC9B4ED3-222A-4418-BFF9-0CA1FBFF9DE6}" destId="{B0FFC983-5999-48F9-BD0F-D23CD7DA2CAD}" srcOrd="3" destOrd="0" presId="urn:microsoft.com/office/officeart/2005/8/layout/lProcess1"/>
    <dgm:cxn modelId="{49B3E407-D862-4C5E-AA0C-42B244041D35}" type="presParOf" srcId="{AC9B4ED3-222A-4418-BFF9-0CA1FBFF9DE6}" destId="{D5965CC1-CDA9-4442-86AD-5AAD6114E097}" srcOrd="4" destOrd="0" presId="urn:microsoft.com/office/officeart/2005/8/layout/lProcess1"/>
    <dgm:cxn modelId="{35997529-76EF-4FC6-986B-5F5B5FEE5DE8}" type="presParOf" srcId="{02DE9BEE-E1CF-4F04-85A8-98F8BD17E8A1}" destId="{EC3D6EF8-AE00-47D1-9A62-315AE44BF59C}" srcOrd="3" destOrd="0" presId="urn:microsoft.com/office/officeart/2005/8/layout/lProcess1"/>
    <dgm:cxn modelId="{E9739FF3-5197-4C06-B488-5F93747BA4CC}" type="presParOf" srcId="{02DE9BEE-E1CF-4F04-85A8-98F8BD17E8A1}" destId="{831E1CFE-9C17-412C-BC0B-526B256F1A24}" srcOrd="4" destOrd="0" presId="urn:microsoft.com/office/officeart/2005/8/layout/lProcess1"/>
    <dgm:cxn modelId="{2283884E-CA3B-43E9-A023-DBAB9EC15B5A}" type="presParOf" srcId="{831E1CFE-9C17-412C-BC0B-526B256F1A24}" destId="{84ABB7F8-A74A-4BBE-AF4E-630B797A3611}" srcOrd="0" destOrd="0" presId="urn:microsoft.com/office/officeart/2005/8/layout/lProcess1"/>
    <dgm:cxn modelId="{8F3C00DF-11F1-4D39-BC7D-32740B8A260D}" type="presParOf" srcId="{831E1CFE-9C17-412C-BC0B-526B256F1A24}" destId="{613F707E-BD04-4FCB-9A82-192900BCFF35}" srcOrd="1" destOrd="0" presId="urn:microsoft.com/office/officeart/2005/8/layout/lProcess1"/>
    <dgm:cxn modelId="{ECA61512-70D4-498A-BD9B-83A60B9FAD33}" type="presParOf" srcId="{831E1CFE-9C17-412C-BC0B-526B256F1A24}" destId="{E5FA4CD8-C0B6-49A0-848F-211A12F2627A}" srcOrd="2" destOrd="0" presId="urn:microsoft.com/office/officeart/2005/8/layout/lProcess1"/>
    <dgm:cxn modelId="{3C700B6F-EB4C-4975-9A37-9403D1FA0888}" type="presParOf" srcId="{831E1CFE-9C17-412C-BC0B-526B256F1A24}" destId="{7BE4AD5E-43F9-4781-B4AA-2515F5B1BD75}" srcOrd="3" destOrd="0" presId="urn:microsoft.com/office/officeart/2005/8/layout/lProcess1"/>
    <dgm:cxn modelId="{AE3DC37A-59CF-4144-9081-BDFABBCB82A2}" type="presParOf" srcId="{831E1CFE-9C17-412C-BC0B-526B256F1A24}" destId="{AD10A155-D756-4E1C-A7B3-E128EF4D2E87}" srcOrd="4" destOrd="0" presId="urn:microsoft.com/office/officeart/2005/8/layout/lProcess1"/>
    <dgm:cxn modelId="{15163569-E75D-47E8-8F0D-F92A444C3C79}" type="presParOf" srcId="{02DE9BEE-E1CF-4F04-85A8-98F8BD17E8A1}" destId="{68925C74-898A-4584-A31F-35E1302EAB5E}" srcOrd="5" destOrd="0" presId="urn:microsoft.com/office/officeart/2005/8/layout/lProcess1"/>
    <dgm:cxn modelId="{2C3C3F90-75D4-4634-9752-9FB4DDDDCC1F}" type="presParOf" srcId="{02DE9BEE-E1CF-4F04-85A8-98F8BD17E8A1}" destId="{9DA84245-4E98-4076-8D5F-49B048FA9707}" srcOrd="6" destOrd="0" presId="urn:microsoft.com/office/officeart/2005/8/layout/lProcess1"/>
    <dgm:cxn modelId="{05B83B22-C593-4766-A8AB-CBB608A41115}" type="presParOf" srcId="{9DA84245-4E98-4076-8D5F-49B048FA9707}" destId="{941E2DA1-DDC7-4442-9011-D21E2B00BE93}" srcOrd="0" destOrd="0" presId="urn:microsoft.com/office/officeart/2005/8/layout/lProcess1"/>
    <dgm:cxn modelId="{B9E8C52A-712E-4ADE-8177-07A84FE99292}" type="presParOf" srcId="{9DA84245-4E98-4076-8D5F-49B048FA9707}" destId="{CF241F6E-C8D4-4605-953D-F7370F85ED8F}" srcOrd="1" destOrd="0" presId="urn:microsoft.com/office/officeart/2005/8/layout/lProcess1"/>
    <dgm:cxn modelId="{0C1856AB-44DA-4E35-8139-E749141F1D6D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BCC7B0F-A315-4766-BDAE-80D28EB5B1DC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4E6B46C-D130-48F9-A34A-F327F1DF775B}">
      <dgm:prSet phldrT="[Texto]" custT="1"/>
      <dgm:spPr/>
      <dgm:t>
        <a:bodyPr/>
        <a:lstStyle/>
        <a:p>
          <a:r>
            <a:rPr lang="pt-BR" sz="1400" dirty="0"/>
            <a:t>Identificar os elementos</a:t>
          </a:r>
        </a:p>
      </dgm:t>
    </dgm:pt>
    <dgm:pt modelId="{C4928B6A-C41E-47B5-A6AF-1112EE3F70AB}" type="parTrans" cxnId="{BC8740EF-BD7C-44E8-AF19-A34EBE651141}">
      <dgm:prSet/>
      <dgm:spPr/>
      <dgm:t>
        <a:bodyPr/>
        <a:lstStyle/>
        <a:p>
          <a:endParaRPr lang="pt-BR"/>
        </a:p>
      </dgm:t>
    </dgm:pt>
    <dgm:pt modelId="{0711296A-C50D-4EBA-8EA0-7B622BA01E14}" type="sibTrans" cxnId="{BC8740EF-BD7C-44E8-AF19-A34EBE651141}">
      <dgm:prSet/>
      <dgm:spPr/>
      <dgm:t>
        <a:bodyPr/>
        <a:lstStyle/>
        <a:p>
          <a:endParaRPr lang="pt-BR"/>
        </a:p>
      </dgm:t>
    </dgm:pt>
    <dgm:pt modelId="{C3974F10-98C8-47D3-8DF3-325A1FC97D06}">
      <dgm:prSet phldrT="[Texto]"/>
      <dgm:spPr/>
      <dgm:t>
        <a:bodyPr/>
        <a:lstStyle/>
        <a:p>
          <a:r>
            <a:rPr lang="pt-BR" dirty="0"/>
            <a:t>Levantar a quantidade e natureza dos elementos</a:t>
          </a:r>
        </a:p>
      </dgm:t>
    </dgm:pt>
    <dgm:pt modelId="{02AF9F55-4685-48C4-8907-EE3BB334A298}" type="parTrans" cxnId="{B40BA6F4-7B09-4DBE-B8F9-F6C647007DE9}">
      <dgm:prSet/>
      <dgm:spPr/>
      <dgm:t>
        <a:bodyPr/>
        <a:lstStyle/>
        <a:p>
          <a:endParaRPr lang="pt-BR"/>
        </a:p>
      </dgm:t>
    </dgm:pt>
    <dgm:pt modelId="{54D31B5A-B242-4FD7-8391-A50950B0E5CC}" type="sibTrans" cxnId="{B40BA6F4-7B09-4DBE-B8F9-F6C647007DE9}">
      <dgm:prSet/>
      <dgm:spPr/>
      <dgm:t>
        <a:bodyPr/>
        <a:lstStyle/>
        <a:p>
          <a:endParaRPr lang="pt-BR"/>
        </a:p>
      </dgm:t>
    </dgm:pt>
    <dgm:pt modelId="{832147B8-FC44-41CA-934A-9988EC29B1BE}">
      <dgm:prSet phldrT="[Texto]" custT="1"/>
      <dgm:spPr/>
      <dgm:t>
        <a:bodyPr/>
        <a:lstStyle/>
        <a:p>
          <a:r>
            <a:rPr lang="pt-BR" sz="1400" dirty="0"/>
            <a:t>Construir um grafo </a:t>
          </a:r>
        </a:p>
      </dgm:t>
    </dgm:pt>
    <dgm:pt modelId="{F61F0450-E0A1-47FA-8C95-92A854F0264F}" type="parTrans" cxnId="{AF539F34-C97C-46E0-A1E9-A3FB06F29FBC}">
      <dgm:prSet/>
      <dgm:spPr/>
      <dgm:t>
        <a:bodyPr/>
        <a:lstStyle/>
        <a:p>
          <a:endParaRPr lang="pt-BR"/>
        </a:p>
      </dgm:t>
    </dgm:pt>
    <dgm:pt modelId="{5ABCE9C9-6B53-45A2-A0DC-2A6DA25D6843}" type="sibTrans" cxnId="{AF539F34-C97C-46E0-A1E9-A3FB06F29FBC}">
      <dgm:prSet/>
      <dgm:spPr/>
      <dgm:t>
        <a:bodyPr/>
        <a:lstStyle/>
        <a:p>
          <a:endParaRPr lang="pt-BR"/>
        </a:p>
      </dgm:t>
    </dgm:pt>
    <dgm:pt modelId="{92DF5FC9-4340-40C1-83FB-7E14A1745C1B}">
      <dgm:prSet phldrT="[Texto]" custT="1"/>
      <dgm:spPr/>
      <dgm:t>
        <a:bodyPr/>
        <a:lstStyle/>
        <a:p>
          <a:r>
            <a:rPr lang="pt-BR" sz="1400" dirty="0"/>
            <a:t>Solucionar o problema</a:t>
          </a:r>
        </a:p>
      </dgm:t>
    </dgm:pt>
    <dgm:pt modelId="{DD2B4A21-6A88-4595-8626-42ECAAE2A287}" type="parTrans" cxnId="{85DA8310-40EA-4C5D-93DF-F5549D2BACF1}">
      <dgm:prSet/>
      <dgm:spPr/>
      <dgm:t>
        <a:bodyPr/>
        <a:lstStyle/>
        <a:p>
          <a:endParaRPr lang="pt-BR"/>
        </a:p>
      </dgm:t>
    </dgm:pt>
    <dgm:pt modelId="{082E5EE6-DD94-4EC8-B6FD-71BEFFDAF28D}" type="sibTrans" cxnId="{85DA8310-40EA-4C5D-93DF-F5549D2BACF1}">
      <dgm:prSet/>
      <dgm:spPr/>
      <dgm:t>
        <a:bodyPr/>
        <a:lstStyle/>
        <a:p>
          <a:endParaRPr lang="pt-BR"/>
        </a:p>
      </dgm:t>
    </dgm:pt>
    <dgm:pt modelId="{8163CBD8-D48F-43F8-A617-5ABFF7264626}">
      <dgm:prSet phldrT="[Texto]"/>
      <dgm:spPr/>
      <dgm:t>
        <a:bodyPr/>
        <a:lstStyle/>
        <a:p>
          <a:r>
            <a:rPr lang="pt-BR" dirty="0"/>
            <a:t>Usar métodos já existentes             ou desenvolvendo novos</a:t>
          </a:r>
        </a:p>
      </dgm:t>
    </dgm:pt>
    <dgm:pt modelId="{505C0A79-89AA-4AA2-8C62-C102E37035D6}" type="parTrans" cxnId="{EB686793-B162-4F50-9FA0-5F3FD7ECA178}">
      <dgm:prSet/>
      <dgm:spPr/>
      <dgm:t>
        <a:bodyPr/>
        <a:lstStyle/>
        <a:p>
          <a:endParaRPr lang="pt-BR"/>
        </a:p>
      </dgm:t>
    </dgm:pt>
    <dgm:pt modelId="{C86622F8-F240-4D46-9035-1F89071DB46C}" type="sibTrans" cxnId="{EB686793-B162-4F50-9FA0-5F3FD7ECA178}">
      <dgm:prSet/>
      <dgm:spPr/>
      <dgm:t>
        <a:bodyPr/>
        <a:lstStyle/>
        <a:p>
          <a:endParaRPr lang="pt-BR"/>
        </a:p>
      </dgm:t>
    </dgm:pt>
    <dgm:pt modelId="{04C72F56-FFE0-4FF7-965E-D222C7546E56}">
      <dgm:prSet/>
      <dgm:spPr/>
      <dgm:t>
        <a:bodyPr/>
        <a:lstStyle/>
        <a:p>
          <a:r>
            <a:rPr lang="pt-BR" dirty="0"/>
            <a:t>Verificar a existência de diferentes tipos elementos</a:t>
          </a:r>
        </a:p>
      </dgm:t>
    </dgm:pt>
    <dgm:pt modelId="{77F41F60-0BF3-4C4F-B2DC-80ECC77B23B4}" type="parTrans" cxnId="{BBBEAE59-84DE-40BB-8354-8F604D6B6250}">
      <dgm:prSet/>
      <dgm:spPr/>
      <dgm:t>
        <a:bodyPr/>
        <a:lstStyle/>
        <a:p>
          <a:endParaRPr lang="pt-BR"/>
        </a:p>
      </dgm:t>
    </dgm:pt>
    <dgm:pt modelId="{EBFBDB71-D575-497C-A334-695220781692}" type="sibTrans" cxnId="{BBBEAE59-84DE-40BB-8354-8F604D6B6250}">
      <dgm:prSet/>
      <dgm:spPr/>
      <dgm:t>
        <a:bodyPr/>
        <a:lstStyle/>
        <a:p>
          <a:endParaRPr lang="pt-BR"/>
        </a:p>
      </dgm:t>
    </dgm:pt>
    <dgm:pt modelId="{76ED80CB-A122-4FE9-ADAA-45DBB708FFC4}">
      <dgm:prSet phldrT="[Texto]"/>
      <dgm:spPr/>
      <dgm:t>
        <a:bodyPr/>
        <a:lstStyle/>
        <a:p>
          <a:r>
            <a:rPr lang="pt-BR" dirty="0"/>
            <a:t>Gerar o conjunto de vértices</a:t>
          </a:r>
        </a:p>
      </dgm:t>
    </dgm:pt>
    <dgm:pt modelId="{B00FF7C2-3C87-48CD-890A-E5D80998FD87}" type="parTrans" cxnId="{1255491C-CF23-4AB0-8D0B-D376440AAAA9}">
      <dgm:prSet/>
      <dgm:spPr/>
      <dgm:t>
        <a:bodyPr/>
        <a:lstStyle/>
        <a:p>
          <a:endParaRPr lang="pt-BR"/>
        </a:p>
      </dgm:t>
    </dgm:pt>
    <dgm:pt modelId="{1302C49B-BF90-4728-A410-178F15EC9E82}" type="sibTrans" cxnId="{1255491C-CF23-4AB0-8D0B-D376440AAAA9}">
      <dgm:prSet/>
      <dgm:spPr/>
      <dgm:t>
        <a:bodyPr/>
        <a:lstStyle/>
        <a:p>
          <a:endParaRPr lang="pt-BR"/>
        </a:p>
      </dgm:t>
    </dgm:pt>
    <dgm:pt modelId="{DCBE611C-3769-4754-82C9-C0A1140B9245}">
      <dgm:prSet/>
      <dgm:spPr/>
      <dgm:t>
        <a:bodyPr/>
        <a:lstStyle/>
        <a:p>
          <a:r>
            <a:rPr lang="pt-BR" dirty="0"/>
            <a:t>Gerar o conjunto de arestas</a:t>
          </a:r>
        </a:p>
      </dgm:t>
    </dgm:pt>
    <dgm:pt modelId="{4896420A-566D-4512-9580-45E6157663BF}" type="parTrans" cxnId="{B35A0DD8-756D-43D6-9222-7F0E4C4A04E8}">
      <dgm:prSet/>
      <dgm:spPr/>
      <dgm:t>
        <a:bodyPr/>
        <a:lstStyle/>
        <a:p>
          <a:endParaRPr lang="pt-BR"/>
        </a:p>
      </dgm:t>
    </dgm:pt>
    <dgm:pt modelId="{016D891E-5E03-4A61-B789-BADC30F0650A}" type="sibTrans" cxnId="{B35A0DD8-756D-43D6-9222-7F0E4C4A04E8}">
      <dgm:prSet/>
      <dgm:spPr/>
      <dgm:t>
        <a:bodyPr/>
        <a:lstStyle/>
        <a:p>
          <a:endParaRPr lang="pt-BR"/>
        </a:p>
      </dgm:t>
    </dgm:pt>
    <dgm:pt modelId="{BA046E01-3F2A-41C0-A404-1B4CAB0B3D20}">
      <dgm:prSet/>
      <dgm:spPr/>
      <dgm:t>
        <a:bodyPr/>
        <a:lstStyle/>
        <a:p>
          <a:r>
            <a:rPr lang="pt-BR" dirty="0"/>
            <a:t>Verificar se os relacionamentos são unidirecionais ou bidirecionais</a:t>
          </a:r>
        </a:p>
      </dgm:t>
    </dgm:pt>
    <dgm:pt modelId="{00C0BD22-AA01-4AAA-BCB2-050604AD9119}" type="sibTrans" cxnId="{735E0238-DC63-4F07-B198-CB166DF06B01}">
      <dgm:prSet/>
      <dgm:spPr/>
      <dgm:t>
        <a:bodyPr/>
        <a:lstStyle/>
        <a:p>
          <a:endParaRPr lang="pt-BR"/>
        </a:p>
      </dgm:t>
    </dgm:pt>
    <dgm:pt modelId="{295E8539-044F-434B-9C16-717FF253D913}" type="parTrans" cxnId="{735E0238-DC63-4F07-B198-CB166DF06B01}">
      <dgm:prSet/>
      <dgm:spPr/>
      <dgm:t>
        <a:bodyPr/>
        <a:lstStyle/>
        <a:p>
          <a:endParaRPr lang="pt-BR"/>
        </a:p>
      </dgm:t>
    </dgm:pt>
    <dgm:pt modelId="{F7AB9256-6717-4B4F-8BBA-39A242CB0E1B}">
      <dgm:prSet phldrT="[Texto]"/>
      <dgm:spPr/>
      <dgm:t>
        <a:bodyPr/>
        <a:lstStyle/>
        <a:p>
          <a:r>
            <a:rPr lang="pt-BR" dirty="0"/>
            <a:t>Levantar a quantidade e natureza dos relacionamentos</a:t>
          </a:r>
        </a:p>
      </dgm:t>
    </dgm:pt>
    <dgm:pt modelId="{8D411CA1-2EC1-42D5-B265-51ABBA4D31E6}" type="sibTrans" cxnId="{7AADD2DB-8018-4EA7-B318-8E79568EE868}">
      <dgm:prSet/>
      <dgm:spPr/>
      <dgm:t>
        <a:bodyPr/>
        <a:lstStyle/>
        <a:p>
          <a:endParaRPr lang="pt-BR"/>
        </a:p>
      </dgm:t>
    </dgm:pt>
    <dgm:pt modelId="{A0DDAA26-A555-469D-8E06-2FB16EC6E3B7}" type="parTrans" cxnId="{7AADD2DB-8018-4EA7-B318-8E79568EE868}">
      <dgm:prSet/>
      <dgm:spPr/>
      <dgm:t>
        <a:bodyPr/>
        <a:lstStyle/>
        <a:p>
          <a:endParaRPr lang="pt-BR"/>
        </a:p>
      </dgm:t>
    </dgm:pt>
    <dgm:pt modelId="{2FC8F38B-1C1A-4756-B96A-6A13A1EBD14C}">
      <dgm:prSet phldrT="[Texto]" custT="1"/>
      <dgm:spPr/>
      <dgm:t>
        <a:bodyPr/>
        <a:lstStyle/>
        <a:p>
          <a:r>
            <a:rPr lang="pt-BR" sz="1400" dirty="0"/>
            <a:t>Identificar as relações</a:t>
          </a:r>
        </a:p>
      </dgm:t>
    </dgm:pt>
    <dgm:pt modelId="{E8819994-5C29-4A18-B183-19367A20F6BD}" type="sibTrans" cxnId="{9127A4CC-F266-4B7B-82EA-1F669BB65874}">
      <dgm:prSet/>
      <dgm:spPr/>
      <dgm:t>
        <a:bodyPr/>
        <a:lstStyle/>
        <a:p>
          <a:endParaRPr lang="pt-BR"/>
        </a:p>
      </dgm:t>
    </dgm:pt>
    <dgm:pt modelId="{B0313AAC-7005-48F8-9B10-DAA4F86E5EB0}" type="parTrans" cxnId="{9127A4CC-F266-4B7B-82EA-1F669BB65874}">
      <dgm:prSet/>
      <dgm:spPr/>
      <dgm:t>
        <a:bodyPr/>
        <a:lstStyle/>
        <a:p>
          <a:endParaRPr lang="pt-BR"/>
        </a:p>
      </dgm:t>
    </dgm:pt>
    <dgm:pt modelId="{02DE9BEE-E1CF-4F04-85A8-98F8BD17E8A1}" type="pres">
      <dgm:prSet presAssocID="{0BCC7B0F-A315-4766-BDAE-80D28EB5B1DC}" presName="Name0" presStyleCnt="0">
        <dgm:presLayoutVars>
          <dgm:dir/>
          <dgm:animLvl val="lvl"/>
          <dgm:resizeHandles val="exact"/>
        </dgm:presLayoutVars>
      </dgm:prSet>
      <dgm:spPr/>
    </dgm:pt>
    <dgm:pt modelId="{2CC65E07-B510-4BCB-8BA3-3E689163783D}" type="pres">
      <dgm:prSet presAssocID="{34E6B46C-D130-48F9-A34A-F327F1DF775B}" presName="vertFlow" presStyleCnt="0"/>
      <dgm:spPr/>
    </dgm:pt>
    <dgm:pt modelId="{B67CE852-8EBF-4120-96CF-C9CAAAC189EE}" type="pres">
      <dgm:prSet presAssocID="{34E6B46C-D130-48F9-A34A-F327F1DF775B}" presName="header" presStyleLbl="node1" presStyleIdx="0" presStyleCnt="4"/>
      <dgm:spPr/>
    </dgm:pt>
    <dgm:pt modelId="{9547D59D-F9D4-4DC4-A266-73981A9DC37B}" type="pres">
      <dgm:prSet presAssocID="{02AF9F55-4685-48C4-8907-EE3BB334A298}" presName="parTrans" presStyleLbl="sibTrans2D1" presStyleIdx="0" presStyleCnt="7"/>
      <dgm:spPr/>
    </dgm:pt>
    <dgm:pt modelId="{4F4A5E7D-B077-404F-8D43-77D1BF835745}" type="pres">
      <dgm:prSet presAssocID="{C3974F10-98C8-47D3-8DF3-325A1FC97D06}" presName="child" presStyleLbl="alignAccFollowNode1" presStyleIdx="0" presStyleCnt="7">
        <dgm:presLayoutVars>
          <dgm:chMax val="0"/>
          <dgm:bulletEnabled val="1"/>
        </dgm:presLayoutVars>
      </dgm:prSet>
      <dgm:spPr/>
    </dgm:pt>
    <dgm:pt modelId="{221B106A-0778-4DB5-85AF-FE03BB3EFA84}" type="pres">
      <dgm:prSet presAssocID="{54D31B5A-B242-4FD7-8391-A50950B0E5CC}" presName="sibTrans" presStyleLbl="sibTrans2D1" presStyleIdx="1" presStyleCnt="7"/>
      <dgm:spPr/>
    </dgm:pt>
    <dgm:pt modelId="{FDA191A8-9DBB-46BB-AE09-D181806A2324}" type="pres">
      <dgm:prSet presAssocID="{04C72F56-FFE0-4FF7-965E-D222C7546E56}" presName="child" presStyleLbl="alignAccFollowNode1" presStyleIdx="1" presStyleCnt="7">
        <dgm:presLayoutVars>
          <dgm:chMax val="0"/>
          <dgm:bulletEnabled val="1"/>
        </dgm:presLayoutVars>
      </dgm:prSet>
      <dgm:spPr/>
    </dgm:pt>
    <dgm:pt modelId="{256EB4C6-05CA-400A-9577-611E65809C33}" type="pres">
      <dgm:prSet presAssocID="{34E6B46C-D130-48F9-A34A-F327F1DF775B}" presName="hSp" presStyleCnt="0"/>
      <dgm:spPr/>
    </dgm:pt>
    <dgm:pt modelId="{AC9B4ED3-222A-4418-BFF9-0CA1FBFF9DE6}" type="pres">
      <dgm:prSet presAssocID="{2FC8F38B-1C1A-4756-B96A-6A13A1EBD14C}" presName="vertFlow" presStyleCnt="0"/>
      <dgm:spPr/>
    </dgm:pt>
    <dgm:pt modelId="{4E0AE06F-4FF6-436E-9139-3032DA1C3CBE}" type="pres">
      <dgm:prSet presAssocID="{2FC8F38B-1C1A-4756-B96A-6A13A1EBD14C}" presName="header" presStyleLbl="node1" presStyleIdx="1" presStyleCnt="4"/>
      <dgm:spPr/>
    </dgm:pt>
    <dgm:pt modelId="{F499673B-3F43-4041-8E6C-68E0D4EB2FE6}" type="pres">
      <dgm:prSet presAssocID="{A0DDAA26-A555-469D-8E06-2FB16EC6E3B7}" presName="parTrans" presStyleLbl="sibTrans2D1" presStyleIdx="2" presStyleCnt="7"/>
      <dgm:spPr/>
    </dgm:pt>
    <dgm:pt modelId="{AA0F4C8A-94D5-46F4-8885-C087E2155A13}" type="pres">
      <dgm:prSet presAssocID="{F7AB9256-6717-4B4F-8BBA-39A242CB0E1B}" presName="child" presStyleLbl="alignAccFollowNode1" presStyleIdx="2" presStyleCnt="7">
        <dgm:presLayoutVars>
          <dgm:chMax val="0"/>
          <dgm:bulletEnabled val="1"/>
        </dgm:presLayoutVars>
      </dgm:prSet>
      <dgm:spPr/>
    </dgm:pt>
    <dgm:pt modelId="{B0FFC983-5999-48F9-BD0F-D23CD7DA2CAD}" type="pres">
      <dgm:prSet presAssocID="{8D411CA1-2EC1-42D5-B265-51ABBA4D31E6}" presName="sibTrans" presStyleLbl="sibTrans2D1" presStyleIdx="3" presStyleCnt="7"/>
      <dgm:spPr/>
    </dgm:pt>
    <dgm:pt modelId="{D5965CC1-CDA9-4442-86AD-5AAD6114E097}" type="pres">
      <dgm:prSet presAssocID="{BA046E01-3F2A-41C0-A404-1B4CAB0B3D20}" presName="child" presStyleLbl="alignAccFollowNode1" presStyleIdx="3" presStyleCnt="7">
        <dgm:presLayoutVars>
          <dgm:chMax val="0"/>
          <dgm:bulletEnabled val="1"/>
        </dgm:presLayoutVars>
      </dgm:prSet>
      <dgm:spPr/>
    </dgm:pt>
    <dgm:pt modelId="{EC3D6EF8-AE00-47D1-9A62-315AE44BF59C}" type="pres">
      <dgm:prSet presAssocID="{2FC8F38B-1C1A-4756-B96A-6A13A1EBD14C}" presName="hSp" presStyleCnt="0"/>
      <dgm:spPr/>
    </dgm:pt>
    <dgm:pt modelId="{831E1CFE-9C17-412C-BC0B-526B256F1A24}" type="pres">
      <dgm:prSet presAssocID="{832147B8-FC44-41CA-934A-9988EC29B1BE}" presName="vertFlow" presStyleCnt="0"/>
      <dgm:spPr/>
    </dgm:pt>
    <dgm:pt modelId="{84ABB7F8-A74A-4BBE-AF4E-630B797A3611}" type="pres">
      <dgm:prSet presAssocID="{832147B8-FC44-41CA-934A-9988EC29B1BE}" presName="header" presStyleLbl="node1" presStyleIdx="2" presStyleCnt="4"/>
      <dgm:spPr/>
    </dgm:pt>
    <dgm:pt modelId="{613F707E-BD04-4FCB-9A82-192900BCFF35}" type="pres">
      <dgm:prSet presAssocID="{B00FF7C2-3C87-48CD-890A-E5D80998FD87}" presName="parTrans" presStyleLbl="sibTrans2D1" presStyleIdx="4" presStyleCnt="7"/>
      <dgm:spPr/>
    </dgm:pt>
    <dgm:pt modelId="{E5FA4CD8-C0B6-49A0-848F-211A12F2627A}" type="pres">
      <dgm:prSet presAssocID="{76ED80CB-A122-4FE9-ADAA-45DBB708FFC4}" presName="child" presStyleLbl="alignAccFollowNode1" presStyleIdx="4" presStyleCnt="7">
        <dgm:presLayoutVars>
          <dgm:chMax val="0"/>
          <dgm:bulletEnabled val="1"/>
        </dgm:presLayoutVars>
      </dgm:prSet>
      <dgm:spPr/>
    </dgm:pt>
    <dgm:pt modelId="{7BE4AD5E-43F9-4781-B4AA-2515F5B1BD75}" type="pres">
      <dgm:prSet presAssocID="{1302C49B-BF90-4728-A410-178F15EC9E82}" presName="sibTrans" presStyleLbl="sibTrans2D1" presStyleIdx="5" presStyleCnt="7"/>
      <dgm:spPr/>
    </dgm:pt>
    <dgm:pt modelId="{AD10A155-D756-4E1C-A7B3-E128EF4D2E87}" type="pres">
      <dgm:prSet presAssocID="{DCBE611C-3769-4754-82C9-C0A1140B9245}" presName="child" presStyleLbl="alignAccFollowNode1" presStyleIdx="5" presStyleCnt="7">
        <dgm:presLayoutVars>
          <dgm:chMax val="0"/>
          <dgm:bulletEnabled val="1"/>
        </dgm:presLayoutVars>
      </dgm:prSet>
      <dgm:spPr/>
    </dgm:pt>
    <dgm:pt modelId="{68925C74-898A-4584-A31F-35E1302EAB5E}" type="pres">
      <dgm:prSet presAssocID="{832147B8-FC44-41CA-934A-9988EC29B1BE}" presName="hSp" presStyleCnt="0"/>
      <dgm:spPr/>
    </dgm:pt>
    <dgm:pt modelId="{9DA84245-4E98-4076-8D5F-49B048FA9707}" type="pres">
      <dgm:prSet presAssocID="{92DF5FC9-4340-40C1-83FB-7E14A1745C1B}" presName="vertFlow" presStyleCnt="0"/>
      <dgm:spPr/>
    </dgm:pt>
    <dgm:pt modelId="{941E2DA1-DDC7-4442-9011-D21E2B00BE93}" type="pres">
      <dgm:prSet presAssocID="{92DF5FC9-4340-40C1-83FB-7E14A1745C1B}" presName="header" presStyleLbl="node1" presStyleIdx="3" presStyleCnt="4"/>
      <dgm:spPr/>
    </dgm:pt>
    <dgm:pt modelId="{CF241F6E-C8D4-4605-953D-F7370F85ED8F}" type="pres">
      <dgm:prSet presAssocID="{505C0A79-89AA-4AA2-8C62-C102E37035D6}" presName="parTrans" presStyleLbl="sibTrans2D1" presStyleIdx="6" presStyleCnt="7"/>
      <dgm:spPr/>
    </dgm:pt>
    <dgm:pt modelId="{13D22C96-D044-4258-9BDF-E29141056667}" type="pres">
      <dgm:prSet presAssocID="{8163CBD8-D48F-43F8-A617-5ABFF7264626}" presName="child" presStyleLbl="alignAccFollowNode1" presStyleIdx="6" presStyleCnt="7">
        <dgm:presLayoutVars>
          <dgm:chMax val="0"/>
          <dgm:bulletEnabled val="1"/>
        </dgm:presLayoutVars>
      </dgm:prSet>
      <dgm:spPr/>
    </dgm:pt>
  </dgm:ptLst>
  <dgm:cxnLst>
    <dgm:cxn modelId="{E6964902-D6E5-4E3E-BE67-024E68D8DB36}" type="presOf" srcId="{DCBE611C-3769-4754-82C9-C0A1140B9245}" destId="{AD10A155-D756-4E1C-A7B3-E128EF4D2E87}" srcOrd="0" destOrd="0" presId="urn:microsoft.com/office/officeart/2005/8/layout/lProcess1"/>
    <dgm:cxn modelId="{24749802-FDE0-4EA8-81DA-3862936B4F26}" type="presOf" srcId="{0BCC7B0F-A315-4766-BDAE-80D28EB5B1DC}" destId="{02DE9BEE-E1CF-4F04-85A8-98F8BD17E8A1}" srcOrd="0" destOrd="0" presId="urn:microsoft.com/office/officeart/2005/8/layout/lProcess1"/>
    <dgm:cxn modelId="{D00BC307-53F4-4B99-AE0E-D6A4BEA7594C}" type="presOf" srcId="{832147B8-FC44-41CA-934A-9988EC29B1BE}" destId="{84ABB7F8-A74A-4BBE-AF4E-630B797A3611}" srcOrd="0" destOrd="0" presId="urn:microsoft.com/office/officeart/2005/8/layout/lProcess1"/>
    <dgm:cxn modelId="{0CB8630F-C761-4AC1-A3FC-2F4D33155CF0}" type="presOf" srcId="{505C0A79-89AA-4AA2-8C62-C102E37035D6}" destId="{CF241F6E-C8D4-4605-953D-F7370F85ED8F}" srcOrd="0" destOrd="0" presId="urn:microsoft.com/office/officeart/2005/8/layout/lProcess1"/>
    <dgm:cxn modelId="{85DA8310-40EA-4C5D-93DF-F5549D2BACF1}" srcId="{0BCC7B0F-A315-4766-BDAE-80D28EB5B1DC}" destId="{92DF5FC9-4340-40C1-83FB-7E14A1745C1B}" srcOrd="3" destOrd="0" parTransId="{DD2B4A21-6A88-4595-8626-42ECAAE2A287}" sibTransId="{082E5EE6-DD94-4EC8-B6FD-71BEFFDAF28D}"/>
    <dgm:cxn modelId="{1255491C-CF23-4AB0-8D0B-D376440AAAA9}" srcId="{832147B8-FC44-41CA-934A-9988EC29B1BE}" destId="{76ED80CB-A122-4FE9-ADAA-45DBB708FFC4}" srcOrd="0" destOrd="0" parTransId="{B00FF7C2-3C87-48CD-890A-E5D80998FD87}" sibTransId="{1302C49B-BF90-4728-A410-178F15EC9E82}"/>
    <dgm:cxn modelId="{A7247025-7337-480E-904F-81DFDAF5E6B8}" type="presOf" srcId="{8163CBD8-D48F-43F8-A617-5ABFF7264626}" destId="{13D22C96-D044-4258-9BDF-E29141056667}" srcOrd="0" destOrd="0" presId="urn:microsoft.com/office/officeart/2005/8/layout/lProcess1"/>
    <dgm:cxn modelId="{C92EFA28-4B55-4A68-8ABD-DDC77AA9C365}" type="presOf" srcId="{1302C49B-BF90-4728-A410-178F15EC9E82}" destId="{7BE4AD5E-43F9-4781-B4AA-2515F5B1BD75}" srcOrd="0" destOrd="0" presId="urn:microsoft.com/office/officeart/2005/8/layout/lProcess1"/>
    <dgm:cxn modelId="{AF539F34-C97C-46E0-A1E9-A3FB06F29FBC}" srcId="{0BCC7B0F-A315-4766-BDAE-80D28EB5B1DC}" destId="{832147B8-FC44-41CA-934A-9988EC29B1BE}" srcOrd="2" destOrd="0" parTransId="{F61F0450-E0A1-47FA-8C95-92A854F0264F}" sibTransId="{5ABCE9C9-6B53-45A2-A0DC-2A6DA25D6843}"/>
    <dgm:cxn modelId="{735E0238-DC63-4F07-B198-CB166DF06B01}" srcId="{2FC8F38B-1C1A-4756-B96A-6A13A1EBD14C}" destId="{BA046E01-3F2A-41C0-A404-1B4CAB0B3D20}" srcOrd="1" destOrd="0" parTransId="{295E8539-044F-434B-9C16-717FF253D913}" sibTransId="{00C0BD22-AA01-4AAA-BCB2-050604AD9119}"/>
    <dgm:cxn modelId="{075EAA45-9DF4-44B1-A137-8EF831F339F6}" type="presOf" srcId="{92DF5FC9-4340-40C1-83FB-7E14A1745C1B}" destId="{941E2DA1-DDC7-4442-9011-D21E2B00BE93}" srcOrd="0" destOrd="0" presId="urn:microsoft.com/office/officeart/2005/8/layout/lProcess1"/>
    <dgm:cxn modelId="{436B2A67-56EE-4F9C-9044-21C6647B6D2B}" type="presOf" srcId="{C3974F10-98C8-47D3-8DF3-325A1FC97D06}" destId="{4F4A5E7D-B077-404F-8D43-77D1BF835745}" srcOrd="0" destOrd="0" presId="urn:microsoft.com/office/officeart/2005/8/layout/lProcess1"/>
    <dgm:cxn modelId="{CD744D53-1486-4BA2-AFEF-8740310340CC}" type="presOf" srcId="{2FC8F38B-1C1A-4756-B96A-6A13A1EBD14C}" destId="{4E0AE06F-4FF6-436E-9139-3032DA1C3CBE}" srcOrd="0" destOrd="0" presId="urn:microsoft.com/office/officeart/2005/8/layout/lProcess1"/>
    <dgm:cxn modelId="{A26BDD56-99FB-42FF-8543-8947F941A1AF}" type="presOf" srcId="{34E6B46C-D130-48F9-A34A-F327F1DF775B}" destId="{B67CE852-8EBF-4120-96CF-C9CAAAC189EE}" srcOrd="0" destOrd="0" presId="urn:microsoft.com/office/officeart/2005/8/layout/lProcess1"/>
    <dgm:cxn modelId="{BBBEAE59-84DE-40BB-8354-8F604D6B6250}" srcId="{34E6B46C-D130-48F9-A34A-F327F1DF775B}" destId="{04C72F56-FFE0-4FF7-965E-D222C7546E56}" srcOrd="1" destOrd="0" parTransId="{77F41F60-0BF3-4C4F-B2DC-80ECC77B23B4}" sibTransId="{EBFBDB71-D575-497C-A334-695220781692}"/>
    <dgm:cxn modelId="{E082CD85-D6F8-48B0-8C93-74224E8ED29B}" type="presOf" srcId="{54D31B5A-B242-4FD7-8391-A50950B0E5CC}" destId="{221B106A-0778-4DB5-85AF-FE03BB3EFA84}" srcOrd="0" destOrd="0" presId="urn:microsoft.com/office/officeart/2005/8/layout/lProcess1"/>
    <dgm:cxn modelId="{EB686793-B162-4F50-9FA0-5F3FD7ECA178}" srcId="{92DF5FC9-4340-40C1-83FB-7E14A1745C1B}" destId="{8163CBD8-D48F-43F8-A617-5ABFF7264626}" srcOrd="0" destOrd="0" parTransId="{505C0A79-89AA-4AA2-8C62-C102E37035D6}" sibTransId="{C86622F8-F240-4D46-9035-1F89071DB46C}"/>
    <dgm:cxn modelId="{374DF4A1-EDED-4D69-9935-4ABECCA1BD91}" type="presOf" srcId="{B00FF7C2-3C87-48CD-890A-E5D80998FD87}" destId="{613F707E-BD04-4FCB-9A82-192900BCFF35}" srcOrd="0" destOrd="0" presId="urn:microsoft.com/office/officeart/2005/8/layout/lProcess1"/>
    <dgm:cxn modelId="{12A5B7AB-D90C-4040-97C7-F4E586C80B6D}" type="presOf" srcId="{76ED80CB-A122-4FE9-ADAA-45DBB708FFC4}" destId="{E5FA4CD8-C0B6-49A0-848F-211A12F2627A}" srcOrd="0" destOrd="0" presId="urn:microsoft.com/office/officeart/2005/8/layout/lProcess1"/>
    <dgm:cxn modelId="{E7635BB2-A80A-4F64-AEA6-D494271C2679}" type="presOf" srcId="{02AF9F55-4685-48C4-8907-EE3BB334A298}" destId="{9547D59D-F9D4-4DC4-A266-73981A9DC37B}" srcOrd="0" destOrd="0" presId="urn:microsoft.com/office/officeart/2005/8/layout/lProcess1"/>
    <dgm:cxn modelId="{AEE361B2-BFDD-4D20-A099-A0C299892837}" type="presOf" srcId="{04C72F56-FFE0-4FF7-965E-D222C7546E56}" destId="{FDA191A8-9DBB-46BB-AE09-D181806A2324}" srcOrd="0" destOrd="0" presId="urn:microsoft.com/office/officeart/2005/8/layout/lProcess1"/>
    <dgm:cxn modelId="{9127A4CC-F266-4B7B-82EA-1F669BB65874}" srcId="{0BCC7B0F-A315-4766-BDAE-80D28EB5B1DC}" destId="{2FC8F38B-1C1A-4756-B96A-6A13A1EBD14C}" srcOrd="1" destOrd="0" parTransId="{B0313AAC-7005-48F8-9B10-DAA4F86E5EB0}" sibTransId="{E8819994-5C29-4A18-B183-19367A20F6BD}"/>
    <dgm:cxn modelId="{C2BB2CCD-972F-4D05-9722-4B8B6A482230}" type="presOf" srcId="{BA046E01-3F2A-41C0-A404-1B4CAB0B3D20}" destId="{D5965CC1-CDA9-4442-86AD-5AAD6114E097}" srcOrd="0" destOrd="0" presId="urn:microsoft.com/office/officeart/2005/8/layout/lProcess1"/>
    <dgm:cxn modelId="{B35A0DD8-756D-43D6-9222-7F0E4C4A04E8}" srcId="{832147B8-FC44-41CA-934A-9988EC29B1BE}" destId="{DCBE611C-3769-4754-82C9-C0A1140B9245}" srcOrd="1" destOrd="0" parTransId="{4896420A-566D-4512-9580-45E6157663BF}" sibTransId="{016D891E-5E03-4A61-B789-BADC30F0650A}"/>
    <dgm:cxn modelId="{7AADD2DB-8018-4EA7-B318-8E79568EE868}" srcId="{2FC8F38B-1C1A-4756-B96A-6A13A1EBD14C}" destId="{F7AB9256-6717-4B4F-8BBA-39A242CB0E1B}" srcOrd="0" destOrd="0" parTransId="{A0DDAA26-A555-469D-8E06-2FB16EC6E3B7}" sibTransId="{8D411CA1-2EC1-42D5-B265-51ABBA4D31E6}"/>
    <dgm:cxn modelId="{90F304E3-AAB2-43F6-8174-469CCF9A5030}" type="presOf" srcId="{A0DDAA26-A555-469D-8E06-2FB16EC6E3B7}" destId="{F499673B-3F43-4041-8E6C-68E0D4EB2FE6}" srcOrd="0" destOrd="0" presId="urn:microsoft.com/office/officeart/2005/8/layout/lProcess1"/>
    <dgm:cxn modelId="{A7A73FE8-C6DF-4903-AB4E-22758E7BC2A1}" type="presOf" srcId="{8D411CA1-2EC1-42D5-B265-51ABBA4D31E6}" destId="{B0FFC983-5999-48F9-BD0F-D23CD7DA2CAD}" srcOrd="0" destOrd="0" presId="urn:microsoft.com/office/officeart/2005/8/layout/lProcess1"/>
    <dgm:cxn modelId="{BC8740EF-BD7C-44E8-AF19-A34EBE651141}" srcId="{0BCC7B0F-A315-4766-BDAE-80D28EB5B1DC}" destId="{34E6B46C-D130-48F9-A34A-F327F1DF775B}" srcOrd="0" destOrd="0" parTransId="{C4928B6A-C41E-47B5-A6AF-1112EE3F70AB}" sibTransId="{0711296A-C50D-4EBA-8EA0-7B622BA01E14}"/>
    <dgm:cxn modelId="{B40BA6F4-7B09-4DBE-B8F9-F6C647007DE9}" srcId="{34E6B46C-D130-48F9-A34A-F327F1DF775B}" destId="{C3974F10-98C8-47D3-8DF3-325A1FC97D06}" srcOrd="0" destOrd="0" parTransId="{02AF9F55-4685-48C4-8907-EE3BB334A298}" sibTransId="{54D31B5A-B242-4FD7-8391-A50950B0E5CC}"/>
    <dgm:cxn modelId="{411CDFFA-DABF-4987-B928-A512FBAE59B7}" type="presOf" srcId="{F7AB9256-6717-4B4F-8BBA-39A242CB0E1B}" destId="{AA0F4C8A-94D5-46F4-8885-C087E2155A13}" srcOrd="0" destOrd="0" presId="urn:microsoft.com/office/officeart/2005/8/layout/lProcess1"/>
    <dgm:cxn modelId="{0B67200C-E471-466D-A3F8-387B128E1C88}" type="presParOf" srcId="{02DE9BEE-E1CF-4F04-85A8-98F8BD17E8A1}" destId="{2CC65E07-B510-4BCB-8BA3-3E689163783D}" srcOrd="0" destOrd="0" presId="urn:microsoft.com/office/officeart/2005/8/layout/lProcess1"/>
    <dgm:cxn modelId="{BB8F5BF9-C138-4B62-88A3-0D819B693D3B}" type="presParOf" srcId="{2CC65E07-B510-4BCB-8BA3-3E689163783D}" destId="{B67CE852-8EBF-4120-96CF-C9CAAAC189EE}" srcOrd="0" destOrd="0" presId="urn:microsoft.com/office/officeart/2005/8/layout/lProcess1"/>
    <dgm:cxn modelId="{8D1B4DBA-3183-4317-8043-1D1E5950193B}" type="presParOf" srcId="{2CC65E07-B510-4BCB-8BA3-3E689163783D}" destId="{9547D59D-F9D4-4DC4-A266-73981A9DC37B}" srcOrd="1" destOrd="0" presId="urn:microsoft.com/office/officeart/2005/8/layout/lProcess1"/>
    <dgm:cxn modelId="{8966CD5E-1242-4356-AD0A-B9B306F9EEAC}" type="presParOf" srcId="{2CC65E07-B510-4BCB-8BA3-3E689163783D}" destId="{4F4A5E7D-B077-404F-8D43-77D1BF835745}" srcOrd="2" destOrd="0" presId="urn:microsoft.com/office/officeart/2005/8/layout/lProcess1"/>
    <dgm:cxn modelId="{9DD3A992-7F93-4E41-83DC-63E55241B935}" type="presParOf" srcId="{2CC65E07-B510-4BCB-8BA3-3E689163783D}" destId="{221B106A-0778-4DB5-85AF-FE03BB3EFA84}" srcOrd="3" destOrd="0" presId="urn:microsoft.com/office/officeart/2005/8/layout/lProcess1"/>
    <dgm:cxn modelId="{693BB9AA-3631-421C-841E-D2B7A8A67CD5}" type="presParOf" srcId="{2CC65E07-B510-4BCB-8BA3-3E689163783D}" destId="{FDA191A8-9DBB-46BB-AE09-D181806A2324}" srcOrd="4" destOrd="0" presId="urn:microsoft.com/office/officeart/2005/8/layout/lProcess1"/>
    <dgm:cxn modelId="{F7A38E6A-2F25-4374-893E-A2A5943F3ACD}" type="presParOf" srcId="{02DE9BEE-E1CF-4F04-85A8-98F8BD17E8A1}" destId="{256EB4C6-05CA-400A-9577-611E65809C33}" srcOrd="1" destOrd="0" presId="urn:microsoft.com/office/officeart/2005/8/layout/lProcess1"/>
    <dgm:cxn modelId="{5882EFFE-9026-493C-B16E-C89B37B99FAE}" type="presParOf" srcId="{02DE9BEE-E1CF-4F04-85A8-98F8BD17E8A1}" destId="{AC9B4ED3-222A-4418-BFF9-0CA1FBFF9DE6}" srcOrd="2" destOrd="0" presId="urn:microsoft.com/office/officeart/2005/8/layout/lProcess1"/>
    <dgm:cxn modelId="{061EB034-601F-4749-8CC8-EC365398AEE0}" type="presParOf" srcId="{AC9B4ED3-222A-4418-BFF9-0CA1FBFF9DE6}" destId="{4E0AE06F-4FF6-436E-9139-3032DA1C3CBE}" srcOrd="0" destOrd="0" presId="urn:microsoft.com/office/officeart/2005/8/layout/lProcess1"/>
    <dgm:cxn modelId="{2F558638-A1D5-43DD-A005-16FC6A66F0C7}" type="presParOf" srcId="{AC9B4ED3-222A-4418-BFF9-0CA1FBFF9DE6}" destId="{F499673B-3F43-4041-8E6C-68E0D4EB2FE6}" srcOrd="1" destOrd="0" presId="urn:microsoft.com/office/officeart/2005/8/layout/lProcess1"/>
    <dgm:cxn modelId="{3B59D0DD-570F-4146-9978-782A97F60A81}" type="presParOf" srcId="{AC9B4ED3-222A-4418-BFF9-0CA1FBFF9DE6}" destId="{AA0F4C8A-94D5-46F4-8885-C087E2155A13}" srcOrd="2" destOrd="0" presId="urn:microsoft.com/office/officeart/2005/8/layout/lProcess1"/>
    <dgm:cxn modelId="{A07F0EF7-7B86-4F45-97E4-F78E2B6F43C3}" type="presParOf" srcId="{AC9B4ED3-222A-4418-BFF9-0CA1FBFF9DE6}" destId="{B0FFC983-5999-48F9-BD0F-D23CD7DA2CAD}" srcOrd="3" destOrd="0" presId="urn:microsoft.com/office/officeart/2005/8/layout/lProcess1"/>
    <dgm:cxn modelId="{7827C2DC-D7E1-43A3-A6E4-15D5B3C6FF8E}" type="presParOf" srcId="{AC9B4ED3-222A-4418-BFF9-0CA1FBFF9DE6}" destId="{D5965CC1-CDA9-4442-86AD-5AAD6114E097}" srcOrd="4" destOrd="0" presId="urn:microsoft.com/office/officeart/2005/8/layout/lProcess1"/>
    <dgm:cxn modelId="{DB3B60E1-8510-4E89-A6EA-734FCA6C5CA4}" type="presParOf" srcId="{02DE9BEE-E1CF-4F04-85A8-98F8BD17E8A1}" destId="{EC3D6EF8-AE00-47D1-9A62-315AE44BF59C}" srcOrd="3" destOrd="0" presId="urn:microsoft.com/office/officeart/2005/8/layout/lProcess1"/>
    <dgm:cxn modelId="{BCB615EB-BB30-4B83-AED1-FA8A4C7D707C}" type="presParOf" srcId="{02DE9BEE-E1CF-4F04-85A8-98F8BD17E8A1}" destId="{831E1CFE-9C17-412C-BC0B-526B256F1A24}" srcOrd="4" destOrd="0" presId="urn:microsoft.com/office/officeart/2005/8/layout/lProcess1"/>
    <dgm:cxn modelId="{D28C908F-17FC-4411-8F42-D7C03750F62F}" type="presParOf" srcId="{831E1CFE-9C17-412C-BC0B-526B256F1A24}" destId="{84ABB7F8-A74A-4BBE-AF4E-630B797A3611}" srcOrd="0" destOrd="0" presId="urn:microsoft.com/office/officeart/2005/8/layout/lProcess1"/>
    <dgm:cxn modelId="{924ED49E-DF6B-47D7-8E15-B8B8342E4187}" type="presParOf" srcId="{831E1CFE-9C17-412C-BC0B-526B256F1A24}" destId="{613F707E-BD04-4FCB-9A82-192900BCFF35}" srcOrd="1" destOrd="0" presId="urn:microsoft.com/office/officeart/2005/8/layout/lProcess1"/>
    <dgm:cxn modelId="{13DBF5C6-C789-4DF7-9A8B-50D23FE230BF}" type="presParOf" srcId="{831E1CFE-9C17-412C-BC0B-526B256F1A24}" destId="{E5FA4CD8-C0B6-49A0-848F-211A12F2627A}" srcOrd="2" destOrd="0" presId="urn:microsoft.com/office/officeart/2005/8/layout/lProcess1"/>
    <dgm:cxn modelId="{FF1BD0ED-0C66-468A-BE7A-17CDCBC206EF}" type="presParOf" srcId="{831E1CFE-9C17-412C-BC0B-526B256F1A24}" destId="{7BE4AD5E-43F9-4781-B4AA-2515F5B1BD75}" srcOrd="3" destOrd="0" presId="urn:microsoft.com/office/officeart/2005/8/layout/lProcess1"/>
    <dgm:cxn modelId="{DD6B7B95-FE61-43A0-8377-E9206A91F99E}" type="presParOf" srcId="{831E1CFE-9C17-412C-BC0B-526B256F1A24}" destId="{AD10A155-D756-4E1C-A7B3-E128EF4D2E87}" srcOrd="4" destOrd="0" presId="urn:microsoft.com/office/officeart/2005/8/layout/lProcess1"/>
    <dgm:cxn modelId="{0DB29162-E42F-401C-B4E7-4FE6F1D1356D}" type="presParOf" srcId="{02DE9BEE-E1CF-4F04-85A8-98F8BD17E8A1}" destId="{68925C74-898A-4584-A31F-35E1302EAB5E}" srcOrd="5" destOrd="0" presId="urn:microsoft.com/office/officeart/2005/8/layout/lProcess1"/>
    <dgm:cxn modelId="{A1A19FB0-50D7-40AD-AB0E-A9519FE2ED4D}" type="presParOf" srcId="{02DE9BEE-E1CF-4F04-85A8-98F8BD17E8A1}" destId="{9DA84245-4E98-4076-8D5F-49B048FA9707}" srcOrd="6" destOrd="0" presId="urn:microsoft.com/office/officeart/2005/8/layout/lProcess1"/>
    <dgm:cxn modelId="{892E3AD7-56B0-42CF-9205-D6928DA29BC8}" type="presParOf" srcId="{9DA84245-4E98-4076-8D5F-49B048FA9707}" destId="{941E2DA1-DDC7-4442-9011-D21E2B00BE93}" srcOrd="0" destOrd="0" presId="urn:microsoft.com/office/officeart/2005/8/layout/lProcess1"/>
    <dgm:cxn modelId="{D861F455-7E85-4AEB-A7CF-2CD719BB9EA5}" type="presParOf" srcId="{9DA84245-4E98-4076-8D5F-49B048FA9707}" destId="{CF241F6E-C8D4-4605-953D-F7370F85ED8F}" srcOrd="1" destOrd="0" presId="urn:microsoft.com/office/officeart/2005/8/layout/lProcess1"/>
    <dgm:cxn modelId="{EEC9729A-EB13-4164-B4DA-2341EBBD9975}" type="presParOf" srcId="{9DA84245-4E98-4076-8D5F-49B048FA9707}" destId="{13D22C96-D044-4258-9BDF-E29141056667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CE852-8EBF-4120-96CF-C9CAAAC189EE}">
      <dsp:nvSpPr>
        <dsp:cNvPr id="0" name=""/>
        <dsp:cNvSpPr/>
      </dsp:nvSpPr>
      <dsp:spPr>
        <a:xfrm>
          <a:off x="2683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os elementos</a:t>
          </a:r>
        </a:p>
      </dsp:txBody>
      <dsp:txXfrm>
        <a:off x="16588" y="740051"/>
        <a:ext cx="1871186" cy="446939"/>
      </dsp:txXfrm>
    </dsp:sp>
    <dsp:sp modelId="{9547D59D-F9D4-4DC4-A266-73981A9DC37B}">
      <dsp:nvSpPr>
        <dsp:cNvPr id="0" name=""/>
        <dsp:cNvSpPr/>
      </dsp:nvSpPr>
      <dsp:spPr>
        <a:xfrm rot="5400000">
          <a:off x="910641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4A5E7D-B077-404F-8D43-77D1BF835745}">
      <dsp:nvSpPr>
        <dsp:cNvPr id="0" name=""/>
        <dsp:cNvSpPr/>
      </dsp:nvSpPr>
      <dsp:spPr>
        <a:xfrm>
          <a:off x="2683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elementos</a:t>
          </a:r>
        </a:p>
      </dsp:txBody>
      <dsp:txXfrm>
        <a:off x="16588" y="1380963"/>
        <a:ext cx="1871186" cy="446939"/>
      </dsp:txXfrm>
    </dsp:sp>
    <dsp:sp modelId="{221B106A-0778-4DB5-85AF-FE03BB3EFA84}">
      <dsp:nvSpPr>
        <dsp:cNvPr id="0" name=""/>
        <dsp:cNvSpPr/>
      </dsp:nvSpPr>
      <dsp:spPr>
        <a:xfrm rot="5400000">
          <a:off x="910641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A191A8-9DBB-46BB-AE09-D181806A2324}">
      <dsp:nvSpPr>
        <dsp:cNvPr id="0" name=""/>
        <dsp:cNvSpPr/>
      </dsp:nvSpPr>
      <dsp:spPr>
        <a:xfrm>
          <a:off x="2683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a existência de diferentes tipos elementos</a:t>
          </a:r>
        </a:p>
      </dsp:txBody>
      <dsp:txXfrm>
        <a:off x="16588" y="2021874"/>
        <a:ext cx="1871186" cy="446939"/>
      </dsp:txXfrm>
    </dsp:sp>
    <dsp:sp modelId="{4E0AE06F-4FF6-436E-9139-3032DA1C3CBE}">
      <dsp:nvSpPr>
        <dsp:cNvPr id="0" name=""/>
        <dsp:cNvSpPr/>
      </dsp:nvSpPr>
      <dsp:spPr>
        <a:xfrm>
          <a:off x="2167539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Identificar as relações</a:t>
          </a:r>
        </a:p>
      </dsp:txBody>
      <dsp:txXfrm>
        <a:off x="2181444" y="740051"/>
        <a:ext cx="1871186" cy="446939"/>
      </dsp:txXfrm>
    </dsp:sp>
    <dsp:sp modelId="{F499673B-3F43-4041-8E6C-68E0D4EB2FE6}">
      <dsp:nvSpPr>
        <dsp:cNvPr id="0" name=""/>
        <dsp:cNvSpPr/>
      </dsp:nvSpPr>
      <dsp:spPr>
        <a:xfrm rot="5400000">
          <a:off x="3075497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F4C8A-94D5-46F4-8885-C087E2155A13}">
      <dsp:nvSpPr>
        <dsp:cNvPr id="0" name=""/>
        <dsp:cNvSpPr/>
      </dsp:nvSpPr>
      <dsp:spPr>
        <a:xfrm>
          <a:off x="2167539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Levantar a quantidade e natureza dos relacionamentos</a:t>
          </a:r>
        </a:p>
      </dsp:txBody>
      <dsp:txXfrm>
        <a:off x="2181444" y="1380963"/>
        <a:ext cx="1871186" cy="446939"/>
      </dsp:txXfrm>
    </dsp:sp>
    <dsp:sp modelId="{B0FFC983-5999-48F9-BD0F-D23CD7DA2CAD}">
      <dsp:nvSpPr>
        <dsp:cNvPr id="0" name=""/>
        <dsp:cNvSpPr/>
      </dsp:nvSpPr>
      <dsp:spPr>
        <a:xfrm rot="5400000">
          <a:off x="3075497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965CC1-CDA9-4442-86AD-5AAD6114E097}">
      <dsp:nvSpPr>
        <dsp:cNvPr id="0" name=""/>
        <dsp:cNvSpPr/>
      </dsp:nvSpPr>
      <dsp:spPr>
        <a:xfrm>
          <a:off x="2167539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Verificar se os relacionamentos são unidirecionais ou bidirecionais</a:t>
          </a:r>
        </a:p>
      </dsp:txBody>
      <dsp:txXfrm>
        <a:off x="2181444" y="2021874"/>
        <a:ext cx="1871186" cy="446939"/>
      </dsp:txXfrm>
    </dsp:sp>
    <dsp:sp modelId="{84ABB7F8-A74A-4BBE-AF4E-630B797A3611}">
      <dsp:nvSpPr>
        <dsp:cNvPr id="0" name=""/>
        <dsp:cNvSpPr/>
      </dsp:nvSpPr>
      <dsp:spPr>
        <a:xfrm>
          <a:off x="4332396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Construir um grafo </a:t>
          </a:r>
        </a:p>
      </dsp:txBody>
      <dsp:txXfrm>
        <a:off x="4346301" y="740051"/>
        <a:ext cx="1871186" cy="446939"/>
      </dsp:txXfrm>
    </dsp:sp>
    <dsp:sp modelId="{613F707E-BD04-4FCB-9A82-192900BCFF35}">
      <dsp:nvSpPr>
        <dsp:cNvPr id="0" name=""/>
        <dsp:cNvSpPr/>
      </dsp:nvSpPr>
      <dsp:spPr>
        <a:xfrm rot="5400000">
          <a:off x="5240354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FA4CD8-C0B6-49A0-848F-211A12F2627A}">
      <dsp:nvSpPr>
        <dsp:cNvPr id="0" name=""/>
        <dsp:cNvSpPr/>
      </dsp:nvSpPr>
      <dsp:spPr>
        <a:xfrm>
          <a:off x="4332396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vértices</a:t>
          </a:r>
        </a:p>
      </dsp:txBody>
      <dsp:txXfrm>
        <a:off x="4346301" y="1380963"/>
        <a:ext cx="1871186" cy="446939"/>
      </dsp:txXfrm>
    </dsp:sp>
    <dsp:sp modelId="{7BE4AD5E-43F9-4781-B4AA-2515F5B1BD75}">
      <dsp:nvSpPr>
        <dsp:cNvPr id="0" name=""/>
        <dsp:cNvSpPr/>
      </dsp:nvSpPr>
      <dsp:spPr>
        <a:xfrm rot="5400000">
          <a:off x="5240354" y="1883348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10A155-D756-4E1C-A7B3-E128EF4D2E87}">
      <dsp:nvSpPr>
        <dsp:cNvPr id="0" name=""/>
        <dsp:cNvSpPr/>
      </dsp:nvSpPr>
      <dsp:spPr>
        <a:xfrm>
          <a:off x="4332396" y="2007969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Gerar o conjunto de arestas</a:t>
          </a:r>
        </a:p>
      </dsp:txBody>
      <dsp:txXfrm>
        <a:off x="4346301" y="2021874"/>
        <a:ext cx="1871186" cy="446939"/>
      </dsp:txXfrm>
    </dsp:sp>
    <dsp:sp modelId="{941E2DA1-DDC7-4442-9011-D21E2B00BE93}">
      <dsp:nvSpPr>
        <dsp:cNvPr id="0" name=""/>
        <dsp:cNvSpPr/>
      </dsp:nvSpPr>
      <dsp:spPr>
        <a:xfrm>
          <a:off x="6497252" y="726146"/>
          <a:ext cx="1898996" cy="4747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Solucionar o problema</a:t>
          </a:r>
        </a:p>
      </dsp:txBody>
      <dsp:txXfrm>
        <a:off x="6511157" y="740051"/>
        <a:ext cx="1871186" cy="446939"/>
      </dsp:txXfrm>
    </dsp:sp>
    <dsp:sp modelId="{CF241F6E-C8D4-4605-953D-F7370F85ED8F}">
      <dsp:nvSpPr>
        <dsp:cNvPr id="0" name=""/>
        <dsp:cNvSpPr/>
      </dsp:nvSpPr>
      <dsp:spPr>
        <a:xfrm rot="5400000">
          <a:off x="7405210" y="1242436"/>
          <a:ext cx="83081" cy="8308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22C96-D044-4258-9BDF-E29141056667}">
      <dsp:nvSpPr>
        <dsp:cNvPr id="0" name=""/>
        <dsp:cNvSpPr/>
      </dsp:nvSpPr>
      <dsp:spPr>
        <a:xfrm>
          <a:off x="6497252" y="1367058"/>
          <a:ext cx="1898996" cy="47474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Usar métodos já existentes             ou desenvolvendo novos</a:t>
          </a:r>
        </a:p>
      </dsp:txBody>
      <dsp:txXfrm>
        <a:off x="6511157" y="1380963"/>
        <a:ext cx="1871186" cy="446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01/08/2022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01/08/2022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71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72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51557C6-C91F-4180-B003-BDF2006105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</p:spTree>
    <p:extLst>
      <p:ext uri="{BB962C8B-B14F-4D97-AF65-F5344CB8AC3E}">
        <p14:creationId xmlns:p14="http://schemas.microsoft.com/office/powerpoint/2010/main" val="325132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Origem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Euler soluciona o problema das pontes de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Königsberg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1736.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899592" y="1779662"/>
            <a:ext cx="4680520" cy="25202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 5"/>
          <p:cNvSpPr/>
          <p:nvPr/>
        </p:nvSpPr>
        <p:spPr>
          <a:xfrm>
            <a:off x="1015336" y="2283718"/>
            <a:ext cx="4421885" cy="1584176"/>
          </a:xfrm>
          <a:custGeom>
            <a:avLst/>
            <a:gdLst>
              <a:gd name="connsiteX0" fmla="*/ 7433 w 4291342"/>
              <a:gd name="connsiteY0" fmla="*/ 16156 h 1179716"/>
              <a:gd name="connsiteX1" fmla="*/ 7433 w 4291342"/>
              <a:gd name="connsiteY1" fmla="*/ 16156 h 1179716"/>
              <a:gd name="connsiteX2" fmla="*/ 83108 w 4291342"/>
              <a:gd name="connsiteY2" fmla="*/ 91831 h 1179716"/>
              <a:gd name="connsiteX3" fmla="*/ 108333 w 4291342"/>
              <a:gd name="connsiteY3" fmla="*/ 98137 h 1179716"/>
              <a:gd name="connsiteX4" fmla="*/ 146170 w 4291342"/>
              <a:gd name="connsiteY4" fmla="*/ 117055 h 1179716"/>
              <a:gd name="connsiteX5" fmla="*/ 436255 w 4291342"/>
              <a:gd name="connsiteY5" fmla="*/ 117055 h 1179716"/>
              <a:gd name="connsiteX6" fmla="*/ 461480 w 4291342"/>
              <a:gd name="connsiteY6" fmla="*/ 110749 h 1179716"/>
              <a:gd name="connsiteX7" fmla="*/ 600217 w 4291342"/>
              <a:gd name="connsiteY7" fmla="*/ 98137 h 1179716"/>
              <a:gd name="connsiteX8" fmla="*/ 675891 w 4291342"/>
              <a:gd name="connsiteY8" fmla="*/ 85524 h 1179716"/>
              <a:gd name="connsiteX9" fmla="*/ 789403 w 4291342"/>
              <a:gd name="connsiteY9" fmla="*/ 60300 h 1179716"/>
              <a:gd name="connsiteX10" fmla="*/ 814628 w 4291342"/>
              <a:gd name="connsiteY10" fmla="*/ 53993 h 1179716"/>
              <a:gd name="connsiteX11" fmla="*/ 902915 w 4291342"/>
              <a:gd name="connsiteY11" fmla="*/ 41381 h 1179716"/>
              <a:gd name="connsiteX12" fmla="*/ 934446 w 4291342"/>
              <a:gd name="connsiteY12" fmla="*/ 35075 h 1179716"/>
              <a:gd name="connsiteX13" fmla="*/ 1060570 w 4291342"/>
              <a:gd name="connsiteY13" fmla="*/ 28768 h 1179716"/>
              <a:gd name="connsiteX14" fmla="*/ 1136244 w 4291342"/>
              <a:gd name="connsiteY14" fmla="*/ 22462 h 1179716"/>
              <a:gd name="connsiteX15" fmla="*/ 1262369 w 4291342"/>
              <a:gd name="connsiteY15" fmla="*/ 28768 h 1179716"/>
              <a:gd name="connsiteX16" fmla="*/ 1306512 w 4291342"/>
              <a:gd name="connsiteY16" fmla="*/ 41381 h 1179716"/>
              <a:gd name="connsiteX17" fmla="*/ 1338043 w 4291342"/>
              <a:gd name="connsiteY17" fmla="*/ 53993 h 1179716"/>
              <a:gd name="connsiteX18" fmla="*/ 1356962 w 4291342"/>
              <a:gd name="connsiteY18" fmla="*/ 66606 h 1179716"/>
              <a:gd name="connsiteX19" fmla="*/ 1394799 w 4291342"/>
              <a:gd name="connsiteY19" fmla="*/ 79218 h 1179716"/>
              <a:gd name="connsiteX20" fmla="*/ 1413718 w 4291342"/>
              <a:gd name="connsiteY20" fmla="*/ 91831 h 1179716"/>
              <a:gd name="connsiteX21" fmla="*/ 1451555 w 4291342"/>
              <a:gd name="connsiteY21" fmla="*/ 104443 h 1179716"/>
              <a:gd name="connsiteX22" fmla="*/ 1489392 w 4291342"/>
              <a:gd name="connsiteY22" fmla="*/ 123362 h 1179716"/>
              <a:gd name="connsiteX23" fmla="*/ 1508311 w 4291342"/>
              <a:gd name="connsiteY23" fmla="*/ 135974 h 1179716"/>
              <a:gd name="connsiteX24" fmla="*/ 1539842 w 4291342"/>
              <a:gd name="connsiteY24" fmla="*/ 142280 h 1179716"/>
              <a:gd name="connsiteX25" fmla="*/ 1558760 w 4291342"/>
              <a:gd name="connsiteY25" fmla="*/ 148586 h 1179716"/>
              <a:gd name="connsiteX26" fmla="*/ 1583985 w 4291342"/>
              <a:gd name="connsiteY26" fmla="*/ 154893 h 1179716"/>
              <a:gd name="connsiteX27" fmla="*/ 1602904 w 4291342"/>
              <a:gd name="connsiteY27" fmla="*/ 161199 h 1179716"/>
              <a:gd name="connsiteX28" fmla="*/ 1697497 w 4291342"/>
              <a:gd name="connsiteY28" fmla="*/ 180117 h 1179716"/>
              <a:gd name="connsiteX29" fmla="*/ 2094788 w 4291342"/>
              <a:gd name="connsiteY29" fmla="*/ 173811 h 1179716"/>
              <a:gd name="connsiteX30" fmla="*/ 2138931 w 4291342"/>
              <a:gd name="connsiteY30" fmla="*/ 167505 h 1179716"/>
              <a:gd name="connsiteX31" fmla="*/ 2220912 w 4291342"/>
              <a:gd name="connsiteY31" fmla="*/ 154893 h 1179716"/>
              <a:gd name="connsiteX32" fmla="*/ 2271362 w 4291342"/>
              <a:gd name="connsiteY32" fmla="*/ 135974 h 1179716"/>
              <a:gd name="connsiteX33" fmla="*/ 2321811 w 4291342"/>
              <a:gd name="connsiteY33" fmla="*/ 123362 h 1179716"/>
              <a:gd name="connsiteX34" fmla="*/ 2384873 w 4291342"/>
              <a:gd name="connsiteY34" fmla="*/ 85524 h 1179716"/>
              <a:gd name="connsiteX35" fmla="*/ 2447935 w 4291342"/>
              <a:gd name="connsiteY35" fmla="*/ 60300 h 1179716"/>
              <a:gd name="connsiteX36" fmla="*/ 2492079 w 4291342"/>
              <a:gd name="connsiteY36" fmla="*/ 47687 h 1179716"/>
              <a:gd name="connsiteX37" fmla="*/ 2542529 w 4291342"/>
              <a:gd name="connsiteY37" fmla="*/ 28768 h 1179716"/>
              <a:gd name="connsiteX38" fmla="*/ 2712796 w 4291342"/>
              <a:gd name="connsiteY38" fmla="*/ 22462 h 1179716"/>
              <a:gd name="connsiteX39" fmla="*/ 2883064 w 4291342"/>
              <a:gd name="connsiteY39" fmla="*/ 28768 h 1179716"/>
              <a:gd name="connsiteX40" fmla="*/ 2939820 w 4291342"/>
              <a:gd name="connsiteY40" fmla="*/ 41381 h 1179716"/>
              <a:gd name="connsiteX41" fmla="*/ 2958738 w 4291342"/>
              <a:gd name="connsiteY41" fmla="*/ 47687 h 1179716"/>
              <a:gd name="connsiteX42" fmla="*/ 3015494 w 4291342"/>
              <a:gd name="connsiteY42" fmla="*/ 53993 h 1179716"/>
              <a:gd name="connsiteX43" fmla="*/ 3059638 w 4291342"/>
              <a:gd name="connsiteY43" fmla="*/ 66606 h 1179716"/>
              <a:gd name="connsiteX44" fmla="*/ 3110087 w 4291342"/>
              <a:gd name="connsiteY44" fmla="*/ 79218 h 1179716"/>
              <a:gd name="connsiteX45" fmla="*/ 3166843 w 4291342"/>
              <a:gd name="connsiteY45" fmla="*/ 98137 h 1179716"/>
              <a:gd name="connsiteX46" fmla="*/ 3204680 w 4291342"/>
              <a:gd name="connsiteY46" fmla="*/ 104443 h 1179716"/>
              <a:gd name="connsiteX47" fmla="*/ 3242518 w 4291342"/>
              <a:gd name="connsiteY47" fmla="*/ 117055 h 1179716"/>
              <a:gd name="connsiteX48" fmla="*/ 3261436 w 4291342"/>
              <a:gd name="connsiteY48" fmla="*/ 123362 h 1179716"/>
              <a:gd name="connsiteX49" fmla="*/ 3299273 w 4291342"/>
              <a:gd name="connsiteY49" fmla="*/ 129668 h 1179716"/>
              <a:gd name="connsiteX50" fmla="*/ 3551522 w 4291342"/>
              <a:gd name="connsiteY50" fmla="*/ 123362 h 1179716"/>
              <a:gd name="connsiteX51" fmla="*/ 3595665 w 4291342"/>
              <a:gd name="connsiteY51" fmla="*/ 104443 h 1179716"/>
              <a:gd name="connsiteX52" fmla="*/ 3627196 w 4291342"/>
              <a:gd name="connsiteY52" fmla="*/ 98137 h 1179716"/>
              <a:gd name="connsiteX53" fmla="*/ 3665033 w 4291342"/>
              <a:gd name="connsiteY53" fmla="*/ 85524 h 1179716"/>
              <a:gd name="connsiteX54" fmla="*/ 3677646 w 4291342"/>
              <a:gd name="connsiteY54" fmla="*/ 72912 h 1179716"/>
              <a:gd name="connsiteX55" fmla="*/ 3702871 w 4291342"/>
              <a:gd name="connsiteY55" fmla="*/ 66606 h 1179716"/>
              <a:gd name="connsiteX56" fmla="*/ 3721789 w 4291342"/>
              <a:gd name="connsiteY56" fmla="*/ 60300 h 1179716"/>
              <a:gd name="connsiteX57" fmla="*/ 3740708 w 4291342"/>
              <a:gd name="connsiteY57" fmla="*/ 47687 h 1179716"/>
              <a:gd name="connsiteX58" fmla="*/ 3816382 w 4291342"/>
              <a:gd name="connsiteY58" fmla="*/ 16156 h 1179716"/>
              <a:gd name="connsiteX59" fmla="*/ 3866832 w 4291342"/>
              <a:gd name="connsiteY59" fmla="*/ 9850 h 1179716"/>
              <a:gd name="connsiteX60" fmla="*/ 3885751 w 4291342"/>
              <a:gd name="connsiteY60" fmla="*/ 3544 h 1179716"/>
              <a:gd name="connsiteX61" fmla="*/ 4232592 w 4291342"/>
              <a:gd name="connsiteY61" fmla="*/ 16156 h 1179716"/>
              <a:gd name="connsiteX62" fmla="*/ 4251511 w 4291342"/>
              <a:gd name="connsiteY62" fmla="*/ 35075 h 1179716"/>
              <a:gd name="connsiteX63" fmla="*/ 4257817 w 4291342"/>
              <a:gd name="connsiteY63" fmla="*/ 60300 h 1179716"/>
              <a:gd name="connsiteX64" fmla="*/ 4245204 w 4291342"/>
              <a:gd name="connsiteY64" fmla="*/ 142280 h 1179716"/>
              <a:gd name="connsiteX65" fmla="*/ 4232592 w 4291342"/>
              <a:gd name="connsiteY65" fmla="*/ 217955 h 1179716"/>
              <a:gd name="connsiteX66" fmla="*/ 4226286 w 4291342"/>
              <a:gd name="connsiteY66" fmla="*/ 243180 h 1179716"/>
              <a:gd name="connsiteX67" fmla="*/ 4207367 w 4291342"/>
              <a:gd name="connsiteY67" fmla="*/ 274711 h 1179716"/>
              <a:gd name="connsiteX68" fmla="*/ 4188449 w 4291342"/>
              <a:gd name="connsiteY68" fmla="*/ 394528 h 1179716"/>
              <a:gd name="connsiteX69" fmla="*/ 4182142 w 4291342"/>
              <a:gd name="connsiteY69" fmla="*/ 413447 h 1179716"/>
              <a:gd name="connsiteX70" fmla="*/ 4188449 w 4291342"/>
              <a:gd name="connsiteY70" fmla="*/ 583715 h 1179716"/>
              <a:gd name="connsiteX71" fmla="*/ 4201061 w 4291342"/>
              <a:gd name="connsiteY71" fmla="*/ 602633 h 1179716"/>
              <a:gd name="connsiteX72" fmla="*/ 4207367 w 4291342"/>
              <a:gd name="connsiteY72" fmla="*/ 634164 h 1179716"/>
              <a:gd name="connsiteX73" fmla="*/ 4232592 w 4291342"/>
              <a:gd name="connsiteY73" fmla="*/ 672002 h 1179716"/>
              <a:gd name="connsiteX74" fmla="*/ 4251511 w 4291342"/>
              <a:gd name="connsiteY74" fmla="*/ 735064 h 1179716"/>
              <a:gd name="connsiteX75" fmla="*/ 4257817 w 4291342"/>
              <a:gd name="connsiteY75" fmla="*/ 753982 h 1179716"/>
              <a:gd name="connsiteX76" fmla="*/ 4276735 w 4291342"/>
              <a:gd name="connsiteY76" fmla="*/ 1100824 h 1179716"/>
              <a:gd name="connsiteX77" fmla="*/ 4037100 w 4291342"/>
              <a:gd name="connsiteY77" fmla="*/ 1094517 h 1179716"/>
              <a:gd name="connsiteX78" fmla="*/ 3992956 w 4291342"/>
              <a:gd name="connsiteY78" fmla="*/ 1081905 h 1179716"/>
              <a:gd name="connsiteX79" fmla="*/ 3929894 w 4291342"/>
              <a:gd name="connsiteY79" fmla="*/ 1062986 h 1179716"/>
              <a:gd name="connsiteX80" fmla="*/ 3885751 w 4291342"/>
              <a:gd name="connsiteY80" fmla="*/ 1056680 h 1179716"/>
              <a:gd name="connsiteX81" fmla="*/ 3860526 w 4291342"/>
              <a:gd name="connsiteY81" fmla="*/ 1050374 h 1179716"/>
              <a:gd name="connsiteX82" fmla="*/ 3822689 w 4291342"/>
              <a:gd name="connsiteY82" fmla="*/ 1044068 h 1179716"/>
              <a:gd name="connsiteX83" fmla="*/ 3784851 w 4291342"/>
              <a:gd name="connsiteY83" fmla="*/ 1031455 h 1179716"/>
              <a:gd name="connsiteX84" fmla="*/ 3683952 w 4291342"/>
              <a:gd name="connsiteY84" fmla="*/ 1018843 h 1179716"/>
              <a:gd name="connsiteX85" fmla="*/ 3545215 w 4291342"/>
              <a:gd name="connsiteY85" fmla="*/ 1006231 h 1179716"/>
              <a:gd name="connsiteX86" fmla="*/ 2927207 w 4291342"/>
              <a:gd name="connsiteY86" fmla="*/ 1018843 h 1179716"/>
              <a:gd name="connsiteX87" fmla="*/ 2908289 w 4291342"/>
              <a:gd name="connsiteY87" fmla="*/ 1025149 h 1179716"/>
              <a:gd name="connsiteX88" fmla="*/ 2876758 w 4291342"/>
              <a:gd name="connsiteY88" fmla="*/ 1037762 h 1179716"/>
              <a:gd name="connsiteX89" fmla="*/ 2845226 w 4291342"/>
              <a:gd name="connsiteY89" fmla="*/ 1044068 h 1179716"/>
              <a:gd name="connsiteX90" fmla="*/ 2788471 w 4291342"/>
              <a:gd name="connsiteY90" fmla="*/ 1062986 h 1179716"/>
              <a:gd name="connsiteX91" fmla="*/ 2756940 w 4291342"/>
              <a:gd name="connsiteY91" fmla="*/ 1075599 h 1179716"/>
              <a:gd name="connsiteX92" fmla="*/ 2693878 w 4291342"/>
              <a:gd name="connsiteY92" fmla="*/ 1094517 h 1179716"/>
              <a:gd name="connsiteX93" fmla="*/ 2674959 w 4291342"/>
              <a:gd name="connsiteY93" fmla="*/ 1100824 h 1179716"/>
              <a:gd name="connsiteX94" fmla="*/ 2643428 w 4291342"/>
              <a:gd name="connsiteY94" fmla="*/ 1113436 h 1179716"/>
              <a:gd name="connsiteX95" fmla="*/ 2611897 w 4291342"/>
              <a:gd name="connsiteY95" fmla="*/ 1119742 h 1179716"/>
              <a:gd name="connsiteX96" fmla="*/ 2536222 w 4291342"/>
              <a:gd name="connsiteY96" fmla="*/ 1138661 h 1179716"/>
              <a:gd name="connsiteX97" fmla="*/ 2517304 w 4291342"/>
              <a:gd name="connsiteY97" fmla="*/ 1151273 h 1179716"/>
              <a:gd name="connsiteX98" fmla="*/ 2447935 w 4291342"/>
              <a:gd name="connsiteY98" fmla="*/ 1163886 h 1179716"/>
              <a:gd name="connsiteX99" fmla="*/ 2126319 w 4291342"/>
              <a:gd name="connsiteY99" fmla="*/ 1151273 h 1179716"/>
              <a:gd name="connsiteX100" fmla="*/ 2075869 w 4291342"/>
              <a:gd name="connsiteY100" fmla="*/ 1138661 h 1179716"/>
              <a:gd name="connsiteX101" fmla="*/ 2044338 w 4291342"/>
              <a:gd name="connsiteY101" fmla="*/ 1126048 h 1179716"/>
              <a:gd name="connsiteX102" fmla="*/ 2000195 w 4291342"/>
              <a:gd name="connsiteY102" fmla="*/ 1119742 h 1179716"/>
              <a:gd name="connsiteX103" fmla="*/ 1956051 w 4291342"/>
              <a:gd name="connsiteY103" fmla="*/ 1107130 h 1179716"/>
              <a:gd name="connsiteX104" fmla="*/ 1924520 w 4291342"/>
              <a:gd name="connsiteY104" fmla="*/ 1100824 h 1179716"/>
              <a:gd name="connsiteX105" fmla="*/ 1848846 w 4291342"/>
              <a:gd name="connsiteY105" fmla="*/ 1075599 h 1179716"/>
              <a:gd name="connsiteX106" fmla="*/ 1823621 w 4291342"/>
              <a:gd name="connsiteY106" fmla="*/ 1069293 h 1179716"/>
              <a:gd name="connsiteX107" fmla="*/ 1798396 w 4291342"/>
              <a:gd name="connsiteY107" fmla="*/ 1056680 h 1179716"/>
              <a:gd name="connsiteX108" fmla="*/ 1741640 w 4291342"/>
              <a:gd name="connsiteY108" fmla="*/ 1044068 h 1179716"/>
              <a:gd name="connsiteX109" fmla="*/ 1665966 w 4291342"/>
              <a:gd name="connsiteY109" fmla="*/ 1031455 h 1179716"/>
              <a:gd name="connsiteX110" fmla="*/ 1590291 w 4291342"/>
              <a:gd name="connsiteY110" fmla="*/ 1012537 h 1179716"/>
              <a:gd name="connsiteX111" fmla="*/ 1546148 w 4291342"/>
              <a:gd name="connsiteY111" fmla="*/ 999924 h 1179716"/>
              <a:gd name="connsiteX112" fmla="*/ 1483086 w 4291342"/>
              <a:gd name="connsiteY112" fmla="*/ 993618 h 1179716"/>
              <a:gd name="connsiteX113" fmla="*/ 1438942 w 4291342"/>
              <a:gd name="connsiteY113" fmla="*/ 987312 h 1179716"/>
              <a:gd name="connsiteX114" fmla="*/ 1319124 w 4291342"/>
              <a:gd name="connsiteY114" fmla="*/ 968393 h 1179716"/>
              <a:gd name="connsiteX115" fmla="*/ 1129938 w 4291342"/>
              <a:gd name="connsiteY115" fmla="*/ 974700 h 1179716"/>
              <a:gd name="connsiteX116" fmla="*/ 1073182 w 4291342"/>
              <a:gd name="connsiteY116" fmla="*/ 981006 h 1179716"/>
              <a:gd name="connsiteX117" fmla="*/ 984895 w 4291342"/>
              <a:gd name="connsiteY117" fmla="*/ 987312 h 1179716"/>
              <a:gd name="connsiteX118" fmla="*/ 896609 w 4291342"/>
              <a:gd name="connsiteY118" fmla="*/ 1006231 h 1179716"/>
              <a:gd name="connsiteX119" fmla="*/ 871384 w 4291342"/>
              <a:gd name="connsiteY119" fmla="*/ 1018843 h 1179716"/>
              <a:gd name="connsiteX120" fmla="*/ 827240 w 4291342"/>
              <a:gd name="connsiteY120" fmla="*/ 1025149 h 1179716"/>
              <a:gd name="connsiteX121" fmla="*/ 694810 w 4291342"/>
              <a:gd name="connsiteY121" fmla="*/ 1044068 h 1179716"/>
              <a:gd name="connsiteX122" fmla="*/ 574992 w 4291342"/>
              <a:gd name="connsiteY122" fmla="*/ 1062986 h 1179716"/>
              <a:gd name="connsiteX123" fmla="*/ 556073 w 4291342"/>
              <a:gd name="connsiteY123" fmla="*/ 1069293 h 1179716"/>
              <a:gd name="connsiteX124" fmla="*/ 442562 w 4291342"/>
              <a:gd name="connsiteY124" fmla="*/ 1081905 h 1179716"/>
              <a:gd name="connsiteX125" fmla="*/ 404724 w 4291342"/>
              <a:gd name="connsiteY125" fmla="*/ 1088211 h 1179716"/>
              <a:gd name="connsiteX126" fmla="*/ 354275 w 4291342"/>
              <a:gd name="connsiteY126" fmla="*/ 1100824 h 1179716"/>
              <a:gd name="connsiteX127" fmla="*/ 322744 w 4291342"/>
              <a:gd name="connsiteY127" fmla="*/ 1107130 h 1179716"/>
              <a:gd name="connsiteX128" fmla="*/ 272294 w 4291342"/>
              <a:gd name="connsiteY128" fmla="*/ 1126048 h 1179716"/>
              <a:gd name="connsiteX129" fmla="*/ 247069 w 4291342"/>
              <a:gd name="connsiteY129" fmla="*/ 1132355 h 1179716"/>
              <a:gd name="connsiteX130" fmla="*/ 202926 w 4291342"/>
              <a:gd name="connsiteY130" fmla="*/ 1144967 h 1179716"/>
              <a:gd name="connsiteX131" fmla="*/ 32658 w 4291342"/>
              <a:gd name="connsiteY131" fmla="*/ 1138661 h 1179716"/>
              <a:gd name="connsiteX132" fmla="*/ 38964 w 4291342"/>
              <a:gd name="connsiteY132" fmla="*/ 949475 h 1179716"/>
              <a:gd name="connsiteX133" fmla="*/ 51577 w 4291342"/>
              <a:gd name="connsiteY133" fmla="*/ 911637 h 1179716"/>
              <a:gd name="connsiteX134" fmla="*/ 57883 w 4291342"/>
              <a:gd name="connsiteY134" fmla="*/ 880106 h 1179716"/>
              <a:gd name="connsiteX135" fmla="*/ 64189 w 4291342"/>
              <a:gd name="connsiteY135" fmla="*/ 854882 h 1179716"/>
              <a:gd name="connsiteX136" fmla="*/ 57883 w 4291342"/>
              <a:gd name="connsiteY136" fmla="*/ 552184 h 1179716"/>
              <a:gd name="connsiteX137" fmla="*/ 51577 w 4291342"/>
              <a:gd name="connsiteY137" fmla="*/ 514346 h 1179716"/>
              <a:gd name="connsiteX138" fmla="*/ 38964 w 4291342"/>
              <a:gd name="connsiteY138" fmla="*/ 419753 h 1179716"/>
              <a:gd name="connsiteX139" fmla="*/ 32658 w 4291342"/>
              <a:gd name="connsiteY139" fmla="*/ 394528 h 1179716"/>
              <a:gd name="connsiteX140" fmla="*/ 26352 w 4291342"/>
              <a:gd name="connsiteY140" fmla="*/ 356691 h 1179716"/>
              <a:gd name="connsiteX141" fmla="*/ 20046 w 4291342"/>
              <a:gd name="connsiteY141" fmla="*/ 331466 h 1179716"/>
              <a:gd name="connsiteX142" fmla="*/ 7433 w 4291342"/>
              <a:gd name="connsiteY142" fmla="*/ 249486 h 1179716"/>
              <a:gd name="connsiteX143" fmla="*/ 1127 w 4291342"/>
              <a:gd name="connsiteY143" fmla="*/ 224261 h 1179716"/>
              <a:gd name="connsiteX144" fmla="*/ 7433 w 4291342"/>
              <a:gd name="connsiteY144" fmla="*/ 16156 h 1179716"/>
              <a:gd name="connsiteX0" fmla="*/ 7433 w 4260894"/>
              <a:gd name="connsiteY0" fmla="*/ 16156 h 1179716"/>
              <a:gd name="connsiteX1" fmla="*/ 7433 w 4260894"/>
              <a:gd name="connsiteY1" fmla="*/ 16156 h 1179716"/>
              <a:gd name="connsiteX2" fmla="*/ 83108 w 4260894"/>
              <a:gd name="connsiteY2" fmla="*/ 91831 h 1179716"/>
              <a:gd name="connsiteX3" fmla="*/ 108333 w 4260894"/>
              <a:gd name="connsiteY3" fmla="*/ 98137 h 1179716"/>
              <a:gd name="connsiteX4" fmla="*/ 146170 w 4260894"/>
              <a:gd name="connsiteY4" fmla="*/ 117055 h 1179716"/>
              <a:gd name="connsiteX5" fmla="*/ 436255 w 4260894"/>
              <a:gd name="connsiteY5" fmla="*/ 117055 h 1179716"/>
              <a:gd name="connsiteX6" fmla="*/ 461480 w 4260894"/>
              <a:gd name="connsiteY6" fmla="*/ 110749 h 1179716"/>
              <a:gd name="connsiteX7" fmla="*/ 600217 w 4260894"/>
              <a:gd name="connsiteY7" fmla="*/ 98137 h 1179716"/>
              <a:gd name="connsiteX8" fmla="*/ 675891 w 4260894"/>
              <a:gd name="connsiteY8" fmla="*/ 85524 h 1179716"/>
              <a:gd name="connsiteX9" fmla="*/ 789403 w 4260894"/>
              <a:gd name="connsiteY9" fmla="*/ 60300 h 1179716"/>
              <a:gd name="connsiteX10" fmla="*/ 814628 w 4260894"/>
              <a:gd name="connsiteY10" fmla="*/ 53993 h 1179716"/>
              <a:gd name="connsiteX11" fmla="*/ 902915 w 4260894"/>
              <a:gd name="connsiteY11" fmla="*/ 41381 h 1179716"/>
              <a:gd name="connsiteX12" fmla="*/ 934446 w 4260894"/>
              <a:gd name="connsiteY12" fmla="*/ 35075 h 1179716"/>
              <a:gd name="connsiteX13" fmla="*/ 1060570 w 4260894"/>
              <a:gd name="connsiteY13" fmla="*/ 28768 h 1179716"/>
              <a:gd name="connsiteX14" fmla="*/ 1136244 w 4260894"/>
              <a:gd name="connsiteY14" fmla="*/ 22462 h 1179716"/>
              <a:gd name="connsiteX15" fmla="*/ 1262369 w 4260894"/>
              <a:gd name="connsiteY15" fmla="*/ 28768 h 1179716"/>
              <a:gd name="connsiteX16" fmla="*/ 1306512 w 4260894"/>
              <a:gd name="connsiteY16" fmla="*/ 41381 h 1179716"/>
              <a:gd name="connsiteX17" fmla="*/ 1338043 w 4260894"/>
              <a:gd name="connsiteY17" fmla="*/ 53993 h 1179716"/>
              <a:gd name="connsiteX18" fmla="*/ 1356962 w 4260894"/>
              <a:gd name="connsiteY18" fmla="*/ 66606 h 1179716"/>
              <a:gd name="connsiteX19" fmla="*/ 1394799 w 4260894"/>
              <a:gd name="connsiteY19" fmla="*/ 79218 h 1179716"/>
              <a:gd name="connsiteX20" fmla="*/ 1413718 w 4260894"/>
              <a:gd name="connsiteY20" fmla="*/ 91831 h 1179716"/>
              <a:gd name="connsiteX21" fmla="*/ 1451555 w 4260894"/>
              <a:gd name="connsiteY21" fmla="*/ 104443 h 1179716"/>
              <a:gd name="connsiteX22" fmla="*/ 1489392 w 4260894"/>
              <a:gd name="connsiteY22" fmla="*/ 123362 h 1179716"/>
              <a:gd name="connsiteX23" fmla="*/ 1508311 w 4260894"/>
              <a:gd name="connsiteY23" fmla="*/ 135974 h 1179716"/>
              <a:gd name="connsiteX24" fmla="*/ 1539842 w 4260894"/>
              <a:gd name="connsiteY24" fmla="*/ 142280 h 1179716"/>
              <a:gd name="connsiteX25" fmla="*/ 1558760 w 4260894"/>
              <a:gd name="connsiteY25" fmla="*/ 148586 h 1179716"/>
              <a:gd name="connsiteX26" fmla="*/ 1583985 w 4260894"/>
              <a:gd name="connsiteY26" fmla="*/ 154893 h 1179716"/>
              <a:gd name="connsiteX27" fmla="*/ 1602904 w 4260894"/>
              <a:gd name="connsiteY27" fmla="*/ 161199 h 1179716"/>
              <a:gd name="connsiteX28" fmla="*/ 1697497 w 4260894"/>
              <a:gd name="connsiteY28" fmla="*/ 180117 h 1179716"/>
              <a:gd name="connsiteX29" fmla="*/ 2094788 w 4260894"/>
              <a:gd name="connsiteY29" fmla="*/ 173811 h 1179716"/>
              <a:gd name="connsiteX30" fmla="*/ 2138931 w 4260894"/>
              <a:gd name="connsiteY30" fmla="*/ 167505 h 1179716"/>
              <a:gd name="connsiteX31" fmla="*/ 2220912 w 4260894"/>
              <a:gd name="connsiteY31" fmla="*/ 154893 h 1179716"/>
              <a:gd name="connsiteX32" fmla="*/ 2271362 w 4260894"/>
              <a:gd name="connsiteY32" fmla="*/ 135974 h 1179716"/>
              <a:gd name="connsiteX33" fmla="*/ 2321811 w 4260894"/>
              <a:gd name="connsiteY33" fmla="*/ 123362 h 1179716"/>
              <a:gd name="connsiteX34" fmla="*/ 2384873 w 4260894"/>
              <a:gd name="connsiteY34" fmla="*/ 85524 h 1179716"/>
              <a:gd name="connsiteX35" fmla="*/ 2447935 w 4260894"/>
              <a:gd name="connsiteY35" fmla="*/ 60300 h 1179716"/>
              <a:gd name="connsiteX36" fmla="*/ 2492079 w 4260894"/>
              <a:gd name="connsiteY36" fmla="*/ 47687 h 1179716"/>
              <a:gd name="connsiteX37" fmla="*/ 2542529 w 4260894"/>
              <a:gd name="connsiteY37" fmla="*/ 28768 h 1179716"/>
              <a:gd name="connsiteX38" fmla="*/ 2712796 w 4260894"/>
              <a:gd name="connsiteY38" fmla="*/ 22462 h 1179716"/>
              <a:gd name="connsiteX39" fmla="*/ 2883064 w 4260894"/>
              <a:gd name="connsiteY39" fmla="*/ 28768 h 1179716"/>
              <a:gd name="connsiteX40" fmla="*/ 2939820 w 4260894"/>
              <a:gd name="connsiteY40" fmla="*/ 41381 h 1179716"/>
              <a:gd name="connsiteX41" fmla="*/ 2958738 w 4260894"/>
              <a:gd name="connsiteY41" fmla="*/ 47687 h 1179716"/>
              <a:gd name="connsiteX42" fmla="*/ 3015494 w 4260894"/>
              <a:gd name="connsiteY42" fmla="*/ 53993 h 1179716"/>
              <a:gd name="connsiteX43" fmla="*/ 3059638 w 4260894"/>
              <a:gd name="connsiteY43" fmla="*/ 66606 h 1179716"/>
              <a:gd name="connsiteX44" fmla="*/ 3110087 w 4260894"/>
              <a:gd name="connsiteY44" fmla="*/ 79218 h 1179716"/>
              <a:gd name="connsiteX45" fmla="*/ 3166843 w 4260894"/>
              <a:gd name="connsiteY45" fmla="*/ 98137 h 1179716"/>
              <a:gd name="connsiteX46" fmla="*/ 3204680 w 4260894"/>
              <a:gd name="connsiteY46" fmla="*/ 104443 h 1179716"/>
              <a:gd name="connsiteX47" fmla="*/ 3242518 w 4260894"/>
              <a:gd name="connsiteY47" fmla="*/ 117055 h 1179716"/>
              <a:gd name="connsiteX48" fmla="*/ 3261436 w 4260894"/>
              <a:gd name="connsiteY48" fmla="*/ 123362 h 1179716"/>
              <a:gd name="connsiteX49" fmla="*/ 3299273 w 4260894"/>
              <a:gd name="connsiteY49" fmla="*/ 129668 h 1179716"/>
              <a:gd name="connsiteX50" fmla="*/ 3551522 w 4260894"/>
              <a:gd name="connsiteY50" fmla="*/ 123362 h 1179716"/>
              <a:gd name="connsiteX51" fmla="*/ 3595665 w 4260894"/>
              <a:gd name="connsiteY51" fmla="*/ 104443 h 1179716"/>
              <a:gd name="connsiteX52" fmla="*/ 3627196 w 4260894"/>
              <a:gd name="connsiteY52" fmla="*/ 98137 h 1179716"/>
              <a:gd name="connsiteX53" fmla="*/ 3665033 w 4260894"/>
              <a:gd name="connsiteY53" fmla="*/ 85524 h 1179716"/>
              <a:gd name="connsiteX54" fmla="*/ 3677646 w 4260894"/>
              <a:gd name="connsiteY54" fmla="*/ 72912 h 1179716"/>
              <a:gd name="connsiteX55" fmla="*/ 3702871 w 4260894"/>
              <a:gd name="connsiteY55" fmla="*/ 66606 h 1179716"/>
              <a:gd name="connsiteX56" fmla="*/ 3721789 w 4260894"/>
              <a:gd name="connsiteY56" fmla="*/ 60300 h 1179716"/>
              <a:gd name="connsiteX57" fmla="*/ 3740708 w 4260894"/>
              <a:gd name="connsiteY57" fmla="*/ 47687 h 1179716"/>
              <a:gd name="connsiteX58" fmla="*/ 3816382 w 4260894"/>
              <a:gd name="connsiteY58" fmla="*/ 16156 h 1179716"/>
              <a:gd name="connsiteX59" fmla="*/ 3866832 w 4260894"/>
              <a:gd name="connsiteY59" fmla="*/ 9850 h 1179716"/>
              <a:gd name="connsiteX60" fmla="*/ 3885751 w 4260894"/>
              <a:gd name="connsiteY60" fmla="*/ 3544 h 1179716"/>
              <a:gd name="connsiteX61" fmla="*/ 4232592 w 4260894"/>
              <a:gd name="connsiteY61" fmla="*/ 16156 h 1179716"/>
              <a:gd name="connsiteX62" fmla="*/ 4251511 w 4260894"/>
              <a:gd name="connsiteY62" fmla="*/ 35075 h 1179716"/>
              <a:gd name="connsiteX63" fmla="*/ 4257817 w 4260894"/>
              <a:gd name="connsiteY63" fmla="*/ 60300 h 1179716"/>
              <a:gd name="connsiteX64" fmla="*/ 4245204 w 4260894"/>
              <a:gd name="connsiteY64" fmla="*/ 142280 h 1179716"/>
              <a:gd name="connsiteX65" fmla="*/ 4232592 w 4260894"/>
              <a:gd name="connsiteY65" fmla="*/ 217955 h 1179716"/>
              <a:gd name="connsiteX66" fmla="*/ 4226286 w 4260894"/>
              <a:gd name="connsiteY66" fmla="*/ 243180 h 1179716"/>
              <a:gd name="connsiteX67" fmla="*/ 4207367 w 4260894"/>
              <a:gd name="connsiteY67" fmla="*/ 274711 h 1179716"/>
              <a:gd name="connsiteX68" fmla="*/ 4188449 w 4260894"/>
              <a:gd name="connsiteY68" fmla="*/ 394528 h 1179716"/>
              <a:gd name="connsiteX69" fmla="*/ 4182142 w 4260894"/>
              <a:gd name="connsiteY69" fmla="*/ 413447 h 1179716"/>
              <a:gd name="connsiteX70" fmla="*/ 4188449 w 4260894"/>
              <a:gd name="connsiteY70" fmla="*/ 583715 h 1179716"/>
              <a:gd name="connsiteX71" fmla="*/ 4201061 w 4260894"/>
              <a:gd name="connsiteY71" fmla="*/ 602633 h 1179716"/>
              <a:gd name="connsiteX72" fmla="*/ 4207367 w 4260894"/>
              <a:gd name="connsiteY72" fmla="*/ 634164 h 1179716"/>
              <a:gd name="connsiteX73" fmla="*/ 4232592 w 4260894"/>
              <a:gd name="connsiteY73" fmla="*/ 672002 h 1179716"/>
              <a:gd name="connsiteX74" fmla="*/ 4251511 w 4260894"/>
              <a:gd name="connsiteY74" fmla="*/ 735064 h 1179716"/>
              <a:gd name="connsiteX75" fmla="*/ 4257817 w 4260894"/>
              <a:gd name="connsiteY75" fmla="*/ 753982 h 1179716"/>
              <a:gd name="connsiteX76" fmla="*/ 4197935 w 4260894"/>
              <a:gd name="connsiteY76" fmla="*/ 1129001 h 1179716"/>
              <a:gd name="connsiteX77" fmla="*/ 4037100 w 4260894"/>
              <a:gd name="connsiteY77" fmla="*/ 1094517 h 1179716"/>
              <a:gd name="connsiteX78" fmla="*/ 3992956 w 4260894"/>
              <a:gd name="connsiteY78" fmla="*/ 1081905 h 1179716"/>
              <a:gd name="connsiteX79" fmla="*/ 3929894 w 4260894"/>
              <a:gd name="connsiteY79" fmla="*/ 1062986 h 1179716"/>
              <a:gd name="connsiteX80" fmla="*/ 3885751 w 4260894"/>
              <a:gd name="connsiteY80" fmla="*/ 1056680 h 1179716"/>
              <a:gd name="connsiteX81" fmla="*/ 3860526 w 4260894"/>
              <a:gd name="connsiteY81" fmla="*/ 1050374 h 1179716"/>
              <a:gd name="connsiteX82" fmla="*/ 3822689 w 4260894"/>
              <a:gd name="connsiteY82" fmla="*/ 1044068 h 1179716"/>
              <a:gd name="connsiteX83" fmla="*/ 3784851 w 4260894"/>
              <a:gd name="connsiteY83" fmla="*/ 1031455 h 1179716"/>
              <a:gd name="connsiteX84" fmla="*/ 3683952 w 4260894"/>
              <a:gd name="connsiteY84" fmla="*/ 1018843 h 1179716"/>
              <a:gd name="connsiteX85" fmla="*/ 3545215 w 4260894"/>
              <a:gd name="connsiteY85" fmla="*/ 1006231 h 1179716"/>
              <a:gd name="connsiteX86" fmla="*/ 2927207 w 4260894"/>
              <a:gd name="connsiteY86" fmla="*/ 1018843 h 1179716"/>
              <a:gd name="connsiteX87" fmla="*/ 2908289 w 4260894"/>
              <a:gd name="connsiteY87" fmla="*/ 1025149 h 1179716"/>
              <a:gd name="connsiteX88" fmla="*/ 2876758 w 4260894"/>
              <a:gd name="connsiteY88" fmla="*/ 1037762 h 1179716"/>
              <a:gd name="connsiteX89" fmla="*/ 2845226 w 4260894"/>
              <a:gd name="connsiteY89" fmla="*/ 1044068 h 1179716"/>
              <a:gd name="connsiteX90" fmla="*/ 2788471 w 4260894"/>
              <a:gd name="connsiteY90" fmla="*/ 1062986 h 1179716"/>
              <a:gd name="connsiteX91" fmla="*/ 2756940 w 4260894"/>
              <a:gd name="connsiteY91" fmla="*/ 1075599 h 1179716"/>
              <a:gd name="connsiteX92" fmla="*/ 2693878 w 4260894"/>
              <a:gd name="connsiteY92" fmla="*/ 1094517 h 1179716"/>
              <a:gd name="connsiteX93" fmla="*/ 2674959 w 4260894"/>
              <a:gd name="connsiteY93" fmla="*/ 1100824 h 1179716"/>
              <a:gd name="connsiteX94" fmla="*/ 2643428 w 4260894"/>
              <a:gd name="connsiteY94" fmla="*/ 1113436 h 1179716"/>
              <a:gd name="connsiteX95" fmla="*/ 2611897 w 4260894"/>
              <a:gd name="connsiteY95" fmla="*/ 1119742 h 1179716"/>
              <a:gd name="connsiteX96" fmla="*/ 2536222 w 4260894"/>
              <a:gd name="connsiteY96" fmla="*/ 1138661 h 1179716"/>
              <a:gd name="connsiteX97" fmla="*/ 2517304 w 4260894"/>
              <a:gd name="connsiteY97" fmla="*/ 1151273 h 1179716"/>
              <a:gd name="connsiteX98" fmla="*/ 2447935 w 4260894"/>
              <a:gd name="connsiteY98" fmla="*/ 1163886 h 1179716"/>
              <a:gd name="connsiteX99" fmla="*/ 2126319 w 4260894"/>
              <a:gd name="connsiteY99" fmla="*/ 1151273 h 1179716"/>
              <a:gd name="connsiteX100" fmla="*/ 2075869 w 4260894"/>
              <a:gd name="connsiteY100" fmla="*/ 1138661 h 1179716"/>
              <a:gd name="connsiteX101" fmla="*/ 2044338 w 4260894"/>
              <a:gd name="connsiteY101" fmla="*/ 1126048 h 1179716"/>
              <a:gd name="connsiteX102" fmla="*/ 2000195 w 4260894"/>
              <a:gd name="connsiteY102" fmla="*/ 1119742 h 1179716"/>
              <a:gd name="connsiteX103" fmla="*/ 1956051 w 4260894"/>
              <a:gd name="connsiteY103" fmla="*/ 1107130 h 1179716"/>
              <a:gd name="connsiteX104" fmla="*/ 1924520 w 4260894"/>
              <a:gd name="connsiteY104" fmla="*/ 1100824 h 1179716"/>
              <a:gd name="connsiteX105" fmla="*/ 1848846 w 4260894"/>
              <a:gd name="connsiteY105" fmla="*/ 1075599 h 1179716"/>
              <a:gd name="connsiteX106" fmla="*/ 1823621 w 4260894"/>
              <a:gd name="connsiteY106" fmla="*/ 1069293 h 1179716"/>
              <a:gd name="connsiteX107" fmla="*/ 1798396 w 4260894"/>
              <a:gd name="connsiteY107" fmla="*/ 1056680 h 1179716"/>
              <a:gd name="connsiteX108" fmla="*/ 1741640 w 4260894"/>
              <a:gd name="connsiteY108" fmla="*/ 1044068 h 1179716"/>
              <a:gd name="connsiteX109" fmla="*/ 1665966 w 4260894"/>
              <a:gd name="connsiteY109" fmla="*/ 1031455 h 1179716"/>
              <a:gd name="connsiteX110" fmla="*/ 1590291 w 4260894"/>
              <a:gd name="connsiteY110" fmla="*/ 1012537 h 1179716"/>
              <a:gd name="connsiteX111" fmla="*/ 1546148 w 4260894"/>
              <a:gd name="connsiteY111" fmla="*/ 999924 h 1179716"/>
              <a:gd name="connsiteX112" fmla="*/ 1483086 w 4260894"/>
              <a:gd name="connsiteY112" fmla="*/ 993618 h 1179716"/>
              <a:gd name="connsiteX113" fmla="*/ 1438942 w 4260894"/>
              <a:gd name="connsiteY113" fmla="*/ 987312 h 1179716"/>
              <a:gd name="connsiteX114" fmla="*/ 1319124 w 4260894"/>
              <a:gd name="connsiteY114" fmla="*/ 968393 h 1179716"/>
              <a:gd name="connsiteX115" fmla="*/ 1129938 w 4260894"/>
              <a:gd name="connsiteY115" fmla="*/ 974700 h 1179716"/>
              <a:gd name="connsiteX116" fmla="*/ 1073182 w 4260894"/>
              <a:gd name="connsiteY116" fmla="*/ 981006 h 1179716"/>
              <a:gd name="connsiteX117" fmla="*/ 984895 w 4260894"/>
              <a:gd name="connsiteY117" fmla="*/ 987312 h 1179716"/>
              <a:gd name="connsiteX118" fmla="*/ 896609 w 4260894"/>
              <a:gd name="connsiteY118" fmla="*/ 1006231 h 1179716"/>
              <a:gd name="connsiteX119" fmla="*/ 871384 w 4260894"/>
              <a:gd name="connsiteY119" fmla="*/ 1018843 h 1179716"/>
              <a:gd name="connsiteX120" fmla="*/ 827240 w 4260894"/>
              <a:gd name="connsiteY120" fmla="*/ 1025149 h 1179716"/>
              <a:gd name="connsiteX121" fmla="*/ 694810 w 4260894"/>
              <a:gd name="connsiteY121" fmla="*/ 1044068 h 1179716"/>
              <a:gd name="connsiteX122" fmla="*/ 574992 w 4260894"/>
              <a:gd name="connsiteY122" fmla="*/ 1062986 h 1179716"/>
              <a:gd name="connsiteX123" fmla="*/ 556073 w 4260894"/>
              <a:gd name="connsiteY123" fmla="*/ 1069293 h 1179716"/>
              <a:gd name="connsiteX124" fmla="*/ 442562 w 4260894"/>
              <a:gd name="connsiteY124" fmla="*/ 1081905 h 1179716"/>
              <a:gd name="connsiteX125" fmla="*/ 404724 w 4260894"/>
              <a:gd name="connsiteY125" fmla="*/ 1088211 h 1179716"/>
              <a:gd name="connsiteX126" fmla="*/ 354275 w 4260894"/>
              <a:gd name="connsiteY126" fmla="*/ 1100824 h 1179716"/>
              <a:gd name="connsiteX127" fmla="*/ 322744 w 4260894"/>
              <a:gd name="connsiteY127" fmla="*/ 1107130 h 1179716"/>
              <a:gd name="connsiteX128" fmla="*/ 272294 w 4260894"/>
              <a:gd name="connsiteY128" fmla="*/ 1126048 h 1179716"/>
              <a:gd name="connsiteX129" fmla="*/ 247069 w 4260894"/>
              <a:gd name="connsiteY129" fmla="*/ 1132355 h 1179716"/>
              <a:gd name="connsiteX130" fmla="*/ 202926 w 4260894"/>
              <a:gd name="connsiteY130" fmla="*/ 1144967 h 1179716"/>
              <a:gd name="connsiteX131" fmla="*/ 32658 w 4260894"/>
              <a:gd name="connsiteY131" fmla="*/ 1138661 h 1179716"/>
              <a:gd name="connsiteX132" fmla="*/ 38964 w 4260894"/>
              <a:gd name="connsiteY132" fmla="*/ 949475 h 1179716"/>
              <a:gd name="connsiteX133" fmla="*/ 51577 w 4260894"/>
              <a:gd name="connsiteY133" fmla="*/ 911637 h 1179716"/>
              <a:gd name="connsiteX134" fmla="*/ 57883 w 4260894"/>
              <a:gd name="connsiteY134" fmla="*/ 880106 h 1179716"/>
              <a:gd name="connsiteX135" fmla="*/ 64189 w 4260894"/>
              <a:gd name="connsiteY135" fmla="*/ 854882 h 1179716"/>
              <a:gd name="connsiteX136" fmla="*/ 57883 w 4260894"/>
              <a:gd name="connsiteY136" fmla="*/ 552184 h 1179716"/>
              <a:gd name="connsiteX137" fmla="*/ 51577 w 4260894"/>
              <a:gd name="connsiteY137" fmla="*/ 514346 h 1179716"/>
              <a:gd name="connsiteX138" fmla="*/ 38964 w 4260894"/>
              <a:gd name="connsiteY138" fmla="*/ 419753 h 1179716"/>
              <a:gd name="connsiteX139" fmla="*/ 32658 w 4260894"/>
              <a:gd name="connsiteY139" fmla="*/ 394528 h 1179716"/>
              <a:gd name="connsiteX140" fmla="*/ 26352 w 4260894"/>
              <a:gd name="connsiteY140" fmla="*/ 356691 h 1179716"/>
              <a:gd name="connsiteX141" fmla="*/ 20046 w 4260894"/>
              <a:gd name="connsiteY141" fmla="*/ 331466 h 1179716"/>
              <a:gd name="connsiteX142" fmla="*/ 7433 w 4260894"/>
              <a:gd name="connsiteY142" fmla="*/ 249486 h 1179716"/>
              <a:gd name="connsiteX143" fmla="*/ 1127 w 4260894"/>
              <a:gd name="connsiteY143" fmla="*/ 224261 h 1179716"/>
              <a:gd name="connsiteX144" fmla="*/ 7433 w 4260894"/>
              <a:gd name="connsiteY144" fmla="*/ 16156 h 1179716"/>
              <a:gd name="connsiteX0" fmla="*/ 7433 w 4257817"/>
              <a:gd name="connsiteY0" fmla="*/ 16156 h 1179716"/>
              <a:gd name="connsiteX1" fmla="*/ 7433 w 4257817"/>
              <a:gd name="connsiteY1" fmla="*/ 16156 h 1179716"/>
              <a:gd name="connsiteX2" fmla="*/ 83108 w 4257817"/>
              <a:gd name="connsiteY2" fmla="*/ 91831 h 1179716"/>
              <a:gd name="connsiteX3" fmla="*/ 108333 w 4257817"/>
              <a:gd name="connsiteY3" fmla="*/ 98137 h 1179716"/>
              <a:gd name="connsiteX4" fmla="*/ 146170 w 4257817"/>
              <a:gd name="connsiteY4" fmla="*/ 117055 h 1179716"/>
              <a:gd name="connsiteX5" fmla="*/ 436255 w 4257817"/>
              <a:gd name="connsiteY5" fmla="*/ 117055 h 1179716"/>
              <a:gd name="connsiteX6" fmla="*/ 461480 w 4257817"/>
              <a:gd name="connsiteY6" fmla="*/ 110749 h 1179716"/>
              <a:gd name="connsiteX7" fmla="*/ 600217 w 4257817"/>
              <a:gd name="connsiteY7" fmla="*/ 98137 h 1179716"/>
              <a:gd name="connsiteX8" fmla="*/ 675891 w 4257817"/>
              <a:gd name="connsiteY8" fmla="*/ 85524 h 1179716"/>
              <a:gd name="connsiteX9" fmla="*/ 789403 w 4257817"/>
              <a:gd name="connsiteY9" fmla="*/ 60300 h 1179716"/>
              <a:gd name="connsiteX10" fmla="*/ 814628 w 4257817"/>
              <a:gd name="connsiteY10" fmla="*/ 53993 h 1179716"/>
              <a:gd name="connsiteX11" fmla="*/ 902915 w 4257817"/>
              <a:gd name="connsiteY11" fmla="*/ 41381 h 1179716"/>
              <a:gd name="connsiteX12" fmla="*/ 934446 w 4257817"/>
              <a:gd name="connsiteY12" fmla="*/ 35075 h 1179716"/>
              <a:gd name="connsiteX13" fmla="*/ 1060570 w 4257817"/>
              <a:gd name="connsiteY13" fmla="*/ 28768 h 1179716"/>
              <a:gd name="connsiteX14" fmla="*/ 1136244 w 4257817"/>
              <a:gd name="connsiteY14" fmla="*/ 22462 h 1179716"/>
              <a:gd name="connsiteX15" fmla="*/ 1262369 w 4257817"/>
              <a:gd name="connsiteY15" fmla="*/ 28768 h 1179716"/>
              <a:gd name="connsiteX16" fmla="*/ 1306512 w 4257817"/>
              <a:gd name="connsiteY16" fmla="*/ 41381 h 1179716"/>
              <a:gd name="connsiteX17" fmla="*/ 1338043 w 4257817"/>
              <a:gd name="connsiteY17" fmla="*/ 53993 h 1179716"/>
              <a:gd name="connsiteX18" fmla="*/ 1356962 w 4257817"/>
              <a:gd name="connsiteY18" fmla="*/ 66606 h 1179716"/>
              <a:gd name="connsiteX19" fmla="*/ 1394799 w 4257817"/>
              <a:gd name="connsiteY19" fmla="*/ 79218 h 1179716"/>
              <a:gd name="connsiteX20" fmla="*/ 1413718 w 4257817"/>
              <a:gd name="connsiteY20" fmla="*/ 91831 h 1179716"/>
              <a:gd name="connsiteX21" fmla="*/ 1451555 w 4257817"/>
              <a:gd name="connsiteY21" fmla="*/ 104443 h 1179716"/>
              <a:gd name="connsiteX22" fmla="*/ 1489392 w 4257817"/>
              <a:gd name="connsiteY22" fmla="*/ 123362 h 1179716"/>
              <a:gd name="connsiteX23" fmla="*/ 1508311 w 4257817"/>
              <a:gd name="connsiteY23" fmla="*/ 135974 h 1179716"/>
              <a:gd name="connsiteX24" fmla="*/ 1539842 w 4257817"/>
              <a:gd name="connsiteY24" fmla="*/ 142280 h 1179716"/>
              <a:gd name="connsiteX25" fmla="*/ 1558760 w 4257817"/>
              <a:gd name="connsiteY25" fmla="*/ 148586 h 1179716"/>
              <a:gd name="connsiteX26" fmla="*/ 1583985 w 4257817"/>
              <a:gd name="connsiteY26" fmla="*/ 154893 h 1179716"/>
              <a:gd name="connsiteX27" fmla="*/ 1602904 w 4257817"/>
              <a:gd name="connsiteY27" fmla="*/ 161199 h 1179716"/>
              <a:gd name="connsiteX28" fmla="*/ 1697497 w 4257817"/>
              <a:gd name="connsiteY28" fmla="*/ 180117 h 1179716"/>
              <a:gd name="connsiteX29" fmla="*/ 2094788 w 4257817"/>
              <a:gd name="connsiteY29" fmla="*/ 173811 h 1179716"/>
              <a:gd name="connsiteX30" fmla="*/ 2138931 w 4257817"/>
              <a:gd name="connsiteY30" fmla="*/ 167505 h 1179716"/>
              <a:gd name="connsiteX31" fmla="*/ 2220912 w 4257817"/>
              <a:gd name="connsiteY31" fmla="*/ 154893 h 1179716"/>
              <a:gd name="connsiteX32" fmla="*/ 2271362 w 4257817"/>
              <a:gd name="connsiteY32" fmla="*/ 135974 h 1179716"/>
              <a:gd name="connsiteX33" fmla="*/ 2321811 w 4257817"/>
              <a:gd name="connsiteY33" fmla="*/ 123362 h 1179716"/>
              <a:gd name="connsiteX34" fmla="*/ 2384873 w 4257817"/>
              <a:gd name="connsiteY34" fmla="*/ 85524 h 1179716"/>
              <a:gd name="connsiteX35" fmla="*/ 2447935 w 4257817"/>
              <a:gd name="connsiteY35" fmla="*/ 60300 h 1179716"/>
              <a:gd name="connsiteX36" fmla="*/ 2492079 w 4257817"/>
              <a:gd name="connsiteY36" fmla="*/ 47687 h 1179716"/>
              <a:gd name="connsiteX37" fmla="*/ 2542529 w 4257817"/>
              <a:gd name="connsiteY37" fmla="*/ 28768 h 1179716"/>
              <a:gd name="connsiteX38" fmla="*/ 2712796 w 4257817"/>
              <a:gd name="connsiteY38" fmla="*/ 22462 h 1179716"/>
              <a:gd name="connsiteX39" fmla="*/ 2883064 w 4257817"/>
              <a:gd name="connsiteY39" fmla="*/ 28768 h 1179716"/>
              <a:gd name="connsiteX40" fmla="*/ 2939820 w 4257817"/>
              <a:gd name="connsiteY40" fmla="*/ 41381 h 1179716"/>
              <a:gd name="connsiteX41" fmla="*/ 2958738 w 4257817"/>
              <a:gd name="connsiteY41" fmla="*/ 47687 h 1179716"/>
              <a:gd name="connsiteX42" fmla="*/ 3015494 w 4257817"/>
              <a:gd name="connsiteY42" fmla="*/ 53993 h 1179716"/>
              <a:gd name="connsiteX43" fmla="*/ 3059638 w 4257817"/>
              <a:gd name="connsiteY43" fmla="*/ 66606 h 1179716"/>
              <a:gd name="connsiteX44" fmla="*/ 3110087 w 4257817"/>
              <a:gd name="connsiteY44" fmla="*/ 79218 h 1179716"/>
              <a:gd name="connsiteX45" fmla="*/ 3166843 w 4257817"/>
              <a:gd name="connsiteY45" fmla="*/ 98137 h 1179716"/>
              <a:gd name="connsiteX46" fmla="*/ 3204680 w 4257817"/>
              <a:gd name="connsiteY46" fmla="*/ 104443 h 1179716"/>
              <a:gd name="connsiteX47" fmla="*/ 3242518 w 4257817"/>
              <a:gd name="connsiteY47" fmla="*/ 117055 h 1179716"/>
              <a:gd name="connsiteX48" fmla="*/ 3261436 w 4257817"/>
              <a:gd name="connsiteY48" fmla="*/ 123362 h 1179716"/>
              <a:gd name="connsiteX49" fmla="*/ 3299273 w 4257817"/>
              <a:gd name="connsiteY49" fmla="*/ 129668 h 1179716"/>
              <a:gd name="connsiteX50" fmla="*/ 3551522 w 4257817"/>
              <a:gd name="connsiteY50" fmla="*/ 123362 h 1179716"/>
              <a:gd name="connsiteX51" fmla="*/ 3595665 w 4257817"/>
              <a:gd name="connsiteY51" fmla="*/ 104443 h 1179716"/>
              <a:gd name="connsiteX52" fmla="*/ 3627196 w 4257817"/>
              <a:gd name="connsiteY52" fmla="*/ 98137 h 1179716"/>
              <a:gd name="connsiteX53" fmla="*/ 3665033 w 4257817"/>
              <a:gd name="connsiteY53" fmla="*/ 85524 h 1179716"/>
              <a:gd name="connsiteX54" fmla="*/ 3677646 w 4257817"/>
              <a:gd name="connsiteY54" fmla="*/ 72912 h 1179716"/>
              <a:gd name="connsiteX55" fmla="*/ 3702871 w 4257817"/>
              <a:gd name="connsiteY55" fmla="*/ 66606 h 1179716"/>
              <a:gd name="connsiteX56" fmla="*/ 3721789 w 4257817"/>
              <a:gd name="connsiteY56" fmla="*/ 60300 h 1179716"/>
              <a:gd name="connsiteX57" fmla="*/ 3740708 w 4257817"/>
              <a:gd name="connsiteY57" fmla="*/ 47687 h 1179716"/>
              <a:gd name="connsiteX58" fmla="*/ 3816382 w 4257817"/>
              <a:gd name="connsiteY58" fmla="*/ 16156 h 1179716"/>
              <a:gd name="connsiteX59" fmla="*/ 3866832 w 4257817"/>
              <a:gd name="connsiteY59" fmla="*/ 9850 h 1179716"/>
              <a:gd name="connsiteX60" fmla="*/ 3885751 w 4257817"/>
              <a:gd name="connsiteY60" fmla="*/ 3544 h 1179716"/>
              <a:gd name="connsiteX61" fmla="*/ 4232592 w 4257817"/>
              <a:gd name="connsiteY61" fmla="*/ 16156 h 1179716"/>
              <a:gd name="connsiteX62" fmla="*/ 4251511 w 4257817"/>
              <a:gd name="connsiteY62" fmla="*/ 35075 h 1179716"/>
              <a:gd name="connsiteX63" fmla="*/ 4257817 w 4257817"/>
              <a:gd name="connsiteY63" fmla="*/ 60300 h 1179716"/>
              <a:gd name="connsiteX64" fmla="*/ 4245204 w 4257817"/>
              <a:gd name="connsiteY64" fmla="*/ 142280 h 1179716"/>
              <a:gd name="connsiteX65" fmla="*/ 4232592 w 4257817"/>
              <a:gd name="connsiteY65" fmla="*/ 217955 h 1179716"/>
              <a:gd name="connsiteX66" fmla="*/ 4226286 w 4257817"/>
              <a:gd name="connsiteY66" fmla="*/ 243180 h 1179716"/>
              <a:gd name="connsiteX67" fmla="*/ 4207367 w 4257817"/>
              <a:gd name="connsiteY67" fmla="*/ 274711 h 1179716"/>
              <a:gd name="connsiteX68" fmla="*/ 4188449 w 4257817"/>
              <a:gd name="connsiteY68" fmla="*/ 394528 h 1179716"/>
              <a:gd name="connsiteX69" fmla="*/ 4182142 w 4257817"/>
              <a:gd name="connsiteY69" fmla="*/ 413447 h 1179716"/>
              <a:gd name="connsiteX70" fmla="*/ 4188449 w 4257817"/>
              <a:gd name="connsiteY70" fmla="*/ 583715 h 1179716"/>
              <a:gd name="connsiteX71" fmla="*/ 4201061 w 4257817"/>
              <a:gd name="connsiteY71" fmla="*/ 602633 h 1179716"/>
              <a:gd name="connsiteX72" fmla="*/ 4207367 w 4257817"/>
              <a:gd name="connsiteY72" fmla="*/ 634164 h 1179716"/>
              <a:gd name="connsiteX73" fmla="*/ 4232592 w 4257817"/>
              <a:gd name="connsiteY73" fmla="*/ 672002 h 1179716"/>
              <a:gd name="connsiteX74" fmla="*/ 4251511 w 4257817"/>
              <a:gd name="connsiteY74" fmla="*/ 735064 h 1179716"/>
              <a:gd name="connsiteX75" fmla="*/ 4203262 w 4257817"/>
              <a:gd name="connsiteY75" fmla="*/ 791551 h 1179716"/>
              <a:gd name="connsiteX76" fmla="*/ 4197935 w 4257817"/>
              <a:gd name="connsiteY76" fmla="*/ 1129001 h 1179716"/>
              <a:gd name="connsiteX77" fmla="*/ 4037100 w 4257817"/>
              <a:gd name="connsiteY77" fmla="*/ 1094517 h 1179716"/>
              <a:gd name="connsiteX78" fmla="*/ 3992956 w 4257817"/>
              <a:gd name="connsiteY78" fmla="*/ 1081905 h 1179716"/>
              <a:gd name="connsiteX79" fmla="*/ 3929894 w 4257817"/>
              <a:gd name="connsiteY79" fmla="*/ 1062986 h 1179716"/>
              <a:gd name="connsiteX80" fmla="*/ 3885751 w 4257817"/>
              <a:gd name="connsiteY80" fmla="*/ 1056680 h 1179716"/>
              <a:gd name="connsiteX81" fmla="*/ 3860526 w 4257817"/>
              <a:gd name="connsiteY81" fmla="*/ 1050374 h 1179716"/>
              <a:gd name="connsiteX82" fmla="*/ 3822689 w 4257817"/>
              <a:gd name="connsiteY82" fmla="*/ 1044068 h 1179716"/>
              <a:gd name="connsiteX83" fmla="*/ 3784851 w 4257817"/>
              <a:gd name="connsiteY83" fmla="*/ 1031455 h 1179716"/>
              <a:gd name="connsiteX84" fmla="*/ 3683952 w 4257817"/>
              <a:gd name="connsiteY84" fmla="*/ 1018843 h 1179716"/>
              <a:gd name="connsiteX85" fmla="*/ 3545215 w 4257817"/>
              <a:gd name="connsiteY85" fmla="*/ 1006231 h 1179716"/>
              <a:gd name="connsiteX86" fmla="*/ 2927207 w 4257817"/>
              <a:gd name="connsiteY86" fmla="*/ 1018843 h 1179716"/>
              <a:gd name="connsiteX87" fmla="*/ 2908289 w 4257817"/>
              <a:gd name="connsiteY87" fmla="*/ 1025149 h 1179716"/>
              <a:gd name="connsiteX88" fmla="*/ 2876758 w 4257817"/>
              <a:gd name="connsiteY88" fmla="*/ 1037762 h 1179716"/>
              <a:gd name="connsiteX89" fmla="*/ 2845226 w 4257817"/>
              <a:gd name="connsiteY89" fmla="*/ 1044068 h 1179716"/>
              <a:gd name="connsiteX90" fmla="*/ 2788471 w 4257817"/>
              <a:gd name="connsiteY90" fmla="*/ 1062986 h 1179716"/>
              <a:gd name="connsiteX91" fmla="*/ 2756940 w 4257817"/>
              <a:gd name="connsiteY91" fmla="*/ 1075599 h 1179716"/>
              <a:gd name="connsiteX92" fmla="*/ 2693878 w 4257817"/>
              <a:gd name="connsiteY92" fmla="*/ 1094517 h 1179716"/>
              <a:gd name="connsiteX93" fmla="*/ 2674959 w 4257817"/>
              <a:gd name="connsiteY93" fmla="*/ 1100824 h 1179716"/>
              <a:gd name="connsiteX94" fmla="*/ 2643428 w 4257817"/>
              <a:gd name="connsiteY94" fmla="*/ 1113436 h 1179716"/>
              <a:gd name="connsiteX95" fmla="*/ 2611897 w 4257817"/>
              <a:gd name="connsiteY95" fmla="*/ 1119742 h 1179716"/>
              <a:gd name="connsiteX96" fmla="*/ 2536222 w 4257817"/>
              <a:gd name="connsiteY96" fmla="*/ 1138661 h 1179716"/>
              <a:gd name="connsiteX97" fmla="*/ 2517304 w 4257817"/>
              <a:gd name="connsiteY97" fmla="*/ 1151273 h 1179716"/>
              <a:gd name="connsiteX98" fmla="*/ 2447935 w 4257817"/>
              <a:gd name="connsiteY98" fmla="*/ 1163886 h 1179716"/>
              <a:gd name="connsiteX99" fmla="*/ 2126319 w 4257817"/>
              <a:gd name="connsiteY99" fmla="*/ 1151273 h 1179716"/>
              <a:gd name="connsiteX100" fmla="*/ 2075869 w 4257817"/>
              <a:gd name="connsiteY100" fmla="*/ 1138661 h 1179716"/>
              <a:gd name="connsiteX101" fmla="*/ 2044338 w 4257817"/>
              <a:gd name="connsiteY101" fmla="*/ 1126048 h 1179716"/>
              <a:gd name="connsiteX102" fmla="*/ 2000195 w 4257817"/>
              <a:gd name="connsiteY102" fmla="*/ 1119742 h 1179716"/>
              <a:gd name="connsiteX103" fmla="*/ 1956051 w 4257817"/>
              <a:gd name="connsiteY103" fmla="*/ 1107130 h 1179716"/>
              <a:gd name="connsiteX104" fmla="*/ 1924520 w 4257817"/>
              <a:gd name="connsiteY104" fmla="*/ 1100824 h 1179716"/>
              <a:gd name="connsiteX105" fmla="*/ 1848846 w 4257817"/>
              <a:gd name="connsiteY105" fmla="*/ 1075599 h 1179716"/>
              <a:gd name="connsiteX106" fmla="*/ 1823621 w 4257817"/>
              <a:gd name="connsiteY106" fmla="*/ 1069293 h 1179716"/>
              <a:gd name="connsiteX107" fmla="*/ 1798396 w 4257817"/>
              <a:gd name="connsiteY107" fmla="*/ 1056680 h 1179716"/>
              <a:gd name="connsiteX108" fmla="*/ 1741640 w 4257817"/>
              <a:gd name="connsiteY108" fmla="*/ 1044068 h 1179716"/>
              <a:gd name="connsiteX109" fmla="*/ 1665966 w 4257817"/>
              <a:gd name="connsiteY109" fmla="*/ 1031455 h 1179716"/>
              <a:gd name="connsiteX110" fmla="*/ 1590291 w 4257817"/>
              <a:gd name="connsiteY110" fmla="*/ 1012537 h 1179716"/>
              <a:gd name="connsiteX111" fmla="*/ 1546148 w 4257817"/>
              <a:gd name="connsiteY111" fmla="*/ 999924 h 1179716"/>
              <a:gd name="connsiteX112" fmla="*/ 1483086 w 4257817"/>
              <a:gd name="connsiteY112" fmla="*/ 993618 h 1179716"/>
              <a:gd name="connsiteX113" fmla="*/ 1438942 w 4257817"/>
              <a:gd name="connsiteY113" fmla="*/ 987312 h 1179716"/>
              <a:gd name="connsiteX114" fmla="*/ 1319124 w 4257817"/>
              <a:gd name="connsiteY114" fmla="*/ 968393 h 1179716"/>
              <a:gd name="connsiteX115" fmla="*/ 1129938 w 4257817"/>
              <a:gd name="connsiteY115" fmla="*/ 974700 h 1179716"/>
              <a:gd name="connsiteX116" fmla="*/ 1073182 w 4257817"/>
              <a:gd name="connsiteY116" fmla="*/ 981006 h 1179716"/>
              <a:gd name="connsiteX117" fmla="*/ 984895 w 4257817"/>
              <a:gd name="connsiteY117" fmla="*/ 987312 h 1179716"/>
              <a:gd name="connsiteX118" fmla="*/ 896609 w 4257817"/>
              <a:gd name="connsiteY118" fmla="*/ 1006231 h 1179716"/>
              <a:gd name="connsiteX119" fmla="*/ 871384 w 4257817"/>
              <a:gd name="connsiteY119" fmla="*/ 1018843 h 1179716"/>
              <a:gd name="connsiteX120" fmla="*/ 827240 w 4257817"/>
              <a:gd name="connsiteY120" fmla="*/ 1025149 h 1179716"/>
              <a:gd name="connsiteX121" fmla="*/ 694810 w 4257817"/>
              <a:gd name="connsiteY121" fmla="*/ 1044068 h 1179716"/>
              <a:gd name="connsiteX122" fmla="*/ 574992 w 4257817"/>
              <a:gd name="connsiteY122" fmla="*/ 1062986 h 1179716"/>
              <a:gd name="connsiteX123" fmla="*/ 556073 w 4257817"/>
              <a:gd name="connsiteY123" fmla="*/ 1069293 h 1179716"/>
              <a:gd name="connsiteX124" fmla="*/ 442562 w 4257817"/>
              <a:gd name="connsiteY124" fmla="*/ 1081905 h 1179716"/>
              <a:gd name="connsiteX125" fmla="*/ 404724 w 4257817"/>
              <a:gd name="connsiteY125" fmla="*/ 1088211 h 1179716"/>
              <a:gd name="connsiteX126" fmla="*/ 354275 w 4257817"/>
              <a:gd name="connsiteY126" fmla="*/ 1100824 h 1179716"/>
              <a:gd name="connsiteX127" fmla="*/ 322744 w 4257817"/>
              <a:gd name="connsiteY127" fmla="*/ 1107130 h 1179716"/>
              <a:gd name="connsiteX128" fmla="*/ 272294 w 4257817"/>
              <a:gd name="connsiteY128" fmla="*/ 1126048 h 1179716"/>
              <a:gd name="connsiteX129" fmla="*/ 247069 w 4257817"/>
              <a:gd name="connsiteY129" fmla="*/ 1132355 h 1179716"/>
              <a:gd name="connsiteX130" fmla="*/ 202926 w 4257817"/>
              <a:gd name="connsiteY130" fmla="*/ 1144967 h 1179716"/>
              <a:gd name="connsiteX131" fmla="*/ 32658 w 4257817"/>
              <a:gd name="connsiteY131" fmla="*/ 1138661 h 1179716"/>
              <a:gd name="connsiteX132" fmla="*/ 38964 w 4257817"/>
              <a:gd name="connsiteY132" fmla="*/ 949475 h 1179716"/>
              <a:gd name="connsiteX133" fmla="*/ 51577 w 4257817"/>
              <a:gd name="connsiteY133" fmla="*/ 911637 h 1179716"/>
              <a:gd name="connsiteX134" fmla="*/ 57883 w 4257817"/>
              <a:gd name="connsiteY134" fmla="*/ 880106 h 1179716"/>
              <a:gd name="connsiteX135" fmla="*/ 64189 w 4257817"/>
              <a:gd name="connsiteY135" fmla="*/ 854882 h 1179716"/>
              <a:gd name="connsiteX136" fmla="*/ 57883 w 4257817"/>
              <a:gd name="connsiteY136" fmla="*/ 552184 h 1179716"/>
              <a:gd name="connsiteX137" fmla="*/ 51577 w 4257817"/>
              <a:gd name="connsiteY137" fmla="*/ 514346 h 1179716"/>
              <a:gd name="connsiteX138" fmla="*/ 38964 w 4257817"/>
              <a:gd name="connsiteY138" fmla="*/ 419753 h 1179716"/>
              <a:gd name="connsiteX139" fmla="*/ 32658 w 4257817"/>
              <a:gd name="connsiteY139" fmla="*/ 394528 h 1179716"/>
              <a:gd name="connsiteX140" fmla="*/ 26352 w 4257817"/>
              <a:gd name="connsiteY140" fmla="*/ 356691 h 1179716"/>
              <a:gd name="connsiteX141" fmla="*/ 20046 w 4257817"/>
              <a:gd name="connsiteY141" fmla="*/ 331466 h 1179716"/>
              <a:gd name="connsiteX142" fmla="*/ 7433 w 4257817"/>
              <a:gd name="connsiteY142" fmla="*/ 249486 h 1179716"/>
              <a:gd name="connsiteX143" fmla="*/ 1127 w 4257817"/>
              <a:gd name="connsiteY143" fmla="*/ 224261 h 1179716"/>
              <a:gd name="connsiteX144" fmla="*/ 7433 w 4257817"/>
              <a:gd name="connsiteY144" fmla="*/ 16156 h 1179716"/>
              <a:gd name="connsiteX0" fmla="*/ 7433 w 4257817"/>
              <a:gd name="connsiteY0" fmla="*/ 16156 h 1179716"/>
              <a:gd name="connsiteX1" fmla="*/ 7433 w 4257817"/>
              <a:gd name="connsiteY1" fmla="*/ 16156 h 1179716"/>
              <a:gd name="connsiteX2" fmla="*/ 83108 w 4257817"/>
              <a:gd name="connsiteY2" fmla="*/ 91831 h 1179716"/>
              <a:gd name="connsiteX3" fmla="*/ 108333 w 4257817"/>
              <a:gd name="connsiteY3" fmla="*/ 98137 h 1179716"/>
              <a:gd name="connsiteX4" fmla="*/ 146170 w 4257817"/>
              <a:gd name="connsiteY4" fmla="*/ 117055 h 1179716"/>
              <a:gd name="connsiteX5" fmla="*/ 436255 w 4257817"/>
              <a:gd name="connsiteY5" fmla="*/ 117055 h 1179716"/>
              <a:gd name="connsiteX6" fmla="*/ 461480 w 4257817"/>
              <a:gd name="connsiteY6" fmla="*/ 110749 h 1179716"/>
              <a:gd name="connsiteX7" fmla="*/ 600217 w 4257817"/>
              <a:gd name="connsiteY7" fmla="*/ 98137 h 1179716"/>
              <a:gd name="connsiteX8" fmla="*/ 675891 w 4257817"/>
              <a:gd name="connsiteY8" fmla="*/ 85524 h 1179716"/>
              <a:gd name="connsiteX9" fmla="*/ 789403 w 4257817"/>
              <a:gd name="connsiteY9" fmla="*/ 60300 h 1179716"/>
              <a:gd name="connsiteX10" fmla="*/ 814628 w 4257817"/>
              <a:gd name="connsiteY10" fmla="*/ 53993 h 1179716"/>
              <a:gd name="connsiteX11" fmla="*/ 902915 w 4257817"/>
              <a:gd name="connsiteY11" fmla="*/ 41381 h 1179716"/>
              <a:gd name="connsiteX12" fmla="*/ 934446 w 4257817"/>
              <a:gd name="connsiteY12" fmla="*/ 35075 h 1179716"/>
              <a:gd name="connsiteX13" fmla="*/ 1060570 w 4257817"/>
              <a:gd name="connsiteY13" fmla="*/ 28768 h 1179716"/>
              <a:gd name="connsiteX14" fmla="*/ 1136244 w 4257817"/>
              <a:gd name="connsiteY14" fmla="*/ 22462 h 1179716"/>
              <a:gd name="connsiteX15" fmla="*/ 1262369 w 4257817"/>
              <a:gd name="connsiteY15" fmla="*/ 28768 h 1179716"/>
              <a:gd name="connsiteX16" fmla="*/ 1306512 w 4257817"/>
              <a:gd name="connsiteY16" fmla="*/ 41381 h 1179716"/>
              <a:gd name="connsiteX17" fmla="*/ 1338043 w 4257817"/>
              <a:gd name="connsiteY17" fmla="*/ 53993 h 1179716"/>
              <a:gd name="connsiteX18" fmla="*/ 1356962 w 4257817"/>
              <a:gd name="connsiteY18" fmla="*/ 66606 h 1179716"/>
              <a:gd name="connsiteX19" fmla="*/ 1394799 w 4257817"/>
              <a:gd name="connsiteY19" fmla="*/ 79218 h 1179716"/>
              <a:gd name="connsiteX20" fmla="*/ 1413718 w 4257817"/>
              <a:gd name="connsiteY20" fmla="*/ 91831 h 1179716"/>
              <a:gd name="connsiteX21" fmla="*/ 1451555 w 4257817"/>
              <a:gd name="connsiteY21" fmla="*/ 104443 h 1179716"/>
              <a:gd name="connsiteX22" fmla="*/ 1489392 w 4257817"/>
              <a:gd name="connsiteY22" fmla="*/ 123362 h 1179716"/>
              <a:gd name="connsiteX23" fmla="*/ 1508311 w 4257817"/>
              <a:gd name="connsiteY23" fmla="*/ 135974 h 1179716"/>
              <a:gd name="connsiteX24" fmla="*/ 1539842 w 4257817"/>
              <a:gd name="connsiteY24" fmla="*/ 142280 h 1179716"/>
              <a:gd name="connsiteX25" fmla="*/ 1558760 w 4257817"/>
              <a:gd name="connsiteY25" fmla="*/ 148586 h 1179716"/>
              <a:gd name="connsiteX26" fmla="*/ 1583985 w 4257817"/>
              <a:gd name="connsiteY26" fmla="*/ 154893 h 1179716"/>
              <a:gd name="connsiteX27" fmla="*/ 1602904 w 4257817"/>
              <a:gd name="connsiteY27" fmla="*/ 161199 h 1179716"/>
              <a:gd name="connsiteX28" fmla="*/ 1697497 w 4257817"/>
              <a:gd name="connsiteY28" fmla="*/ 180117 h 1179716"/>
              <a:gd name="connsiteX29" fmla="*/ 2094788 w 4257817"/>
              <a:gd name="connsiteY29" fmla="*/ 173811 h 1179716"/>
              <a:gd name="connsiteX30" fmla="*/ 2138931 w 4257817"/>
              <a:gd name="connsiteY30" fmla="*/ 167505 h 1179716"/>
              <a:gd name="connsiteX31" fmla="*/ 2220912 w 4257817"/>
              <a:gd name="connsiteY31" fmla="*/ 154893 h 1179716"/>
              <a:gd name="connsiteX32" fmla="*/ 2271362 w 4257817"/>
              <a:gd name="connsiteY32" fmla="*/ 135974 h 1179716"/>
              <a:gd name="connsiteX33" fmla="*/ 2321811 w 4257817"/>
              <a:gd name="connsiteY33" fmla="*/ 123362 h 1179716"/>
              <a:gd name="connsiteX34" fmla="*/ 2384873 w 4257817"/>
              <a:gd name="connsiteY34" fmla="*/ 85524 h 1179716"/>
              <a:gd name="connsiteX35" fmla="*/ 2447935 w 4257817"/>
              <a:gd name="connsiteY35" fmla="*/ 60300 h 1179716"/>
              <a:gd name="connsiteX36" fmla="*/ 2492079 w 4257817"/>
              <a:gd name="connsiteY36" fmla="*/ 47687 h 1179716"/>
              <a:gd name="connsiteX37" fmla="*/ 2542529 w 4257817"/>
              <a:gd name="connsiteY37" fmla="*/ 28768 h 1179716"/>
              <a:gd name="connsiteX38" fmla="*/ 2712796 w 4257817"/>
              <a:gd name="connsiteY38" fmla="*/ 22462 h 1179716"/>
              <a:gd name="connsiteX39" fmla="*/ 2883064 w 4257817"/>
              <a:gd name="connsiteY39" fmla="*/ 28768 h 1179716"/>
              <a:gd name="connsiteX40" fmla="*/ 2939820 w 4257817"/>
              <a:gd name="connsiteY40" fmla="*/ 41381 h 1179716"/>
              <a:gd name="connsiteX41" fmla="*/ 2958738 w 4257817"/>
              <a:gd name="connsiteY41" fmla="*/ 47687 h 1179716"/>
              <a:gd name="connsiteX42" fmla="*/ 3015494 w 4257817"/>
              <a:gd name="connsiteY42" fmla="*/ 53993 h 1179716"/>
              <a:gd name="connsiteX43" fmla="*/ 3059638 w 4257817"/>
              <a:gd name="connsiteY43" fmla="*/ 66606 h 1179716"/>
              <a:gd name="connsiteX44" fmla="*/ 3110087 w 4257817"/>
              <a:gd name="connsiteY44" fmla="*/ 79218 h 1179716"/>
              <a:gd name="connsiteX45" fmla="*/ 3166843 w 4257817"/>
              <a:gd name="connsiteY45" fmla="*/ 98137 h 1179716"/>
              <a:gd name="connsiteX46" fmla="*/ 3204680 w 4257817"/>
              <a:gd name="connsiteY46" fmla="*/ 104443 h 1179716"/>
              <a:gd name="connsiteX47" fmla="*/ 3242518 w 4257817"/>
              <a:gd name="connsiteY47" fmla="*/ 117055 h 1179716"/>
              <a:gd name="connsiteX48" fmla="*/ 3261436 w 4257817"/>
              <a:gd name="connsiteY48" fmla="*/ 123362 h 1179716"/>
              <a:gd name="connsiteX49" fmla="*/ 3299273 w 4257817"/>
              <a:gd name="connsiteY49" fmla="*/ 129668 h 1179716"/>
              <a:gd name="connsiteX50" fmla="*/ 3551522 w 4257817"/>
              <a:gd name="connsiteY50" fmla="*/ 123362 h 1179716"/>
              <a:gd name="connsiteX51" fmla="*/ 3595665 w 4257817"/>
              <a:gd name="connsiteY51" fmla="*/ 104443 h 1179716"/>
              <a:gd name="connsiteX52" fmla="*/ 3627196 w 4257817"/>
              <a:gd name="connsiteY52" fmla="*/ 98137 h 1179716"/>
              <a:gd name="connsiteX53" fmla="*/ 3665033 w 4257817"/>
              <a:gd name="connsiteY53" fmla="*/ 85524 h 1179716"/>
              <a:gd name="connsiteX54" fmla="*/ 3677646 w 4257817"/>
              <a:gd name="connsiteY54" fmla="*/ 72912 h 1179716"/>
              <a:gd name="connsiteX55" fmla="*/ 3702871 w 4257817"/>
              <a:gd name="connsiteY55" fmla="*/ 66606 h 1179716"/>
              <a:gd name="connsiteX56" fmla="*/ 3721789 w 4257817"/>
              <a:gd name="connsiteY56" fmla="*/ 60300 h 1179716"/>
              <a:gd name="connsiteX57" fmla="*/ 3740708 w 4257817"/>
              <a:gd name="connsiteY57" fmla="*/ 47687 h 1179716"/>
              <a:gd name="connsiteX58" fmla="*/ 3816382 w 4257817"/>
              <a:gd name="connsiteY58" fmla="*/ 16156 h 1179716"/>
              <a:gd name="connsiteX59" fmla="*/ 3866832 w 4257817"/>
              <a:gd name="connsiteY59" fmla="*/ 9850 h 1179716"/>
              <a:gd name="connsiteX60" fmla="*/ 3885751 w 4257817"/>
              <a:gd name="connsiteY60" fmla="*/ 3544 h 1179716"/>
              <a:gd name="connsiteX61" fmla="*/ 4232592 w 4257817"/>
              <a:gd name="connsiteY61" fmla="*/ 16156 h 1179716"/>
              <a:gd name="connsiteX62" fmla="*/ 4251511 w 4257817"/>
              <a:gd name="connsiteY62" fmla="*/ 35075 h 1179716"/>
              <a:gd name="connsiteX63" fmla="*/ 4257817 w 4257817"/>
              <a:gd name="connsiteY63" fmla="*/ 60300 h 1179716"/>
              <a:gd name="connsiteX64" fmla="*/ 4245204 w 4257817"/>
              <a:gd name="connsiteY64" fmla="*/ 142280 h 1179716"/>
              <a:gd name="connsiteX65" fmla="*/ 4232592 w 4257817"/>
              <a:gd name="connsiteY65" fmla="*/ 217955 h 1179716"/>
              <a:gd name="connsiteX66" fmla="*/ 4226286 w 4257817"/>
              <a:gd name="connsiteY66" fmla="*/ 243180 h 1179716"/>
              <a:gd name="connsiteX67" fmla="*/ 4207367 w 4257817"/>
              <a:gd name="connsiteY67" fmla="*/ 274711 h 1179716"/>
              <a:gd name="connsiteX68" fmla="*/ 4188449 w 4257817"/>
              <a:gd name="connsiteY68" fmla="*/ 394528 h 1179716"/>
              <a:gd name="connsiteX69" fmla="*/ 4182142 w 4257817"/>
              <a:gd name="connsiteY69" fmla="*/ 413447 h 1179716"/>
              <a:gd name="connsiteX70" fmla="*/ 4188449 w 4257817"/>
              <a:gd name="connsiteY70" fmla="*/ 583715 h 1179716"/>
              <a:gd name="connsiteX71" fmla="*/ 4201061 w 4257817"/>
              <a:gd name="connsiteY71" fmla="*/ 602633 h 1179716"/>
              <a:gd name="connsiteX72" fmla="*/ 4207367 w 4257817"/>
              <a:gd name="connsiteY72" fmla="*/ 634164 h 1179716"/>
              <a:gd name="connsiteX73" fmla="*/ 4129544 w 4257817"/>
              <a:gd name="connsiteY73" fmla="*/ 676698 h 1179716"/>
              <a:gd name="connsiteX74" fmla="*/ 4251511 w 4257817"/>
              <a:gd name="connsiteY74" fmla="*/ 735064 h 1179716"/>
              <a:gd name="connsiteX75" fmla="*/ 4203262 w 4257817"/>
              <a:gd name="connsiteY75" fmla="*/ 791551 h 1179716"/>
              <a:gd name="connsiteX76" fmla="*/ 4197935 w 4257817"/>
              <a:gd name="connsiteY76" fmla="*/ 1129001 h 1179716"/>
              <a:gd name="connsiteX77" fmla="*/ 4037100 w 4257817"/>
              <a:gd name="connsiteY77" fmla="*/ 1094517 h 1179716"/>
              <a:gd name="connsiteX78" fmla="*/ 3992956 w 4257817"/>
              <a:gd name="connsiteY78" fmla="*/ 1081905 h 1179716"/>
              <a:gd name="connsiteX79" fmla="*/ 3929894 w 4257817"/>
              <a:gd name="connsiteY79" fmla="*/ 1062986 h 1179716"/>
              <a:gd name="connsiteX80" fmla="*/ 3885751 w 4257817"/>
              <a:gd name="connsiteY80" fmla="*/ 1056680 h 1179716"/>
              <a:gd name="connsiteX81" fmla="*/ 3860526 w 4257817"/>
              <a:gd name="connsiteY81" fmla="*/ 1050374 h 1179716"/>
              <a:gd name="connsiteX82" fmla="*/ 3822689 w 4257817"/>
              <a:gd name="connsiteY82" fmla="*/ 1044068 h 1179716"/>
              <a:gd name="connsiteX83" fmla="*/ 3784851 w 4257817"/>
              <a:gd name="connsiteY83" fmla="*/ 1031455 h 1179716"/>
              <a:gd name="connsiteX84" fmla="*/ 3683952 w 4257817"/>
              <a:gd name="connsiteY84" fmla="*/ 1018843 h 1179716"/>
              <a:gd name="connsiteX85" fmla="*/ 3545215 w 4257817"/>
              <a:gd name="connsiteY85" fmla="*/ 1006231 h 1179716"/>
              <a:gd name="connsiteX86" fmla="*/ 2927207 w 4257817"/>
              <a:gd name="connsiteY86" fmla="*/ 1018843 h 1179716"/>
              <a:gd name="connsiteX87" fmla="*/ 2908289 w 4257817"/>
              <a:gd name="connsiteY87" fmla="*/ 1025149 h 1179716"/>
              <a:gd name="connsiteX88" fmla="*/ 2876758 w 4257817"/>
              <a:gd name="connsiteY88" fmla="*/ 1037762 h 1179716"/>
              <a:gd name="connsiteX89" fmla="*/ 2845226 w 4257817"/>
              <a:gd name="connsiteY89" fmla="*/ 1044068 h 1179716"/>
              <a:gd name="connsiteX90" fmla="*/ 2788471 w 4257817"/>
              <a:gd name="connsiteY90" fmla="*/ 1062986 h 1179716"/>
              <a:gd name="connsiteX91" fmla="*/ 2756940 w 4257817"/>
              <a:gd name="connsiteY91" fmla="*/ 1075599 h 1179716"/>
              <a:gd name="connsiteX92" fmla="*/ 2693878 w 4257817"/>
              <a:gd name="connsiteY92" fmla="*/ 1094517 h 1179716"/>
              <a:gd name="connsiteX93" fmla="*/ 2674959 w 4257817"/>
              <a:gd name="connsiteY93" fmla="*/ 1100824 h 1179716"/>
              <a:gd name="connsiteX94" fmla="*/ 2643428 w 4257817"/>
              <a:gd name="connsiteY94" fmla="*/ 1113436 h 1179716"/>
              <a:gd name="connsiteX95" fmla="*/ 2611897 w 4257817"/>
              <a:gd name="connsiteY95" fmla="*/ 1119742 h 1179716"/>
              <a:gd name="connsiteX96" fmla="*/ 2536222 w 4257817"/>
              <a:gd name="connsiteY96" fmla="*/ 1138661 h 1179716"/>
              <a:gd name="connsiteX97" fmla="*/ 2517304 w 4257817"/>
              <a:gd name="connsiteY97" fmla="*/ 1151273 h 1179716"/>
              <a:gd name="connsiteX98" fmla="*/ 2447935 w 4257817"/>
              <a:gd name="connsiteY98" fmla="*/ 1163886 h 1179716"/>
              <a:gd name="connsiteX99" fmla="*/ 2126319 w 4257817"/>
              <a:gd name="connsiteY99" fmla="*/ 1151273 h 1179716"/>
              <a:gd name="connsiteX100" fmla="*/ 2075869 w 4257817"/>
              <a:gd name="connsiteY100" fmla="*/ 1138661 h 1179716"/>
              <a:gd name="connsiteX101" fmla="*/ 2044338 w 4257817"/>
              <a:gd name="connsiteY101" fmla="*/ 1126048 h 1179716"/>
              <a:gd name="connsiteX102" fmla="*/ 2000195 w 4257817"/>
              <a:gd name="connsiteY102" fmla="*/ 1119742 h 1179716"/>
              <a:gd name="connsiteX103" fmla="*/ 1956051 w 4257817"/>
              <a:gd name="connsiteY103" fmla="*/ 1107130 h 1179716"/>
              <a:gd name="connsiteX104" fmla="*/ 1924520 w 4257817"/>
              <a:gd name="connsiteY104" fmla="*/ 1100824 h 1179716"/>
              <a:gd name="connsiteX105" fmla="*/ 1848846 w 4257817"/>
              <a:gd name="connsiteY105" fmla="*/ 1075599 h 1179716"/>
              <a:gd name="connsiteX106" fmla="*/ 1823621 w 4257817"/>
              <a:gd name="connsiteY106" fmla="*/ 1069293 h 1179716"/>
              <a:gd name="connsiteX107" fmla="*/ 1798396 w 4257817"/>
              <a:gd name="connsiteY107" fmla="*/ 1056680 h 1179716"/>
              <a:gd name="connsiteX108" fmla="*/ 1741640 w 4257817"/>
              <a:gd name="connsiteY108" fmla="*/ 1044068 h 1179716"/>
              <a:gd name="connsiteX109" fmla="*/ 1665966 w 4257817"/>
              <a:gd name="connsiteY109" fmla="*/ 1031455 h 1179716"/>
              <a:gd name="connsiteX110" fmla="*/ 1590291 w 4257817"/>
              <a:gd name="connsiteY110" fmla="*/ 1012537 h 1179716"/>
              <a:gd name="connsiteX111" fmla="*/ 1546148 w 4257817"/>
              <a:gd name="connsiteY111" fmla="*/ 999924 h 1179716"/>
              <a:gd name="connsiteX112" fmla="*/ 1483086 w 4257817"/>
              <a:gd name="connsiteY112" fmla="*/ 993618 h 1179716"/>
              <a:gd name="connsiteX113" fmla="*/ 1438942 w 4257817"/>
              <a:gd name="connsiteY113" fmla="*/ 987312 h 1179716"/>
              <a:gd name="connsiteX114" fmla="*/ 1319124 w 4257817"/>
              <a:gd name="connsiteY114" fmla="*/ 968393 h 1179716"/>
              <a:gd name="connsiteX115" fmla="*/ 1129938 w 4257817"/>
              <a:gd name="connsiteY115" fmla="*/ 974700 h 1179716"/>
              <a:gd name="connsiteX116" fmla="*/ 1073182 w 4257817"/>
              <a:gd name="connsiteY116" fmla="*/ 981006 h 1179716"/>
              <a:gd name="connsiteX117" fmla="*/ 984895 w 4257817"/>
              <a:gd name="connsiteY117" fmla="*/ 987312 h 1179716"/>
              <a:gd name="connsiteX118" fmla="*/ 896609 w 4257817"/>
              <a:gd name="connsiteY118" fmla="*/ 1006231 h 1179716"/>
              <a:gd name="connsiteX119" fmla="*/ 871384 w 4257817"/>
              <a:gd name="connsiteY119" fmla="*/ 1018843 h 1179716"/>
              <a:gd name="connsiteX120" fmla="*/ 827240 w 4257817"/>
              <a:gd name="connsiteY120" fmla="*/ 1025149 h 1179716"/>
              <a:gd name="connsiteX121" fmla="*/ 694810 w 4257817"/>
              <a:gd name="connsiteY121" fmla="*/ 1044068 h 1179716"/>
              <a:gd name="connsiteX122" fmla="*/ 574992 w 4257817"/>
              <a:gd name="connsiteY122" fmla="*/ 1062986 h 1179716"/>
              <a:gd name="connsiteX123" fmla="*/ 556073 w 4257817"/>
              <a:gd name="connsiteY123" fmla="*/ 1069293 h 1179716"/>
              <a:gd name="connsiteX124" fmla="*/ 442562 w 4257817"/>
              <a:gd name="connsiteY124" fmla="*/ 1081905 h 1179716"/>
              <a:gd name="connsiteX125" fmla="*/ 404724 w 4257817"/>
              <a:gd name="connsiteY125" fmla="*/ 1088211 h 1179716"/>
              <a:gd name="connsiteX126" fmla="*/ 354275 w 4257817"/>
              <a:gd name="connsiteY126" fmla="*/ 1100824 h 1179716"/>
              <a:gd name="connsiteX127" fmla="*/ 322744 w 4257817"/>
              <a:gd name="connsiteY127" fmla="*/ 1107130 h 1179716"/>
              <a:gd name="connsiteX128" fmla="*/ 272294 w 4257817"/>
              <a:gd name="connsiteY128" fmla="*/ 1126048 h 1179716"/>
              <a:gd name="connsiteX129" fmla="*/ 247069 w 4257817"/>
              <a:gd name="connsiteY129" fmla="*/ 1132355 h 1179716"/>
              <a:gd name="connsiteX130" fmla="*/ 202926 w 4257817"/>
              <a:gd name="connsiteY130" fmla="*/ 1144967 h 1179716"/>
              <a:gd name="connsiteX131" fmla="*/ 32658 w 4257817"/>
              <a:gd name="connsiteY131" fmla="*/ 1138661 h 1179716"/>
              <a:gd name="connsiteX132" fmla="*/ 38964 w 4257817"/>
              <a:gd name="connsiteY132" fmla="*/ 949475 h 1179716"/>
              <a:gd name="connsiteX133" fmla="*/ 51577 w 4257817"/>
              <a:gd name="connsiteY133" fmla="*/ 911637 h 1179716"/>
              <a:gd name="connsiteX134" fmla="*/ 57883 w 4257817"/>
              <a:gd name="connsiteY134" fmla="*/ 880106 h 1179716"/>
              <a:gd name="connsiteX135" fmla="*/ 64189 w 4257817"/>
              <a:gd name="connsiteY135" fmla="*/ 854882 h 1179716"/>
              <a:gd name="connsiteX136" fmla="*/ 57883 w 4257817"/>
              <a:gd name="connsiteY136" fmla="*/ 552184 h 1179716"/>
              <a:gd name="connsiteX137" fmla="*/ 51577 w 4257817"/>
              <a:gd name="connsiteY137" fmla="*/ 514346 h 1179716"/>
              <a:gd name="connsiteX138" fmla="*/ 38964 w 4257817"/>
              <a:gd name="connsiteY138" fmla="*/ 419753 h 1179716"/>
              <a:gd name="connsiteX139" fmla="*/ 32658 w 4257817"/>
              <a:gd name="connsiteY139" fmla="*/ 394528 h 1179716"/>
              <a:gd name="connsiteX140" fmla="*/ 26352 w 4257817"/>
              <a:gd name="connsiteY140" fmla="*/ 356691 h 1179716"/>
              <a:gd name="connsiteX141" fmla="*/ 20046 w 4257817"/>
              <a:gd name="connsiteY141" fmla="*/ 331466 h 1179716"/>
              <a:gd name="connsiteX142" fmla="*/ 7433 w 4257817"/>
              <a:gd name="connsiteY142" fmla="*/ 249486 h 1179716"/>
              <a:gd name="connsiteX143" fmla="*/ 1127 w 4257817"/>
              <a:gd name="connsiteY143" fmla="*/ 224261 h 1179716"/>
              <a:gd name="connsiteX144" fmla="*/ 7433 w 4257817"/>
              <a:gd name="connsiteY144" fmla="*/ 16156 h 1179716"/>
              <a:gd name="connsiteX0" fmla="*/ 7433 w 4257817"/>
              <a:gd name="connsiteY0" fmla="*/ 16156 h 1179716"/>
              <a:gd name="connsiteX1" fmla="*/ 7433 w 4257817"/>
              <a:gd name="connsiteY1" fmla="*/ 16156 h 1179716"/>
              <a:gd name="connsiteX2" fmla="*/ 83108 w 4257817"/>
              <a:gd name="connsiteY2" fmla="*/ 91831 h 1179716"/>
              <a:gd name="connsiteX3" fmla="*/ 108333 w 4257817"/>
              <a:gd name="connsiteY3" fmla="*/ 98137 h 1179716"/>
              <a:gd name="connsiteX4" fmla="*/ 146170 w 4257817"/>
              <a:gd name="connsiteY4" fmla="*/ 117055 h 1179716"/>
              <a:gd name="connsiteX5" fmla="*/ 436255 w 4257817"/>
              <a:gd name="connsiteY5" fmla="*/ 117055 h 1179716"/>
              <a:gd name="connsiteX6" fmla="*/ 461480 w 4257817"/>
              <a:gd name="connsiteY6" fmla="*/ 110749 h 1179716"/>
              <a:gd name="connsiteX7" fmla="*/ 600217 w 4257817"/>
              <a:gd name="connsiteY7" fmla="*/ 98137 h 1179716"/>
              <a:gd name="connsiteX8" fmla="*/ 675891 w 4257817"/>
              <a:gd name="connsiteY8" fmla="*/ 85524 h 1179716"/>
              <a:gd name="connsiteX9" fmla="*/ 789403 w 4257817"/>
              <a:gd name="connsiteY9" fmla="*/ 60300 h 1179716"/>
              <a:gd name="connsiteX10" fmla="*/ 814628 w 4257817"/>
              <a:gd name="connsiteY10" fmla="*/ 53993 h 1179716"/>
              <a:gd name="connsiteX11" fmla="*/ 902915 w 4257817"/>
              <a:gd name="connsiteY11" fmla="*/ 41381 h 1179716"/>
              <a:gd name="connsiteX12" fmla="*/ 934446 w 4257817"/>
              <a:gd name="connsiteY12" fmla="*/ 35075 h 1179716"/>
              <a:gd name="connsiteX13" fmla="*/ 1060570 w 4257817"/>
              <a:gd name="connsiteY13" fmla="*/ 28768 h 1179716"/>
              <a:gd name="connsiteX14" fmla="*/ 1136244 w 4257817"/>
              <a:gd name="connsiteY14" fmla="*/ 22462 h 1179716"/>
              <a:gd name="connsiteX15" fmla="*/ 1262369 w 4257817"/>
              <a:gd name="connsiteY15" fmla="*/ 28768 h 1179716"/>
              <a:gd name="connsiteX16" fmla="*/ 1306512 w 4257817"/>
              <a:gd name="connsiteY16" fmla="*/ 41381 h 1179716"/>
              <a:gd name="connsiteX17" fmla="*/ 1338043 w 4257817"/>
              <a:gd name="connsiteY17" fmla="*/ 53993 h 1179716"/>
              <a:gd name="connsiteX18" fmla="*/ 1356962 w 4257817"/>
              <a:gd name="connsiteY18" fmla="*/ 66606 h 1179716"/>
              <a:gd name="connsiteX19" fmla="*/ 1394799 w 4257817"/>
              <a:gd name="connsiteY19" fmla="*/ 79218 h 1179716"/>
              <a:gd name="connsiteX20" fmla="*/ 1413718 w 4257817"/>
              <a:gd name="connsiteY20" fmla="*/ 91831 h 1179716"/>
              <a:gd name="connsiteX21" fmla="*/ 1451555 w 4257817"/>
              <a:gd name="connsiteY21" fmla="*/ 104443 h 1179716"/>
              <a:gd name="connsiteX22" fmla="*/ 1489392 w 4257817"/>
              <a:gd name="connsiteY22" fmla="*/ 123362 h 1179716"/>
              <a:gd name="connsiteX23" fmla="*/ 1508311 w 4257817"/>
              <a:gd name="connsiteY23" fmla="*/ 135974 h 1179716"/>
              <a:gd name="connsiteX24" fmla="*/ 1539842 w 4257817"/>
              <a:gd name="connsiteY24" fmla="*/ 142280 h 1179716"/>
              <a:gd name="connsiteX25" fmla="*/ 1558760 w 4257817"/>
              <a:gd name="connsiteY25" fmla="*/ 148586 h 1179716"/>
              <a:gd name="connsiteX26" fmla="*/ 1583985 w 4257817"/>
              <a:gd name="connsiteY26" fmla="*/ 154893 h 1179716"/>
              <a:gd name="connsiteX27" fmla="*/ 1602904 w 4257817"/>
              <a:gd name="connsiteY27" fmla="*/ 161199 h 1179716"/>
              <a:gd name="connsiteX28" fmla="*/ 1697497 w 4257817"/>
              <a:gd name="connsiteY28" fmla="*/ 180117 h 1179716"/>
              <a:gd name="connsiteX29" fmla="*/ 2094788 w 4257817"/>
              <a:gd name="connsiteY29" fmla="*/ 173811 h 1179716"/>
              <a:gd name="connsiteX30" fmla="*/ 2138931 w 4257817"/>
              <a:gd name="connsiteY30" fmla="*/ 167505 h 1179716"/>
              <a:gd name="connsiteX31" fmla="*/ 2220912 w 4257817"/>
              <a:gd name="connsiteY31" fmla="*/ 154893 h 1179716"/>
              <a:gd name="connsiteX32" fmla="*/ 2271362 w 4257817"/>
              <a:gd name="connsiteY32" fmla="*/ 135974 h 1179716"/>
              <a:gd name="connsiteX33" fmla="*/ 2321811 w 4257817"/>
              <a:gd name="connsiteY33" fmla="*/ 123362 h 1179716"/>
              <a:gd name="connsiteX34" fmla="*/ 2384873 w 4257817"/>
              <a:gd name="connsiteY34" fmla="*/ 85524 h 1179716"/>
              <a:gd name="connsiteX35" fmla="*/ 2447935 w 4257817"/>
              <a:gd name="connsiteY35" fmla="*/ 60300 h 1179716"/>
              <a:gd name="connsiteX36" fmla="*/ 2492079 w 4257817"/>
              <a:gd name="connsiteY36" fmla="*/ 47687 h 1179716"/>
              <a:gd name="connsiteX37" fmla="*/ 2542529 w 4257817"/>
              <a:gd name="connsiteY37" fmla="*/ 28768 h 1179716"/>
              <a:gd name="connsiteX38" fmla="*/ 2712796 w 4257817"/>
              <a:gd name="connsiteY38" fmla="*/ 22462 h 1179716"/>
              <a:gd name="connsiteX39" fmla="*/ 2883064 w 4257817"/>
              <a:gd name="connsiteY39" fmla="*/ 28768 h 1179716"/>
              <a:gd name="connsiteX40" fmla="*/ 2939820 w 4257817"/>
              <a:gd name="connsiteY40" fmla="*/ 41381 h 1179716"/>
              <a:gd name="connsiteX41" fmla="*/ 2958738 w 4257817"/>
              <a:gd name="connsiteY41" fmla="*/ 47687 h 1179716"/>
              <a:gd name="connsiteX42" fmla="*/ 3015494 w 4257817"/>
              <a:gd name="connsiteY42" fmla="*/ 53993 h 1179716"/>
              <a:gd name="connsiteX43" fmla="*/ 3059638 w 4257817"/>
              <a:gd name="connsiteY43" fmla="*/ 66606 h 1179716"/>
              <a:gd name="connsiteX44" fmla="*/ 3110087 w 4257817"/>
              <a:gd name="connsiteY44" fmla="*/ 79218 h 1179716"/>
              <a:gd name="connsiteX45" fmla="*/ 3166843 w 4257817"/>
              <a:gd name="connsiteY45" fmla="*/ 98137 h 1179716"/>
              <a:gd name="connsiteX46" fmla="*/ 3204680 w 4257817"/>
              <a:gd name="connsiteY46" fmla="*/ 104443 h 1179716"/>
              <a:gd name="connsiteX47" fmla="*/ 3242518 w 4257817"/>
              <a:gd name="connsiteY47" fmla="*/ 117055 h 1179716"/>
              <a:gd name="connsiteX48" fmla="*/ 3261436 w 4257817"/>
              <a:gd name="connsiteY48" fmla="*/ 123362 h 1179716"/>
              <a:gd name="connsiteX49" fmla="*/ 3299273 w 4257817"/>
              <a:gd name="connsiteY49" fmla="*/ 129668 h 1179716"/>
              <a:gd name="connsiteX50" fmla="*/ 3551522 w 4257817"/>
              <a:gd name="connsiteY50" fmla="*/ 123362 h 1179716"/>
              <a:gd name="connsiteX51" fmla="*/ 3595665 w 4257817"/>
              <a:gd name="connsiteY51" fmla="*/ 104443 h 1179716"/>
              <a:gd name="connsiteX52" fmla="*/ 3627196 w 4257817"/>
              <a:gd name="connsiteY52" fmla="*/ 98137 h 1179716"/>
              <a:gd name="connsiteX53" fmla="*/ 3665033 w 4257817"/>
              <a:gd name="connsiteY53" fmla="*/ 85524 h 1179716"/>
              <a:gd name="connsiteX54" fmla="*/ 3677646 w 4257817"/>
              <a:gd name="connsiteY54" fmla="*/ 72912 h 1179716"/>
              <a:gd name="connsiteX55" fmla="*/ 3702871 w 4257817"/>
              <a:gd name="connsiteY55" fmla="*/ 66606 h 1179716"/>
              <a:gd name="connsiteX56" fmla="*/ 3721789 w 4257817"/>
              <a:gd name="connsiteY56" fmla="*/ 60300 h 1179716"/>
              <a:gd name="connsiteX57" fmla="*/ 3740708 w 4257817"/>
              <a:gd name="connsiteY57" fmla="*/ 47687 h 1179716"/>
              <a:gd name="connsiteX58" fmla="*/ 3816382 w 4257817"/>
              <a:gd name="connsiteY58" fmla="*/ 16156 h 1179716"/>
              <a:gd name="connsiteX59" fmla="*/ 3866832 w 4257817"/>
              <a:gd name="connsiteY59" fmla="*/ 9850 h 1179716"/>
              <a:gd name="connsiteX60" fmla="*/ 3885751 w 4257817"/>
              <a:gd name="connsiteY60" fmla="*/ 3544 h 1179716"/>
              <a:gd name="connsiteX61" fmla="*/ 4232592 w 4257817"/>
              <a:gd name="connsiteY61" fmla="*/ 16156 h 1179716"/>
              <a:gd name="connsiteX62" fmla="*/ 4251511 w 4257817"/>
              <a:gd name="connsiteY62" fmla="*/ 35075 h 1179716"/>
              <a:gd name="connsiteX63" fmla="*/ 4257817 w 4257817"/>
              <a:gd name="connsiteY63" fmla="*/ 60300 h 1179716"/>
              <a:gd name="connsiteX64" fmla="*/ 4245204 w 4257817"/>
              <a:gd name="connsiteY64" fmla="*/ 142280 h 1179716"/>
              <a:gd name="connsiteX65" fmla="*/ 4232592 w 4257817"/>
              <a:gd name="connsiteY65" fmla="*/ 217955 h 1179716"/>
              <a:gd name="connsiteX66" fmla="*/ 4226286 w 4257817"/>
              <a:gd name="connsiteY66" fmla="*/ 243180 h 1179716"/>
              <a:gd name="connsiteX67" fmla="*/ 4207367 w 4257817"/>
              <a:gd name="connsiteY67" fmla="*/ 274711 h 1179716"/>
              <a:gd name="connsiteX68" fmla="*/ 4188449 w 4257817"/>
              <a:gd name="connsiteY68" fmla="*/ 394528 h 1179716"/>
              <a:gd name="connsiteX69" fmla="*/ 4182142 w 4257817"/>
              <a:gd name="connsiteY69" fmla="*/ 413447 h 1179716"/>
              <a:gd name="connsiteX70" fmla="*/ 4188449 w 4257817"/>
              <a:gd name="connsiteY70" fmla="*/ 583715 h 1179716"/>
              <a:gd name="connsiteX71" fmla="*/ 4201061 w 4257817"/>
              <a:gd name="connsiteY71" fmla="*/ 602633 h 1179716"/>
              <a:gd name="connsiteX72" fmla="*/ 4207367 w 4257817"/>
              <a:gd name="connsiteY72" fmla="*/ 634164 h 1179716"/>
              <a:gd name="connsiteX73" fmla="*/ 4251511 w 4257817"/>
              <a:gd name="connsiteY73" fmla="*/ 735064 h 1179716"/>
              <a:gd name="connsiteX74" fmla="*/ 4203262 w 4257817"/>
              <a:gd name="connsiteY74" fmla="*/ 791551 h 1179716"/>
              <a:gd name="connsiteX75" fmla="*/ 4197935 w 4257817"/>
              <a:gd name="connsiteY75" fmla="*/ 1129001 h 1179716"/>
              <a:gd name="connsiteX76" fmla="*/ 4037100 w 4257817"/>
              <a:gd name="connsiteY76" fmla="*/ 1094517 h 1179716"/>
              <a:gd name="connsiteX77" fmla="*/ 3992956 w 4257817"/>
              <a:gd name="connsiteY77" fmla="*/ 1081905 h 1179716"/>
              <a:gd name="connsiteX78" fmla="*/ 3929894 w 4257817"/>
              <a:gd name="connsiteY78" fmla="*/ 1062986 h 1179716"/>
              <a:gd name="connsiteX79" fmla="*/ 3885751 w 4257817"/>
              <a:gd name="connsiteY79" fmla="*/ 1056680 h 1179716"/>
              <a:gd name="connsiteX80" fmla="*/ 3860526 w 4257817"/>
              <a:gd name="connsiteY80" fmla="*/ 1050374 h 1179716"/>
              <a:gd name="connsiteX81" fmla="*/ 3822689 w 4257817"/>
              <a:gd name="connsiteY81" fmla="*/ 1044068 h 1179716"/>
              <a:gd name="connsiteX82" fmla="*/ 3784851 w 4257817"/>
              <a:gd name="connsiteY82" fmla="*/ 1031455 h 1179716"/>
              <a:gd name="connsiteX83" fmla="*/ 3683952 w 4257817"/>
              <a:gd name="connsiteY83" fmla="*/ 1018843 h 1179716"/>
              <a:gd name="connsiteX84" fmla="*/ 3545215 w 4257817"/>
              <a:gd name="connsiteY84" fmla="*/ 1006231 h 1179716"/>
              <a:gd name="connsiteX85" fmla="*/ 2927207 w 4257817"/>
              <a:gd name="connsiteY85" fmla="*/ 1018843 h 1179716"/>
              <a:gd name="connsiteX86" fmla="*/ 2908289 w 4257817"/>
              <a:gd name="connsiteY86" fmla="*/ 1025149 h 1179716"/>
              <a:gd name="connsiteX87" fmla="*/ 2876758 w 4257817"/>
              <a:gd name="connsiteY87" fmla="*/ 1037762 h 1179716"/>
              <a:gd name="connsiteX88" fmla="*/ 2845226 w 4257817"/>
              <a:gd name="connsiteY88" fmla="*/ 1044068 h 1179716"/>
              <a:gd name="connsiteX89" fmla="*/ 2788471 w 4257817"/>
              <a:gd name="connsiteY89" fmla="*/ 1062986 h 1179716"/>
              <a:gd name="connsiteX90" fmla="*/ 2756940 w 4257817"/>
              <a:gd name="connsiteY90" fmla="*/ 1075599 h 1179716"/>
              <a:gd name="connsiteX91" fmla="*/ 2693878 w 4257817"/>
              <a:gd name="connsiteY91" fmla="*/ 1094517 h 1179716"/>
              <a:gd name="connsiteX92" fmla="*/ 2674959 w 4257817"/>
              <a:gd name="connsiteY92" fmla="*/ 1100824 h 1179716"/>
              <a:gd name="connsiteX93" fmla="*/ 2643428 w 4257817"/>
              <a:gd name="connsiteY93" fmla="*/ 1113436 h 1179716"/>
              <a:gd name="connsiteX94" fmla="*/ 2611897 w 4257817"/>
              <a:gd name="connsiteY94" fmla="*/ 1119742 h 1179716"/>
              <a:gd name="connsiteX95" fmla="*/ 2536222 w 4257817"/>
              <a:gd name="connsiteY95" fmla="*/ 1138661 h 1179716"/>
              <a:gd name="connsiteX96" fmla="*/ 2517304 w 4257817"/>
              <a:gd name="connsiteY96" fmla="*/ 1151273 h 1179716"/>
              <a:gd name="connsiteX97" fmla="*/ 2447935 w 4257817"/>
              <a:gd name="connsiteY97" fmla="*/ 1163886 h 1179716"/>
              <a:gd name="connsiteX98" fmla="*/ 2126319 w 4257817"/>
              <a:gd name="connsiteY98" fmla="*/ 1151273 h 1179716"/>
              <a:gd name="connsiteX99" fmla="*/ 2075869 w 4257817"/>
              <a:gd name="connsiteY99" fmla="*/ 1138661 h 1179716"/>
              <a:gd name="connsiteX100" fmla="*/ 2044338 w 4257817"/>
              <a:gd name="connsiteY100" fmla="*/ 1126048 h 1179716"/>
              <a:gd name="connsiteX101" fmla="*/ 2000195 w 4257817"/>
              <a:gd name="connsiteY101" fmla="*/ 1119742 h 1179716"/>
              <a:gd name="connsiteX102" fmla="*/ 1956051 w 4257817"/>
              <a:gd name="connsiteY102" fmla="*/ 1107130 h 1179716"/>
              <a:gd name="connsiteX103" fmla="*/ 1924520 w 4257817"/>
              <a:gd name="connsiteY103" fmla="*/ 1100824 h 1179716"/>
              <a:gd name="connsiteX104" fmla="*/ 1848846 w 4257817"/>
              <a:gd name="connsiteY104" fmla="*/ 1075599 h 1179716"/>
              <a:gd name="connsiteX105" fmla="*/ 1823621 w 4257817"/>
              <a:gd name="connsiteY105" fmla="*/ 1069293 h 1179716"/>
              <a:gd name="connsiteX106" fmla="*/ 1798396 w 4257817"/>
              <a:gd name="connsiteY106" fmla="*/ 1056680 h 1179716"/>
              <a:gd name="connsiteX107" fmla="*/ 1741640 w 4257817"/>
              <a:gd name="connsiteY107" fmla="*/ 1044068 h 1179716"/>
              <a:gd name="connsiteX108" fmla="*/ 1665966 w 4257817"/>
              <a:gd name="connsiteY108" fmla="*/ 1031455 h 1179716"/>
              <a:gd name="connsiteX109" fmla="*/ 1590291 w 4257817"/>
              <a:gd name="connsiteY109" fmla="*/ 1012537 h 1179716"/>
              <a:gd name="connsiteX110" fmla="*/ 1546148 w 4257817"/>
              <a:gd name="connsiteY110" fmla="*/ 999924 h 1179716"/>
              <a:gd name="connsiteX111" fmla="*/ 1483086 w 4257817"/>
              <a:gd name="connsiteY111" fmla="*/ 993618 h 1179716"/>
              <a:gd name="connsiteX112" fmla="*/ 1438942 w 4257817"/>
              <a:gd name="connsiteY112" fmla="*/ 987312 h 1179716"/>
              <a:gd name="connsiteX113" fmla="*/ 1319124 w 4257817"/>
              <a:gd name="connsiteY113" fmla="*/ 968393 h 1179716"/>
              <a:gd name="connsiteX114" fmla="*/ 1129938 w 4257817"/>
              <a:gd name="connsiteY114" fmla="*/ 974700 h 1179716"/>
              <a:gd name="connsiteX115" fmla="*/ 1073182 w 4257817"/>
              <a:gd name="connsiteY115" fmla="*/ 981006 h 1179716"/>
              <a:gd name="connsiteX116" fmla="*/ 984895 w 4257817"/>
              <a:gd name="connsiteY116" fmla="*/ 987312 h 1179716"/>
              <a:gd name="connsiteX117" fmla="*/ 896609 w 4257817"/>
              <a:gd name="connsiteY117" fmla="*/ 1006231 h 1179716"/>
              <a:gd name="connsiteX118" fmla="*/ 871384 w 4257817"/>
              <a:gd name="connsiteY118" fmla="*/ 1018843 h 1179716"/>
              <a:gd name="connsiteX119" fmla="*/ 827240 w 4257817"/>
              <a:gd name="connsiteY119" fmla="*/ 1025149 h 1179716"/>
              <a:gd name="connsiteX120" fmla="*/ 694810 w 4257817"/>
              <a:gd name="connsiteY120" fmla="*/ 1044068 h 1179716"/>
              <a:gd name="connsiteX121" fmla="*/ 574992 w 4257817"/>
              <a:gd name="connsiteY121" fmla="*/ 1062986 h 1179716"/>
              <a:gd name="connsiteX122" fmla="*/ 556073 w 4257817"/>
              <a:gd name="connsiteY122" fmla="*/ 1069293 h 1179716"/>
              <a:gd name="connsiteX123" fmla="*/ 442562 w 4257817"/>
              <a:gd name="connsiteY123" fmla="*/ 1081905 h 1179716"/>
              <a:gd name="connsiteX124" fmla="*/ 404724 w 4257817"/>
              <a:gd name="connsiteY124" fmla="*/ 1088211 h 1179716"/>
              <a:gd name="connsiteX125" fmla="*/ 354275 w 4257817"/>
              <a:gd name="connsiteY125" fmla="*/ 1100824 h 1179716"/>
              <a:gd name="connsiteX126" fmla="*/ 322744 w 4257817"/>
              <a:gd name="connsiteY126" fmla="*/ 1107130 h 1179716"/>
              <a:gd name="connsiteX127" fmla="*/ 272294 w 4257817"/>
              <a:gd name="connsiteY127" fmla="*/ 1126048 h 1179716"/>
              <a:gd name="connsiteX128" fmla="*/ 247069 w 4257817"/>
              <a:gd name="connsiteY128" fmla="*/ 1132355 h 1179716"/>
              <a:gd name="connsiteX129" fmla="*/ 202926 w 4257817"/>
              <a:gd name="connsiteY129" fmla="*/ 1144967 h 1179716"/>
              <a:gd name="connsiteX130" fmla="*/ 32658 w 4257817"/>
              <a:gd name="connsiteY130" fmla="*/ 1138661 h 1179716"/>
              <a:gd name="connsiteX131" fmla="*/ 38964 w 4257817"/>
              <a:gd name="connsiteY131" fmla="*/ 949475 h 1179716"/>
              <a:gd name="connsiteX132" fmla="*/ 51577 w 4257817"/>
              <a:gd name="connsiteY132" fmla="*/ 911637 h 1179716"/>
              <a:gd name="connsiteX133" fmla="*/ 57883 w 4257817"/>
              <a:gd name="connsiteY133" fmla="*/ 880106 h 1179716"/>
              <a:gd name="connsiteX134" fmla="*/ 64189 w 4257817"/>
              <a:gd name="connsiteY134" fmla="*/ 854882 h 1179716"/>
              <a:gd name="connsiteX135" fmla="*/ 57883 w 4257817"/>
              <a:gd name="connsiteY135" fmla="*/ 552184 h 1179716"/>
              <a:gd name="connsiteX136" fmla="*/ 51577 w 4257817"/>
              <a:gd name="connsiteY136" fmla="*/ 514346 h 1179716"/>
              <a:gd name="connsiteX137" fmla="*/ 38964 w 4257817"/>
              <a:gd name="connsiteY137" fmla="*/ 419753 h 1179716"/>
              <a:gd name="connsiteX138" fmla="*/ 32658 w 4257817"/>
              <a:gd name="connsiteY138" fmla="*/ 394528 h 1179716"/>
              <a:gd name="connsiteX139" fmla="*/ 26352 w 4257817"/>
              <a:gd name="connsiteY139" fmla="*/ 356691 h 1179716"/>
              <a:gd name="connsiteX140" fmla="*/ 20046 w 4257817"/>
              <a:gd name="connsiteY140" fmla="*/ 331466 h 1179716"/>
              <a:gd name="connsiteX141" fmla="*/ 7433 w 4257817"/>
              <a:gd name="connsiteY141" fmla="*/ 249486 h 1179716"/>
              <a:gd name="connsiteX142" fmla="*/ 1127 w 4257817"/>
              <a:gd name="connsiteY142" fmla="*/ 224261 h 1179716"/>
              <a:gd name="connsiteX143" fmla="*/ 7433 w 4257817"/>
              <a:gd name="connsiteY143" fmla="*/ 16156 h 1179716"/>
              <a:gd name="connsiteX0" fmla="*/ 7433 w 4257817"/>
              <a:gd name="connsiteY0" fmla="*/ 16156 h 1179716"/>
              <a:gd name="connsiteX1" fmla="*/ 7433 w 4257817"/>
              <a:gd name="connsiteY1" fmla="*/ 16156 h 1179716"/>
              <a:gd name="connsiteX2" fmla="*/ 83108 w 4257817"/>
              <a:gd name="connsiteY2" fmla="*/ 91831 h 1179716"/>
              <a:gd name="connsiteX3" fmla="*/ 108333 w 4257817"/>
              <a:gd name="connsiteY3" fmla="*/ 98137 h 1179716"/>
              <a:gd name="connsiteX4" fmla="*/ 146170 w 4257817"/>
              <a:gd name="connsiteY4" fmla="*/ 117055 h 1179716"/>
              <a:gd name="connsiteX5" fmla="*/ 436255 w 4257817"/>
              <a:gd name="connsiteY5" fmla="*/ 117055 h 1179716"/>
              <a:gd name="connsiteX6" fmla="*/ 461480 w 4257817"/>
              <a:gd name="connsiteY6" fmla="*/ 110749 h 1179716"/>
              <a:gd name="connsiteX7" fmla="*/ 600217 w 4257817"/>
              <a:gd name="connsiteY7" fmla="*/ 98137 h 1179716"/>
              <a:gd name="connsiteX8" fmla="*/ 675891 w 4257817"/>
              <a:gd name="connsiteY8" fmla="*/ 85524 h 1179716"/>
              <a:gd name="connsiteX9" fmla="*/ 789403 w 4257817"/>
              <a:gd name="connsiteY9" fmla="*/ 60300 h 1179716"/>
              <a:gd name="connsiteX10" fmla="*/ 814628 w 4257817"/>
              <a:gd name="connsiteY10" fmla="*/ 53993 h 1179716"/>
              <a:gd name="connsiteX11" fmla="*/ 902915 w 4257817"/>
              <a:gd name="connsiteY11" fmla="*/ 41381 h 1179716"/>
              <a:gd name="connsiteX12" fmla="*/ 934446 w 4257817"/>
              <a:gd name="connsiteY12" fmla="*/ 35075 h 1179716"/>
              <a:gd name="connsiteX13" fmla="*/ 1060570 w 4257817"/>
              <a:gd name="connsiteY13" fmla="*/ 28768 h 1179716"/>
              <a:gd name="connsiteX14" fmla="*/ 1136244 w 4257817"/>
              <a:gd name="connsiteY14" fmla="*/ 22462 h 1179716"/>
              <a:gd name="connsiteX15" fmla="*/ 1262369 w 4257817"/>
              <a:gd name="connsiteY15" fmla="*/ 28768 h 1179716"/>
              <a:gd name="connsiteX16" fmla="*/ 1306512 w 4257817"/>
              <a:gd name="connsiteY16" fmla="*/ 41381 h 1179716"/>
              <a:gd name="connsiteX17" fmla="*/ 1338043 w 4257817"/>
              <a:gd name="connsiteY17" fmla="*/ 53993 h 1179716"/>
              <a:gd name="connsiteX18" fmla="*/ 1356962 w 4257817"/>
              <a:gd name="connsiteY18" fmla="*/ 66606 h 1179716"/>
              <a:gd name="connsiteX19" fmla="*/ 1394799 w 4257817"/>
              <a:gd name="connsiteY19" fmla="*/ 79218 h 1179716"/>
              <a:gd name="connsiteX20" fmla="*/ 1413718 w 4257817"/>
              <a:gd name="connsiteY20" fmla="*/ 91831 h 1179716"/>
              <a:gd name="connsiteX21" fmla="*/ 1451555 w 4257817"/>
              <a:gd name="connsiteY21" fmla="*/ 104443 h 1179716"/>
              <a:gd name="connsiteX22" fmla="*/ 1489392 w 4257817"/>
              <a:gd name="connsiteY22" fmla="*/ 123362 h 1179716"/>
              <a:gd name="connsiteX23" fmla="*/ 1508311 w 4257817"/>
              <a:gd name="connsiteY23" fmla="*/ 135974 h 1179716"/>
              <a:gd name="connsiteX24" fmla="*/ 1539842 w 4257817"/>
              <a:gd name="connsiteY24" fmla="*/ 142280 h 1179716"/>
              <a:gd name="connsiteX25" fmla="*/ 1558760 w 4257817"/>
              <a:gd name="connsiteY25" fmla="*/ 148586 h 1179716"/>
              <a:gd name="connsiteX26" fmla="*/ 1583985 w 4257817"/>
              <a:gd name="connsiteY26" fmla="*/ 154893 h 1179716"/>
              <a:gd name="connsiteX27" fmla="*/ 1602904 w 4257817"/>
              <a:gd name="connsiteY27" fmla="*/ 161199 h 1179716"/>
              <a:gd name="connsiteX28" fmla="*/ 1697497 w 4257817"/>
              <a:gd name="connsiteY28" fmla="*/ 180117 h 1179716"/>
              <a:gd name="connsiteX29" fmla="*/ 2094788 w 4257817"/>
              <a:gd name="connsiteY29" fmla="*/ 173811 h 1179716"/>
              <a:gd name="connsiteX30" fmla="*/ 2138931 w 4257817"/>
              <a:gd name="connsiteY30" fmla="*/ 167505 h 1179716"/>
              <a:gd name="connsiteX31" fmla="*/ 2220912 w 4257817"/>
              <a:gd name="connsiteY31" fmla="*/ 154893 h 1179716"/>
              <a:gd name="connsiteX32" fmla="*/ 2271362 w 4257817"/>
              <a:gd name="connsiteY32" fmla="*/ 135974 h 1179716"/>
              <a:gd name="connsiteX33" fmla="*/ 2321811 w 4257817"/>
              <a:gd name="connsiteY33" fmla="*/ 123362 h 1179716"/>
              <a:gd name="connsiteX34" fmla="*/ 2384873 w 4257817"/>
              <a:gd name="connsiteY34" fmla="*/ 85524 h 1179716"/>
              <a:gd name="connsiteX35" fmla="*/ 2447935 w 4257817"/>
              <a:gd name="connsiteY35" fmla="*/ 60300 h 1179716"/>
              <a:gd name="connsiteX36" fmla="*/ 2492079 w 4257817"/>
              <a:gd name="connsiteY36" fmla="*/ 47687 h 1179716"/>
              <a:gd name="connsiteX37" fmla="*/ 2542529 w 4257817"/>
              <a:gd name="connsiteY37" fmla="*/ 28768 h 1179716"/>
              <a:gd name="connsiteX38" fmla="*/ 2712796 w 4257817"/>
              <a:gd name="connsiteY38" fmla="*/ 22462 h 1179716"/>
              <a:gd name="connsiteX39" fmla="*/ 2883064 w 4257817"/>
              <a:gd name="connsiteY39" fmla="*/ 28768 h 1179716"/>
              <a:gd name="connsiteX40" fmla="*/ 2939820 w 4257817"/>
              <a:gd name="connsiteY40" fmla="*/ 41381 h 1179716"/>
              <a:gd name="connsiteX41" fmla="*/ 2958738 w 4257817"/>
              <a:gd name="connsiteY41" fmla="*/ 47687 h 1179716"/>
              <a:gd name="connsiteX42" fmla="*/ 3015494 w 4257817"/>
              <a:gd name="connsiteY42" fmla="*/ 53993 h 1179716"/>
              <a:gd name="connsiteX43" fmla="*/ 3059638 w 4257817"/>
              <a:gd name="connsiteY43" fmla="*/ 66606 h 1179716"/>
              <a:gd name="connsiteX44" fmla="*/ 3110087 w 4257817"/>
              <a:gd name="connsiteY44" fmla="*/ 79218 h 1179716"/>
              <a:gd name="connsiteX45" fmla="*/ 3166843 w 4257817"/>
              <a:gd name="connsiteY45" fmla="*/ 98137 h 1179716"/>
              <a:gd name="connsiteX46" fmla="*/ 3204680 w 4257817"/>
              <a:gd name="connsiteY46" fmla="*/ 104443 h 1179716"/>
              <a:gd name="connsiteX47" fmla="*/ 3242518 w 4257817"/>
              <a:gd name="connsiteY47" fmla="*/ 117055 h 1179716"/>
              <a:gd name="connsiteX48" fmla="*/ 3261436 w 4257817"/>
              <a:gd name="connsiteY48" fmla="*/ 123362 h 1179716"/>
              <a:gd name="connsiteX49" fmla="*/ 3299273 w 4257817"/>
              <a:gd name="connsiteY49" fmla="*/ 129668 h 1179716"/>
              <a:gd name="connsiteX50" fmla="*/ 3551522 w 4257817"/>
              <a:gd name="connsiteY50" fmla="*/ 123362 h 1179716"/>
              <a:gd name="connsiteX51" fmla="*/ 3595665 w 4257817"/>
              <a:gd name="connsiteY51" fmla="*/ 104443 h 1179716"/>
              <a:gd name="connsiteX52" fmla="*/ 3627196 w 4257817"/>
              <a:gd name="connsiteY52" fmla="*/ 98137 h 1179716"/>
              <a:gd name="connsiteX53" fmla="*/ 3665033 w 4257817"/>
              <a:gd name="connsiteY53" fmla="*/ 85524 h 1179716"/>
              <a:gd name="connsiteX54" fmla="*/ 3677646 w 4257817"/>
              <a:gd name="connsiteY54" fmla="*/ 72912 h 1179716"/>
              <a:gd name="connsiteX55" fmla="*/ 3702871 w 4257817"/>
              <a:gd name="connsiteY55" fmla="*/ 66606 h 1179716"/>
              <a:gd name="connsiteX56" fmla="*/ 3721789 w 4257817"/>
              <a:gd name="connsiteY56" fmla="*/ 60300 h 1179716"/>
              <a:gd name="connsiteX57" fmla="*/ 3740708 w 4257817"/>
              <a:gd name="connsiteY57" fmla="*/ 47687 h 1179716"/>
              <a:gd name="connsiteX58" fmla="*/ 3816382 w 4257817"/>
              <a:gd name="connsiteY58" fmla="*/ 16156 h 1179716"/>
              <a:gd name="connsiteX59" fmla="*/ 3866832 w 4257817"/>
              <a:gd name="connsiteY59" fmla="*/ 9850 h 1179716"/>
              <a:gd name="connsiteX60" fmla="*/ 3885751 w 4257817"/>
              <a:gd name="connsiteY60" fmla="*/ 3544 h 1179716"/>
              <a:gd name="connsiteX61" fmla="*/ 4232592 w 4257817"/>
              <a:gd name="connsiteY61" fmla="*/ 16156 h 1179716"/>
              <a:gd name="connsiteX62" fmla="*/ 4251511 w 4257817"/>
              <a:gd name="connsiteY62" fmla="*/ 35075 h 1179716"/>
              <a:gd name="connsiteX63" fmla="*/ 4257817 w 4257817"/>
              <a:gd name="connsiteY63" fmla="*/ 60300 h 1179716"/>
              <a:gd name="connsiteX64" fmla="*/ 4245204 w 4257817"/>
              <a:gd name="connsiteY64" fmla="*/ 142280 h 1179716"/>
              <a:gd name="connsiteX65" fmla="*/ 4232592 w 4257817"/>
              <a:gd name="connsiteY65" fmla="*/ 217955 h 1179716"/>
              <a:gd name="connsiteX66" fmla="*/ 4226286 w 4257817"/>
              <a:gd name="connsiteY66" fmla="*/ 243180 h 1179716"/>
              <a:gd name="connsiteX67" fmla="*/ 4207367 w 4257817"/>
              <a:gd name="connsiteY67" fmla="*/ 274711 h 1179716"/>
              <a:gd name="connsiteX68" fmla="*/ 4188449 w 4257817"/>
              <a:gd name="connsiteY68" fmla="*/ 394528 h 1179716"/>
              <a:gd name="connsiteX69" fmla="*/ 4182142 w 4257817"/>
              <a:gd name="connsiteY69" fmla="*/ 413447 h 1179716"/>
              <a:gd name="connsiteX70" fmla="*/ 4188449 w 4257817"/>
              <a:gd name="connsiteY70" fmla="*/ 583715 h 1179716"/>
              <a:gd name="connsiteX71" fmla="*/ 4201061 w 4257817"/>
              <a:gd name="connsiteY71" fmla="*/ 602633 h 1179716"/>
              <a:gd name="connsiteX72" fmla="*/ 4207367 w 4257817"/>
              <a:gd name="connsiteY72" fmla="*/ 634164 h 1179716"/>
              <a:gd name="connsiteX73" fmla="*/ 4203262 w 4257817"/>
              <a:gd name="connsiteY73" fmla="*/ 791551 h 1179716"/>
              <a:gd name="connsiteX74" fmla="*/ 4197935 w 4257817"/>
              <a:gd name="connsiteY74" fmla="*/ 1129001 h 1179716"/>
              <a:gd name="connsiteX75" fmla="*/ 4037100 w 4257817"/>
              <a:gd name="connsiteY75" fmla="*/ 1094517 h 1179716"/>
              <a:gd name="connsiteX76" fmla="*/ 3992956 w 4257817"/>
              <a:gd name="connsiteY76" fmla="*/ 1081905 h 1179716"/>
              <a:gd name="connsiteX77" fmla="*/ 3929894 w 4257817"/>
              <a:gd name="connsiteY77" fmla="*/ 1062986 h 1179716"/>
              <a:gd name="connsiteX78" fmla="*/ 3885751 w 4257817"/>
              <a:gd name="connsiteY78" fmla="*/ 1056680 h 1179716"/>
              <a:gd name="connsiteX79" fmla="*/ 3860526 w 4257817"/>
              <a:gd name="connsiteY79" fmla="*/ 1050374 h 1179716"/>
              <a:gd name="connsiteX80" fmla="*/ 3822689 w 4257817"/>
              <a:gd name="connsiteY80" fmla="*/ 1044068 h 1179716"/>
              <a:gd name="connsiteX81" fmla="*/ 3784851 w 4257817"/>
              <a:gd name="connsiteY81" fmla="*/ 1031455 h 1179716"/>
              <a:gd name="connsiteX82" fmla="*/ 3683952 w 4257817"/>
              <a:gd name="connsiteY82" fmla="*/ 1018843 h 1179716"/>
              <a:gd name="connsiteX83" fmla="*/ 3545215 w 4257817"/>
              <a:gd name="connsiteY83" fmla="*/ 1006231 h 1179716"/>
              <a:gd name="connsiteX84" fmla="*/ 2927207 w 4257817"/>
              <a:gd name="connsiteY84" fmla="*/ 1018843 h 1179716"/>
              <a:gd name="connsiteX85" fmla="*/ 2908289 w 4257817"/>
              <a:gd name="connsiteY85" fmla="*/ 1025149 h 1179716"/>
              <a:gd name="connsiteX86" fmla="*/ 2876758 w 4257817"/>
              <a:gd name="connsiteY86" fmla="*/ 1037762 h 1179716"/>
              <a:gd name="connsiteX87" fmla="*/ 2845226 w 4257817"/>
              <a:gd name="connsiteY87" fmla="*/ 1044068 h 1179716"/>
              <a:gd name="connsiteX88" fmla="*/ 2788471 w 4257817"/>
              <a:gd name="connsiteY88" fmla="*/ 1062986 h 1179716"/>
              <a:gd name="connsiteX89" fmla="*/ 2756940 w 4257817"/>
              <a:gd name="connsiteY89" fmla="*/ 1075599 h 1179716"/>
              <a:gd name="connsiteX90" fmla="*/ 2693878 w 4257817"/>
              <a:gd name="connsiteY90" fmla="*/ 1094517 h 1179716"/>
              <a:gd name="connsiteX91" fmla="*/ 2674959 w 4257817"/>
              <a:gd name="connsiteY91" fmla="*/ 1100824 h 1179716"/>
              <a:gd name="connsiteX92" fmla="*/ 2643428 w 4257817"/>
              <a:gd name="connsiteY92" fmla="*/ 1113436 h 1179716"/>
              <a:gd name="connsiteX93" fmla="*/ 2611897 w 4257817"/>
              <a:gd name="connsiteY93" fmla="*/ 1119742 h 1179716"/>
              <a:gd name="connsiteX94" fmla="*/ 2536222 w 4257817"/>
              <a:gd name="connsiteY94" fmla="*/ 1138661 h 1179716"/>
              <a:gd name="connsiteX95" fmla="*/ 2517304 w 4257817"/>
              <a:gd name="connsiteY95" fmla="*/ 1151273 h 1179716"/>
              <a:gd name="connsiteX96" fmla="*/ 2447935 w 4257817"/>
              <a:gd name="connsiteY96" fmla="*/ 1163886 h 1179716"/>
              <a:gd name="connsiteX97" fmla="*/ 2126319 w 4257817"/>
              <a:gd name="connsiteY97" fmla="*/ 1151273 h 1179716"/>
              <a:gd name="connsiteX98" fmla="*/ 2075869 w 4257817"/>
              <a:gd name="connsiteY98" fmla="*/ 1138661 h 1179716"/>
              <a:gd name="connsiteX99" fmla="*/ 2044338 w 4257817"/>
              <a:gd name="connsiteY99" fmla="*/ 1126048 h 1179716"/>
              <a:gd name="connsiteX100" fmla="*/ 2000195 w 4257817"/>
              <a:gd name="connsiteY100" fmla="*/ 1119742 h 1179716"/>
              <a:gd name="connsiteX101" fmla="*/ 1956051 w 4257817"/>
              <a:gd name="connsiteY101" fmla="*/ 1107130 h 1179716"/>
              <a:gd name="connsiteX102" fmla="*/ 1924520 w 4257817"/>
              <a:gd name="connsiteY102" fmla="*/ 1100824 h 1179716"/>
              <a:gd name="connsiteX103" fmla="*/ 1848846 w 4257817"/>
              <a:gd name="connsiteY103" fmla="*/ 1075599 h 1179716"/>
              <a:gd name="connsiteX104" fmla="*/ 1823621 w 4257817"/>
              <a:gd name="connsiteY104" fmla="*/ 1069293 h 1179716"/>
              <a:gd name="connsiteX105" fmla="*/ 1798396 w 4257817"/>
              <a:gd name="connsiteY105" fmla="*/ 1056680 h 1179716"/>
              <a:gd name="connsiteX106" fmla="*/ 1741640 w 4257817"/>
              <a:gd name="connsiteY106" fmla="*/ 1044068 h 1179716"/>
              <a:gd name="connsiteX107" fmla="*/ 1665966 w 4257817"/>
              <a:gd name="connsiteY107" fmla="*/ 1031455 h 1179716"/>
              <a:gd name="connsiteX108" fmla="*/ 1590291 w 4257817"/>
              <a:gd name="connsiteY108" fmla="*/ 1012537 h 1179716"/>
              <a:gd name="connsiteX109" fmla="*/ 1546148 w 4257817"/>
              <a:gd name="connsiteY109" fmla="*/ 999924 h 1179716"/>
              <a:gd name="connsiteX110" fmla="*/ 1483086 w 4257817"/>
              <a:gd name="connsiteY110" fmla="*/ 993618 h 1179716"/>
              <a:gd name="connsiteX111" fmla="*/ 1438942 w 4257817"/>
              <a:gd name="connsiteY111" fmla="*/ 987312 h 1179716"/>
              <a:gd name="connsiteX112" fmla="*/ 1319124 w 4257817"/>
              <a:gd name="connsiteY112" fmla="*/ 968393 h 1179716"/>
              <a:gd name="connsiteX113" fmla="*/ 1129938 w 4257817"/>
              <a:gd name="connsiteY113" fmla="*/ 974700 h 1179716"/>
              <a:gd name="connsiteX114" fmla="*/ 1073182 w 4257817"/>
              <a:gd name="connsiteY114" fmla="*/ 981006 h 1179716"/>
              <a:gd name="connsiteX115" fmla="*/ 984895 w 4257817"/>
              <a:gd name="connsiteY115" fmla="*/ 987312 h 1179716"/>
              <a:gd name="connsiteX116" fmla="*/ 896609 w 4257817"/>
              <a:gd name="connsiteY116" fmla="*/ 1006231 h 1179716"/>
              <a:gd name="connsiteX117" fmla="*/ 871384 w 4257817"/>
              <a:gd name="connsiteY117" fmla="*/ 1018843 h 1179716"/>
              <a:gd name="connsiteX118" fmla="*/ 827240 w 4257817"/>
              <a:gd name="connsiteY118" fmla="*/ 1025149 h 1179716"/>
              <a:gd name="connsiteX119" fmla="*/ 694810 w 4257817"/>
              <a:gd name="connsiteY119" fmla="*/ 1044068 h 1179716"/>
              <a:gd name="connsiteX120" fmla="*/ 574992 w 4257817"/>
              <a:gd name="connsiteY120" fmla="*/ 1062986 h 1179716"/>
              <a:gd name="connsiteX121" fmla="*/ 556073 w 4257817"/>
              <a:gd name="connsiteY121" fmla="*/ 1069293 h 1179716"/>
              <a:gd name="connsiteX122" fmla="*/ 442562 w 4257817"/>
              <a:gd name="connsiteY122" fmla="*/ 1081905 h 1179716"/>
              <a:gd name="connsiteX123" fmla="*/ 404724 w 4257817"/>
              <a:gd name="connsiteY123" fmla="*/ 1088211 h 1179716"/>
              <a:gd name="connsiteX124" fmla="*/ 354275 w 4257817"/>
              <a:gd name="connsiteY124" fmla="*/ 1100824 h 1179716"/>
              <a:gd name="connsiteX125" fmla="*/ 322744 w 4257817"/>
              <a:gd name="connsiteY125" fmla="*/ 1107130 h 1179716"/>
              <a:gd name="connsiteX126" fmla="*/ 272294 w 4257817"/>
              <a:gd name="connsiteY126" fmla="*/ 1126048 h 1179716"/>
              <a:gd name="connsiteX127" fmla="*/ 247069 w 4257817"/>
              <a:gd name="connsiteY127" fmla="*/ 1132355 h 1179716"/>
              <a:gd name="connsiteX128" fmla="*/ 202926 w 4257817"/>
              <a:gd name="connsiteY128" fmla="*/ 1144967 h 1179716"/>
              <a:gd name="connsiteX129" fmla="*/ 32658 w 4257817"/>
              <a:gd name="connsiteY129" fmla="*/ 1138661 h 1179716"/>
              <a:gd name="connsiteX130" fmla="*/ 38964 w 4257817"/>
              <a:gd name="connsiteY130" fmla="*/ 949475 h 1179716"/>
              <a:gd name="connsiteX131" fmla="*/ 51577 w 4257817"/>
              <a:gd name="connsiteY131" fmla="*/ 911637 h 1179716"/>
              <a:gd name="connsiteX132" fmla="*/ 57883 w 4257817"/>
              <a:gd name="connsiteY132" fmla="*/ 880106 h 1179716"/>
              <a:gd name="connsiteX133" fmla="*/ 64189 w 4257817"/>
              <a:gd name="connsiteY133" fmla="*/ 854882 h 1179716"/>
              <a:gd name="connsiteX134" fmla="*/ 57883 w 4257817"/>
              <a:gd name="connsiteY134" fmla="*/ 552184 h 1179716"/>
              <a:gd name="connsiteX135" fmla="*/ 51577 w 4257817"/>
              <a:gd name="connsiteY135" fmla="*/ 514346 h 1179716"/>
              <a:gd name="connsiteX136" fmla="*/ 38964 w 4257817"/>
              <a:gd name="connsiteY136" fmla="*/ 419753 h 1179716"/>
              <a:gd name="connsiteX137" fmla="*/ 32658 w 4257817"/>
              <a:gd name="connsiteY137" fmla="*/ 394528 h 1179716"/>
              <a:gd name="connsiteX138" fmla="*/ 26352 w 4257817"/>
              <a:gd name="connsiteY138" fmla="*/ 356691 h 1179716"/>
              <a:gd name="connsiteX139" fmla="*/ 20046 w 4257817"/>
              <a:gd name="connsiteY139" fmla="*/ 331466 h 1179716"/>
              <a:gd name="connsiteX140" fmla="*/ 7433 w 4257817"/>
              <a:gd name="connsiteY140" fmla="*/ 249486 h 1179716"/>
              <a:gd name="connsiteX141" fmla="*/ 1127 w 4257817"/>
              <a:gd name="connsiteY141" fmla="*/ 224261 h 1179716"/>
              <a:gd name="connsiteX142" fmla="*/ 7433 w 4257817"/>
              <a:gd name="connsiteY142" fmla="*/ 16156 h 1179716"/>
              <a:gd name="connsiteX0" fmla="*/ 7433 w 4257817"/>
              <a:gd name="connsiteY0" fmla="*/ 16156 h 1179716"/>
              <a:gd name="connsiteX1" fmla="*/ 7433 w 4257817"/>
              <a:gd name="connsiteY1" fmla="*/ 16156 h 1179716"/>
              <a:gd name="connsiteX2" fmla="*/ 83108 w 4257817"/>
              <a:gd name="connsiteY2" fmla="*/ 91831 h 1179716"/>
              <a:gd name="connsiteX3" fmla="*/ 108333 w 4257817"/>
              <a:gd name="connsiteY3" fmla="*/ 98137 h 1179716"/>
              <a:gd name="connsiteX4" fmla="*/ 146170 w 4257817"/>
              <a:gd name="connsiteY4" fmla="*/ 117055 h 1179716"/>
              <a:gd name="connsiteX5" fmla="*/ 436255 w 4257817"/>
              <a:gd name="connsiteY5" fmla="*/ 117055 h 1179716"/>
              <a:gd name="connsiteX6" fmla="*/ 461480 w 4257817"/>
              <a:gd name="connsiteY6" fmla="*/ 110749 h 1179716"/>
              <a:gd name="connsiteX7" fmla="*/ 600217 w 4257817"/>
              <a:gd name="connsiteY7" fmla="*/ 98137 h 1179716"/>
              <a:gd name="connsiteX8" fmla="*/ 675891 w 4257817"/>
              <a:gd name="connsiteY8" fmla="*/ 85524 h 1179716"/>
              <a:gd name="connsiteX9" fmla="*/ 789403 w 4257817"/>
              <a:gd name="connsiteY9" fmla="*/ 60300 h 1179716"/>
              <a:gd name="connsiteX10" fmla="*/ 814628 w 4257817"/>
              <a:gd name="connsiteY10" fmla="*/ 53993 h 1179716"/>
              <a:gd name="connsiteX11" fmla="*/ 902915 w 4257817"/>
              <a:gd name="connsiteY11" fmla="*/ 41381 h 1179716"/>
              <a:gd name="connsiteX12" fmla="*/ 934446 w 4257817"/>
              <a:gd name="connsiteY12" fmla="*/ 35075 h 1179716"/>
              <a:gd name="connsiteX13" fmla="*/ 1060570 w 4257817"/>
              <a:gd name="connsiteY13" fmla="*/ 28768 h 1179716"/>
              <a:gd name="connsiteX14" fmla="*/ 1136244 w 4257817"/>
              <a:gd name="connsiteY14" fmla="*/ 22462 h 1179716"/>
              <a:gd name="connsiteX15" fmla="*/ 1262369 w 4257817"/>
              <a:gd name="connsiteY15" fmla="*/ 28768 h 1179716"/>
              <a:gd name="connsiteX16" fmla="*/ 1306512 w 4257817"/>
              <a:gd name="connsiteY16" fmla="*/ 41381 h 1179716"/>
              <a:gd name="connsiteX17" fmla="*/ 1338043 w 4257817"/>
              <a:gd name="connsiteY17" fmla="*/ 53993 h 1179716"/>
              <a:gd name="connsiteX18" fmla="*/ 1356962 w 4257817"/>
              <a:gd name="connsiteY18" fmla="*/ 66606 h 1179716"/>
              <a:gd name="connsiteX19" fmla="*/ 1394799 w 4257817"/>
              <a:gd name="connsiteY19" fmla="*/ 79218 h 1179716"/>
              <a:gd name="connsiteX20" fmla="*/ 1413718 w 4257817"/>
              <a:gd name="connsiteY20" fmla="*/ 91831 h 1179716"/>
              <a:gd name="connsiteX21" fmla="*/ 1451555 w 4257817"/>
              <a:gd name="connsiteY21" fmla="*/ 104443 h 1179716"/>
              <a:gd name="connsiteX22" fmla="*/ 1489392 w 4257817"/>
              <a:gd name="connsiteY22" fmla="*/ 123362 h 1179716"/>
              <a:gd name="connsiteX23" fmla="*/ 1508311 w 4257817"/>
              <a:gd name="connsiteY23" fmla="*/ 135974 h 1179716"/>
              <a:gd name="connsiteX24" fmla="*/ 1539842 w 4257817"/>
              <a:gd name="connsiteY24" fmla="*/ 142280 h 1179716"/>
              <a:gd name="connsiteX25" fmla="*/ 1558760 w 4257817"/>
              <a:gd name="connsiteY25" fmla="*/ 148586 h 1179716"/>
              <a:gd name="connsiteX26" fmla="*/ 1583985 w 4257817"/>
              <a:gd name="connsiteY26" fmla="*/ 154893 h 1179716"/>
              <a:gd name="connsiteX27" fmla="*/ 1602904 w 4257817"/>
              <a:gd name="connsiteY27" fmla="*/ 161199 h 1179716"/>
              <a:gd name="connsiteX28" fmla="*/ 1697497 w 4257817"/>
              <a:gd name="connsiteY28" fmla="*/ 180117 h 1179716"/>
              <a:gd name="connsiteX29" fmla="*/ 2094788 w 4257817"/>
              <a:gd name="connsiteY29" fmla="*/ 173811 h 1179716"/>
              <a:gd name="connsiteX30" fmla="*/ 2138931 w 4257817"/>
              <a:gd name="connsiteY30" fmla="*/ 167505 h 1179716"/>
              <a:gd name="connsiteX31" fmla="*/ 2220912 w 4257817"/>
              <a:gd name="connsiteY31" fmla="*/ 154893 h 1179716"/>
              <a:gd name="connsiteX32" fmla="*/ 2271362 w 4257817"/>
              <a:gd name="connsiteY32" fmla="*/ 135974 h 1179716"/>
              <a:gd name="connsiteX33" fmla="*/ 2321811 w 4257817"/>
              <a:gd name="connsiteY33" fmla="*/ 123362 h 1179716"/>
              <a:gd name="connsiteX34" fmla="*/ 2384873 w 4257817"/>
              <a:gd name="connsiteY34" fmla="*/ 85524 h 1179716"/>
              <a:gd name="connsiteX35" fmla="*/ 2447935 w 4257817"/>
              <a:gd name="connsiteY35" fmla="*/ 60300 h 1179716"/>
              <a:gd name="connsiteX36" fmla="*/ 2492079 w 4257817"/>
              <a:gd name="connsiteY36" fmla="*/ 47687 h 1179716"/>
              <a:gd name="connsiteX37" fmla="*/ 2542529 w 4257817"/>
              <a:gd name="connsiteY37" fmla="*/ 28768 h 1179716"/>
              <a:gd name="connsiteX38" fmla="*/ 2712796 w 4257817"/>
              <a:gd name="connsiteY38" fmla="*/ 22462 h 1179716"/>
              <a:gd name="connsiteX39" fmla="*/ 2883064 w 4257817"/>
              <a:gd name="connsiteY39" fmla="*/ 28768 h 1179716"/>
              <a:gd name="connsiteX40" fmla="*/ 2939820 w 4257817"/>
              <a:gd name="connsiteY40" fmla="*/ 41381 h 1179716"/>
              <a:gd name="connsiteX41" fmla="*/ 2958738 w 4257817"/>
              <a:gd name="connsiteY41" fmla="*/ 47687 h 1179716"/>
              <a:gd name="connsiteX42" fmla="*/ 3015494 w 4257817"/>
              <a:gd name="connsiteY42" fmla="*/ 53993 h 1179716"/>
              <a:gd name="connsiteX43" fmla="*/ 3059638 w 4257817"/>
              <a:gd name="connsiteY43" fmla="*/ 66606 h 1179716"/>
              <a:gd name="connsiteX44" fmla="*/ 3110087 w 4257817"/>
              <a:gd name="connsiteY44" fmla="*/ 79218 h 1179716"/>
              <a:gd name="connsiteX45" fmla="*/ 3166843 w 4257817"/>
              <a:gd name="connsiteY45" fmla="*/ 98137 h 1179716"/>
              <a:gd name="connsiteX46" fmla="*/ 3204680 w 4257817"/>
              <a:gd name="connsiteY46" fmla="*/ 104443 h 1179716"/>
              <a:gd name="connsiteX47" fmla="*/ 3242518 w 4257817"/>
              <a:gd name="connsiteY47" fmla="*/ 117055 h 1179716"/>
              <a:gd name="connsiteX48" fmla="*/ 3261436 w 4257817"/>
              <a:gd name="connsiteY48" fmla="*/ 123362 h 1179716"/>
              <a:gd name="connsiteX49" fmla="*/ 3299273 w 4257817"/>
              <a:gd name="connsiteY49" fmla="*/ 129668 h 1179716"/>
              <a:gd name="connsiteX50" fmla="*/ 3551522 w 4257817"/>
              <a:gd name="connsiteY50" fmla="*/ 123362 h 1179716"/>
              <a:gd name="connsiteX51" fmla="*/ 3595665 w 4257817"/>
              <a:gd name="connsiteY51" fmla="*/ 104443 h 1179716"/>
              <a:gd name="connsiteX52" fmla="*/ 3627196 w 4257817"/>
              <a:gd name="connsiteY52" fmla="*/ 98137 h 1179716"/>
              <a:gd name="connsiteX53" fmla="*/ 3665033 w 4257817"/>
              <a:gd name="connsiteY53" fmla="*/ 85524 h 1179716"/>
              <a:gd name="connsiteX54" fmla="*/ 3677646 w 4257817"/>
              <a:gd name="connsiteY54" fmla="*/ 72912 h 1179716"/>
              <a:gd name="connsiteX55" fmla="*/ 3702871 w 4257817"/>
              <a:gd name="connsiteY55" fmla="*/ 66606 h 1179716"/>
              <a:gd name="connsiteX56" fmla="*/ 3721789 w 4257817"/>
              <a:gd name="connsiteY56" fmla="*/ 60300 h 1179716"/>
              <a:gd name="connsiteX57" fmla="*/ 3740708 w 4257817"/>
              <a:gd name="connsiteY57" fmla="*/ 47687 h 1179716"/>
              <a:gd name="connsiteX58" fmla="*/ 3816382 w 4257817"/>
              <a:gd name="connsiteY58" fmla="*/ 16156 h 1179716"/>
              <a:gd name="connsiteX59" fmla="*/ 3866832 w 4257817"/>
              <a:gd name="connsiteY59" fmla="*/ 9850 h 1179716"/>
              <a:gd name="connsiteX60" fmla="*/ 3885751 w 4257817"/>
              <a:gd name="connsiteY60" fmla="*/ 3544 h 1179716"/>
              <a:gd name="connsiteX61" fmla="*/ 4232592 w 4257817"/>
              <a:gd name="connsiteY61" fmla="*/ 16156 h 1179716"/>
              <a:gd name="connsiteX62" fmla="*/ 4251511 w 4257817"/>
              <a:gd name="connsiteY62" fmla="*/ 35075 h 1179716"/>
              <a:gd name="connsiteX63" fmla="*/ 4257817 w 4257817"/>
              <a:gd name="connsiteY63" fmla="*/ 60300 h 1179716"/>
              <a:gd name="connsiteX64" fmla="*/ 4245204 w 4257817"/>
              <a:gd name="connsiteY64" fmla="*/ 142280 h 1179716"/>
              <a:gd name="connsiteX65" fmla="*/ 4232592 w 4257817"/>
              <a:gd name="connsiteY65" fmla="*/ 217955 h 1179716"/>
              <a:gd name="connsiteX66" fmla="*/ 4226286 w 4257817"/>
              <a:gd name="connsiteY66" fmla="*/ 243180 h 1179716"/>
              <a:gd name="connsiteX67" fmla="*/ 4207367 w 4257817"/>
              <a:gd name="connsiteY67" fmla="*/ 274711 h 1179716"/>
              <a:gd name="connsiteX68" fmla="*/ 4188449 w 4257817"/>
              <a:gd name="connsiteY68" fmla="*/ 394528 h 1179716"/>
              <a:gd name="connsiteX69" fmla="*/ 4182142 w 4257817"/>
              <a:gd name="connsiteY69" fmla="*/ 413447 h 1179716"/>
              <a:gd name="connsiteX70" fmla="*/ 4188449 w 4257817"/>
              <a:gd name="connsiteY70" fmla="*/ 583715 h 1179716"/>
              <a:gd name="connsiteX71" fmla="*/ 4201061 w 4257817"/>
              <a:gd name="connsiteY71" fmla="*/ 602633 h 1179716"/>
              <a:gd name="connsiteX72" fmla="*/ 4207367 w 4257817"/>
              <a:gd name="connsiteY72" fmla="*/ 634164 h 1179716"/>
              <a:gd name="connsiteX73" fmla="*/ 4203262 w 4257817"/>
              <a:gd name="connsiteY73" fmla="*/ 791551 h 1179716"/>
              <a:gd name="connsiteX74" fmla="*/ 4222182 w 4257817"/>
              <a:gd name="connsiteY74" fmla="*/ 1124305 h 1179716"/>
              <a:gd name="connsiteX75" fmla="*/ 4037100 w 4257817"/>
              <a:gd name="connsiteY75" fmla="*/ 1094517 h 1179716"/>
              <a:gd name="connsiteX76" fmla="*/ 3992956 w 4257817"/>
              <a:gd name="connsiteY76" fmla="*/ 1081905 h 1179716"/>
              <a:gd name="connsiteX77" fmla="*/ 3929894 w 4257817"/>
              <a:gd name="connsiteY77" fmla="*/ 1062986 h 1179716"/>
              <a:gd name="connsiteX78" fmla="*/ 3885751 w 4257817"/>
              <a:gd name="connsiteY78" fmla="*/ 1056680 h 1179716"/>
              <a:gd name="connsiteX79" fmla="*/ 3860526 w 4257817"/>
              <a:gd name="connsiteY79" fmla="*/ 1050374 h 1179716"/>
              <a:gd name="connsiteX80" fmla="*/ 3822689 w 4257817"/>
              <a:gd name="connsiteY80" fmla="*/ 1044068 h 1179716"/>
              <a:gd name="connsiteX81" fmla="*/ 3784851 w 4257817"/>
              <a:gd name="connsiteY81" fmla="*/ 1031455 h 1179716"/>
              <a:gd name="connsiteX82" fmla="*/ 3683952 w 4257817"/>
              <a:gd name="connsiteY82" fmla="*/ 1018843 h 1179716"/>
              <a:gd name="connsiteX83" fmla="*/ 3545215 w 4257817"/>
              <a:gd name="connsiteY83" fmla="*/ 1006231 h 1179716"/>
              <a:gd name="connsiteX84" fmla="*/ 2927207 w 4257817"/>
              <a:gd name="connsiteY84" fmla="*/ 1018843 h 1179716"/>
              <a:gd name="connsiteX85" fmla="*/ 2908289 w 4257817"/>
              <a:gd name="connsiteY85" fmla="*/ 1025149 h 1179716"/>
              <a:gd name="connsiteX86" fmla="*/ 2876758 w 4257817"/>
              <a:gd name="connsiteY86" fmla="*/ 1037762 h 1179716"/>
              <a:gd name="connsiteX87" fmla="*/ 2845226 w 4257817"/>
              <a:gd name="connsiteY87" fmla="*/ 1044068 h 1179716"/>
              <a:gd name="connsiteX88" fmla="*/ 2788471 w 4257817"/>
              <a:gd name="connsiteY88" fmla="*/ 1062986 h 1179716"/>
              <a:gd name="connsiteX89" fmla="*/ 2756940 w 4257817"/>
              <a:gd name="connsiteY89" fmla="*/ 1075599 h 1179716"/>
              <a:gd name="connsiteX90" fmla="*/ 2693878 w 4257817"/>
              <a:gd name="connsiteY90" fmla="*/ 1094517 h 1179716"/>
              <a:gd name="connsiteX91" fmla="*/ 2674959 w 4257817"/>
              <a:gd name="connsiteY91" fmla="*/ 1100824 h 1179716"/>
              <a:gd name="connsiteX92" fmla="*/ 2643428 w 4257817"/>
              <a:gd name="connsiteY92" fmla="*/ 1113436 h 1179716"/>
              <a:gd name="connsiteX93" fmla="*/ 2611897 w 4257817"/>
              <a:gd name="connsiteY93" fmla="*/ 1119742 h 1179716"/>
              <a:gd name="connsiteX94" fmla="*/ 2536222 w 4257817"/>
              <a:gd name="connsiteY94" fmla="*/ 1138661 h 1179716"/>
              <a:gd name="connsiteX95" fmla="*/ 2517304 w 4257817"/>
              <a:gd name="connsiteY95" fmla="*/ 1151273 h 1179716"/>
              <a:gd name="connsiteX96" fmla="*/ 2447935 w 4257817"/>
              <a:gd name="connsiteY96" fmla="*/ 1163886 h 1179716"/>
              <a:gd name="connsiteX97" fmla="*/ 2126319 w 4257817"/>
              <a:gd name="connsiteY97" fmla="*/ 1151273 h 1179716"/>
              <a:gd name="connsiteX98" fmla="*/ 2075869 w 4257817"/>
              <a:gd name="connsiteY98" fmla="*/ 1138661 h 1179716"/>
              <a:gd name="connsiteX99" fmla="*/ 2044338 w 4257817"/>
              <a:gd name="connsiteY99" fmla="*/ 1126048 h 1179716"/>
              <a:gd name="connsiteX100" fmla="*/ 2000195 w 4257817"/>
              <a:gd name="connsiteY100" fmla="*/ 1119742 h 1179716"/>
              <a:gd name="connsiteX101" fmla="*/ 1956051 w 4257817"/>
              <a:gd name="connsiteY101" fmla="*/ 1107130 h 1179716"/>
              <a:gd name="connsiteX102" fmla="*/ 1924520 w 4257817"/>
              <a:gd name="connsiteY102" fmla="*/ 1100824 h 1179716"/>
              <a:gd name="connsiteX103" fmla="*/ 1848846 w 4257817"/>
              <a:gd name="connsiteY103" fmla="*/ 1075599 h 1179716"/>
              <a:gd name="connsiteX104" fmla="*/ 1823621 w 4257817"/>
              <a:gd name="connsiteY104" fmla="*/ 1069293 h 1179716"/>
              <a:gd name="connsiteX105" fmla="*/ 1798396 w 4257817"/>
              <a:gd name="connsiteY105" fmla="*/ 1056680 h 1179716"/>
              <a:gd name="connsiteX106" fmla="*/ 1741640 w 4257817"/>
              <a:gd name="connsiteY106" fmla="*/ 1044068 h 1179716"/>
              <a:gd name="connsiteX107" fmla="*/ 1665966 w 4257817"/>
              <a:gd name="connsiteY107" fmla="*/ 1031455 h 1179716"/>
              <a:gd name="connsiteX108" fmla="*/ 1590291 w 4257817"/>
              <a:gd name="connsiteY108" fmla="*/ 1012537 h 1179716"/>
              <a:gd name="connsiteX109" fmla="*/ 1546148 w 4257817"/>
              <a:gd name="connsiteY109" fmla="*/ 999924 h 1179716"/>
              <a:gd name="connsiteX110" fmla="*/ 1483086 w 4257817"/>
              <a:gd name="connsiteY110" fmla="*/ 993618 h 1179716"/>
              <a:gd name="connsiteX111" fmla="*/ 1438942 w 4257817"/>
              <a:gd name="connsiteY111" fmla="*/ 987312 h 1179716"/>
              <a:gd name="connsiteX112" fmla="*/ 1319124 w 4257817"/>
              <a:gd name="connsiteY112" fmla="*/ 968393 h 1179716"/>
              <a:gd name="connsiteX113" fmla="*/ 1129938 w 4257817"/>
              <a:gd name="connsiteY113" fmla="*/ 974700 h 1179716"/>
              <a:gd name="connsiteX114" fmla="*/ 1073182 w 4257817"/>
              <a:gd name="connsiteY114" fmla="*/ 981006 h 1179716"/>
              <a:gd name="connsiteX115" fmla="*/ 984895 w 4257817"/>
              <a:gd name="connsiteY115" fmla="*/ 987312 h 1179716"/>
              <a:gd name="connsiteX116" fmla="*/ 896609 w 4257817"/>
              <a:gd name="connsiteY116" fmla="*/ 1006231 h 1179716"/>
              <a:gd name="connsiteX117" fmla="*/ 871384 w 4257817"/>
              <a:gd name="connsiteY117" fmla="*/ 1018843 h 1179716"/>
              <a:gd name="connsiteX118" fmla="*/ 827240 w 4257817"/>
              <a:gd name="connsiteY118" fmla="*/ 1025149 h 1179716"/>
              <a:gd name="connsiteX119" fmla="*/ 694810 w 4257817"/>
              <a:gd name="connsiteY119" fmla="*/ 1044068 h 1179716"/>
              <a:gd name="connsiteX120" fmla="*/ 574992 w 4257817"/>
              <a:gd name="connsiteY120" fmla="*/ 1062986 h 1179716"/>
              <a:gd name="connsiteX121" fmla="*/ 556073 w 4257817"/>
              <a:gd name="connsiteY121" fmla="*/ 1069293 h 1179716"/>
              <a:gd name="connsiteX122" fmla="*/ 442562 w 4257817"/>
              <a:gd name="connsiteY122" fmla="*/ 1081905 h 1179716"/>
              <a:gd name="connsiteX123" fmla="*/ 404724 w 4257817"/>
              <a:gd name="connsiteY123" fmla="*/ 1088211 h 1179716"/>
              <a:gd name="connsiteX124" fmla="*/ 354275 w 4257817"/>
              <a:gd name="connsiteY124" fmla="*/ 1100824 h 1179716"/>
              <a:gd name="connsiteX125" fmla="*/ 322744 w 4257817"/>
              <a:gd name="connsiteY125" fmla="*/ 1107130 h 1179716"/>
              <a:gd name="connsiteX126" fmla="*/ 272294 w 4257817"/>
              <a:gd name="connsiteY126" fmla="*/ 1126048 h 1179716"/>
              <a:gd name="connsiteX127" fmla="*/ 247069 w 4257817"/>
              <a:gd name="connsiteY127" fmla="*/ 1132355 h 1179716"/>
              <a:gd name="connsiteX128" fmla="*/ 202926 w 4257817"/>
              <a:gd name="connsiteY128" fmla="*/ 1144967 h 1179716"/>
              <a:gd name="connsiteX129" fmla="*/ 32658 w 4257817"/>
              <a:gd name="connsiteY129" fmla="*/ 1138661 h 1179716"/>
              <a:gd name="connsiteX130" fmla="*/ 38964 w 4257817"/>
              <a:gd name="connsiteY130" fmla="*/ 949475 h 1179716"/>
              <a:gd name="connsiteX131" fmla="*/ 51577 w 4257817"/>
              <a:gd name="connsiteY131" fmla="*/ 911637 h 1179716"/>
              <a:gd name="connsiteX132" fmla="*/ 57883 w 4257817"/>
              <a:gd name="connsiteY132" fmla="*/ 880106 h 1179716"/>
              <a:gd name="connsiteX133" fmla="*/ 64189 w 4257817"/>
              <a:gd name="connsiteY133" fmla="*/ 854882 h 1179716"/>
              <a:gd name="connsiteX134" fmla="*/ 57883 w 4257817"/>
              <a:gd name="connsiteY134" fmla="*/ 552184 h 1179716"/>
              <a:gd name="connsiteX135" fmla="*/ 51577 w 4257817"/>
              <a:gd name="connsiteY135" fmla="*/ 514346 h 1179716"/>
              <a:gd name="connsiteX136" fmla="*/ 38964 w 4257817"/>
              <a:gd name="connsiteY136" fmla="*/ 419753 h 1179716"/>
              <a:gd name="connsiteX137" fmla="*/ 32658 w 4257817"/>
              <a:gd name="connsiteY137" fmla="*/ 394528 h 1179716"/>
              <a:gd name="connsiteX138" fmla="*/ 26352 w 4257817"/>
              <a:gd name="connsiteY138" fmla="*/ 356691 h 1179716"/>
              <a:gd name="connsiteX139" fmla="*/ 20046 w 4257817"/>
              <a:gd name="connsiteY139" fmla="*/ 331466 h 1179716"/>
              <a:gd name="connsiteX140" fmla="*/ 7433 w 4257817"/>
              <a:gd name="connsiteY140" fmla="*/ 249486 h 1179716"/>
              <a:gd name="connsiteX141" fmla="*/ 1127 w 4257817"/>
              <a:gd name="connsiteY141" fmla="*/ 224261 h 1179716"/>
              <a:gd name="connsiteX142" fmla="*/ 7433 w 4257817"/>
              <a:gd name="connsiteY142" fmla="*/ 16156 h 1179716"/>
              <a:gd name="connsiteX0" fmla="*/ 7433 w 4257817"/>
              <a:gd name="connsiteY0" fmla="*/ 16156 h 1179716"/>
              <a:gd name="connsiteX1" fmla="*/ 7433 w 4257817"/>
              <a:gd name="connsiteY1" fmla="*/ 16156 h 1179716"/>
              <a:gd name="connsiteX2" fmla="*/ 83108 w 4257817"/>
              <a:gd name="connsiteY2" fmla="*/ 91831 h 1179716"/>
              <a:gd name="connsiteX3" fmla="*/ 108333 w 4257817"/>
              <a:gd name="connsiteY3" fmla="*/ 98137 h 1179716"/>
              <a:gd name="connsiteX4" fmla="*/ 146170 w 4257817"/>
              <a:gd name="connsiteY4" fmla="*/ 117055 h 1179716"/>
              <a:gd name="connsiteX5" fmla="*/ 436255 w 4257817"/>
              <a:gd name="connsiteY5" fmla="*/ 117055 h 1179716"/>
              <a:gd name="connsiteX6" fmla="*/ 461480 w 4257817"/>
              <a:gd name="connsiteY6" fmla="*/ 110749 h 1179716"/>
              <a:gd name="connsiteX7" fmla="*/ 600217 w 4257817"/>
              <a:gd name="connsiteY7" fmla="*/ 98137 h 1179716"/>
              <a:gd name="connsiteX8" fmla="*/ 675891 w 4257817"/>
              <a:gd name="connsiteY8" fmla="*/ 85524 h 1179716"/>
              <a:gd name="connsiteX9" fmla="*/ 789403 w 4257817"/>
              <a:gd name="connsiteY9" fmla="*/ 60300 h 1179716"/>
              <a:gd name="connsiteX10" fmla="*/ 814628 w 4257817"/>
              <a:gd name="connsiteY10" fmla="*/ 53993 h 1179716"/>
              <a:gd name="connsiteX11" fmla="*/ 902915 w 4257817"/>
              <a:gd name="connsiteY11" fmla="*/ 41381 h 1179716"/>
              <a:gd name="connsiteX12" fmla="*/ 934446 w 4257817"/>
              <a:gd name="connsiteY12" fmla="*/ 35075 h 1179716"/>
              <a:gd name="connsiteX13" fmla="*/ 1060570 w 4257817"/>
              <a:gd name="connsiteY13" fmla="*/ 28768 h 1179716"/>
              <a:gd name="connsiteX14" fmla="*/ 1136244 w 4257817"/>
              <a:gd name="connsiteY14" fmla="*/ 22462 h 1179716"/>
              <a:gd name="connsiteX15" fmla="*/ 1262369 w 4257817"/>
              <a:gd name="connsiteY15" fmla="*/ 28768 h 1179716"/>
              <a:gd name="connsiteX16" fmla="*/ 1306512 w 4257817"/>
              <a:gd name="connsiteY16" fmla="*/ 41381 h 1179716"/>
              <a:gd name="connsiteX17" fmla="*/ 1338043 w 4257817"/>
              <a:gd name="connsiteY17" fmla="*/ 53993 h 1179716"/>
              <a:gd name="connsiteX18" fmla="*/ 1356962 w 4257817"/>
              <a:gd name="connsiteY18" fmla="*/ 66606 h 1179716"/>
              <a:gd name="connsiteX19" fmla="*/ 1394799 w 4257817"/>
              <a:gd name="connsiteY19" fmla="*/ 79218 h 1179716"/>
              <a:gd name="connsiteX20" fmla="*/ 1413718 w 4257817"/>
              <a:gd name="connsiteY20" fmla="*/ 91831 h 1179716"/>
              <a:gd name="connsiteX21" fmla="*/ 1451555 w 4257817"/>
              <a:gd name="connsiteY21" fmla="*/ 104443 h 1179716"/>
              <a:gd name="connsiteX22" fmla="*/ 1489392 w 4257817"/>
              <a:gd name="connsiteY22" fmla="*/ 123362 h 1179716"/>
              <a:gd name="connsiteX23" fmla="*/ 1508311 w 4257817"/>
              <a:gd name="connsiteY23" fmla="*/ 135974 h 1179716"/>
              <a:gd name="connsiteX24" fmla="*/ 1539842 w 4257817"/>
              <a:gd name="connsiteY24" fmla="*/ 142280 h 1179716"/>
              <a:gd name="connsiteX25" fmla="*/ 1558760 w 4257817"/>
              <a:gd name="connsiteY25" fmla="*/ 148586 h 1179716"/>
              <a:gd name="connsiteX26" fmla="*/ 1583985 w 4257817"/>
              <a:gd name="connsiteY26" fmla="*/ 154893 h 1179716"/>
              <a:gd name="connsiteX27" fmla="*/ 1602904 w 4257817"/>
              <a:gd name="connsiteY27" fmla="*/ 161199 h 1179716"/>
              <a:gd name="connsiteX28" fmla="*/ 1697497 w 4257817"/>
              <a:gd name="connsiteY28" fmla="*/ 180117 h 1179716"/>
              <a:gd name="connsiteX29" fmla="*/ 2094788 w 4257817"/>
              <a:gd name="connsiteY29" fmla="*/ 173811 h 1179716"/>
              <a:gd name="connsiteX30" fmla="*/ 2138931 w 4257817"/>
              <a:gd name="connsiteY30" fmla="*/ 167505 h 1179716"/>
              <a:gd name="connsiteX31" fmla="*/ 2220912 w 4257817"/>
              <a:gd name="connsiteY31" fmla="*/ 154893 h 1179716"/>
              <a:gd name="connsiteX32" fmla="*/ 2271362 w 4257817"/>
              <a:gd name="connsiteY32" fmla="*/ 135974 h 1179716"/>
              <a:gd name="connsiteX33" fmla="*/ 2321811 w 4257817"/>
              <a:gd name="connsiteY33" fmla="*/ 123362 h 1179716"/>
              <a:gd name="connsiteX34" fmla="*/ 2384873 w 4257817"/>
              <a:gd name="connsiteY34" fmla="*/ 85524 h 1179716"/>
              <a:gd name="connsiteX35" fmla="*/ 2447935 w 4257817"/>
              <a:gd name="connsiteY35" fmla="*/ 60300 h 1179716"/>
              <a:gd name="connsiteX36" fmla="*/ 2492079 w 4257817"/>
              <a:gd name="connsiteY36" fmla="*/ 47687 h 1179716"/>
              <a:gd name="connsiteX37" fmla="*/ 2542529 w 4257817"/>
              <a:gd name="connsiteY37" fmla="*/ 28768 h 1179716"/>
              <a:gd name="connsiteX38" fmla="*/ 2712796 w 4257817"/>
              <a:gd name="connsiteY38" fmla="*/ 22462 h 1179716"/>
              <a:gd name="connsiteX39" fmla="*/ 2883064 w 4257817"/>
              <a:gd name="connsiteY39" fmla="*/ 28768 h 1179716"/>
              <a:gd name="connsiteX40" fmla="*/ 2939820 w 4257817"/>
              <a:gd name="connsiteY40" fmla="*/ 41381 h 1179716"/>
              <a:gd name="connsiteX41" fmla="*/ 2958738 w 4257817"/>
              <a:gd name="connsiteY41" fmla="*/ 47687 h 1179716"/>
              <a:gd name="connsiteX42" fmla="*/ 3015494 w 4257817"/>
              <a:gd name="connsiteY42" fmla="*/ 53993 h 1179716"/>
              <a:gd name="connsiteX43" fmla="*/ 3059638 w 4257817"/>
              <a:gd name="connsiteY43" fmla="*/ 66606 h 1179716"/>
              <a:gd name="connsiteX44" fmla="*/ 3110087 w 4257817"/>
              <a:gd name="connsiteY44" fmla="*/ 79218 h 1179716"/>
              <a:gd name="connsiteX45" fmla="*/ 3166843 w 4257817"/>
              <a:gd name="connsiteY45" fmla="*/ 98137 h 1179716"/>
              <a:gd name="connsiteX46" fmla="*/ 3204680 w 4257817"/>
              <a:gd name="connsiteY46" fmla="*/ 104443 h 1179716"/>
              <a:gd name="connsiteX47" fmla="*/ 3242518 w 4257817"/>
              <a:gd name="connsiteY47" fmla="*/ 117055 h 1179716"/>
              <a:gd name="connsiteX48" fmla="*/ 3261436 w 4257817"/>
              <a:gd name="connsiteY48" fmla="*/ 123362 h 1179716"/>
              <a:gd name="connsiteX49" fmla="*/ 3299273 w 4257817"/>
              <a:gd name="connsiteY49" fmla="*/ 129668 h 1179716"/>
              <a:gd name="connsiteX50" fmla="*/ 3551522 w 4257817"/>
              <a:gd name="connsiteY50" fmla="*/ 123362 h 1179716"/>
              <a:gd name="connsiteX51" fmla="*/ 3595665 w 4257817"/>
              <a:gd name="connsiteY51" fmla="*/ 104443 h 1179716"/>
              <a:gd name="connsiteX52" fmla="*/ 3627196 w 4257817"/>
              <a:gd name="connsiteY52" fmla="*/ 98137 h 1179716"/>
              <a:gd name="connsiteX53" fmla="*/ 3665033 w 4257817"/>
              <a:gd name="connsiteY53" fmla="*/ 85524 h 1179716"/>
              <a:gd name="connsiteX54" fmla="*/ 3677646 w 4257817"/>
              <a:gd name="connsiteY54" fmla="*/ 72912 h 1179716"/>
              <a:gd name="connsiteX55" fmla="*/ 3702871 w 4257817"/>
              <a:gd name="connsiteY55" fmla="*/ 66606 h 1179716"/>
              <a:gd name="connsiteX56" fmla="*/ 3721789 w 4257817"/>
              <a:gd name="connsiteY56" fmla="*/ 60300 h 1179716"/>
              <a:gd name="connsiteX57" fmla="*/ 3740708 w 4257817"/>
              <a:gd name="connsiteY57" fmla="*/ 47687 h 1179716"/>
              <a:gd name="connsiteX58" fmla="*/ 3816382 w 4257817"/>
              <a:gd name="connsiteY58" fmla="*/ 16156 h 1179716"/>
              <a:gd name="connsiteX59" fmla="*/ 3866832 w 4257817"/>
              <a:gd name="connsiteY59" fmla="*/ 9850 h 1179716"/>
              <a:gd name="connsiteX60" fmla="*/ 3885751 w 4257817"/>
              <a:gd name="connsiteY60" fmla="*/ 3544 h 1179716"/>
              <a:gd name="connsiteX61" fmla="*/ 4232592 w 4257817"/>
              <a:gd name="connsiteY61" fmla="*/ 16156 h 1179716"/>
              <a:gd name="connsiteX62" fmla="*/ 4251511 w 4257817"/>
              <a:gd name="connsiteY62" fmla="*/ 35075 h 1179716"/>
              <a:gd name="connsiteX63" fmla="*/ 4257817 w 4257817"/>
              <a:gd name="connsiteY63" fmla="*/ 60300 h 1179716"/>
              <a:gd name="connsiteX64" fmla="*/ 4245204 w 4257817"/>
              <a:gd name="connsiteY64" fmla="*/ 142280 h 1179716"/>
              <a:gd name="connsiteX65" fmla="*/ 4232592 w 4257817"/>
              <a:gd name="connsiteY65" fmla="*/ 217955 h 1179716"/>
              <a:gd name="connsiteX66" fmla="*/ 4226286 w 4257817"/>
              <a:gd name="connsiteY66" fmla="*/ 243180 h 1179716"/>
              <a:gd name="connsiteX67" fmla="*/ 4207367 w 4257817"/>
              <a:gd name="connsiteY67" fmla="*/ 274711 h 1179716"/>
              <a:gd name="connsiteX68" fmla="*/ 4188449 w 4257817"/>
              <a:gd name="connsiteY68" fmla="*/ 394528 h 1179716"/>
              <a:gd name="connsiteX69" fmla="*/ 4182142 w 4257817"/>
              <a:gd name="connsiteY69" fmla="*/ 413447 h 1179716"/>
              <a:gd name="connsiteX70" fmla="*/ 4188449 w 4257817"/>
              <a:gd name="connsiteY70" fmla="*/ 583715 h 1179716"/>
              <a:gd name="connsiteX71" fmla="*/ 4201061 w 4257817"/>
              <a:gd name="connsiteY71" fmla="*/ 602633 h 1179716"/>
              <a:gd name="connsiteX72" fmla="*/ 4207367 w 4257817"/>
              <a:gd name="connsiteY72" fmla="*/ 634164 h 1179716"/>
              <a:gd name="connsiteX73" fmla="*/ 4203262 w 4257817"/>
              <a:gd name="connsiteY73" fmla="*/ 791551 h 1179716"/>
              <a:gd name="connsiteX74" fmla="*/ 4222182 w 4257817"/>
              <a:gd name="connsiteY74" fmla="*/ 1124305 h 1179716"/>
              <a:gd name="connsiteX75" fmla="*/ 4037100 w 4257817"/>
              <a:gd name="connsiteY75" fmla="*/ 1094517 h 1179716"/>
              <a:gd name="connsiteX76" fmla="*/ 3992956 w 4257817"/>
              <a:gd name="connsiteY76" fmla="*/ 1081905 h 1179716"/>
              <a:gd name="connsiteX77" fmla="*/ 3929894 w 4257817"/>
              <a:gd name="connsiteY77" fmla="*/ 1062986 h 1179716"/>
              <a:gd name="connsiteX78" fmla="*/ 3885751 w 4257817"/>
              <a:gd name="connsiteY78" fmla="*/ 1056680 h 1179716"/>
              <a:gd name="connsiteX79" fmla="*/ 3860526 w 4257817"/>
              <a:gd name="connsiteY79" fmla="*/ 1050374 h 1179716"/>
              <a:gd name="connsiteX80" fmla="*/ 3822689 w 4257817"/>
              <a:gd name="connsiteY80" fmla="*/ 1044068 h 1179716"/>
              <a:gd name="connsiteX81" fmla="*/ 3784851 w 4257817"/>
              <a:gd name="connsiteY81" fmla="*/ 1031455 h 1179716"/>
              <a:gd name="connsiteX82" fmla="*/ 3683952 w 4257817"/>
              <a:gd name="connsiteY82" fmla="*/ 1018843 h 1179716"/>
              <a:gd name="connsiteX83" fmla="*/ 3545215 w 4257817"/>
              <a:gd name="connsiteY83" fmla="*/ 1006231 h 1179716"/>
              <a:gd name="connsiteX84" fmla="*/ 2927207 w 4257817"/>
              <a:gd name="connsiteY84" fmla="*/ 1018843 h 1179716"/>
              <a:gd name="connsiteX85" fmla="*/ 2908289 w 4257817"/>
              <a:gd name="connsiteY85" fmla="*/ 1025149 h 1179716"/>
              <a:gd name="connsiteX86" fmla="*/ 2876758 w 4257817"/>
              <a:gd name="connsiteY86" fmla="*/ 1037762 h 1179716"/>
              <a:gd name="connsiteX87" fmla="*/ 2845226 w 4257817"/>
              <a:gd name="connsiteY87" fmla="*/ 1044068 h 1179716"/>
              <a:gd name="connsiteX88" fmla="*/ 2788471 w 4257817"/>
              <a:gd name="connsiteY88" fmla="*/ 1062986 h 1179716"/>
              <a:gd name="connsiteX89" fmla="*/ 2756940 w 4257817"/>
              <a:gd name="connsiteY89" fmla="*/ 1075599 h 1179716"/>
              <a:gd name="connsiteX90" fmla="*/ 2693878 w 4257817"/>
              <a:gd name="connsiteY90" fmla="*/ 1094517 h 1179716"/>
              <a:gd name="connsiteX91" fmla="*/ 2674959 w 4257817"/>
              <a:gd name="connsiteY91" fmla="*/ 1100824 h 1179716"/>
              <a:gd name="connsiteX92" fmla="*/ 2643428 w 4257817"/>
              <a:gd name="connsiteY92" fmla="*/ 1113436 h 1179716"/>
              <a:gd name="connsiteX93" fmla="*/ 2611897 w 4257817"/>
              <a:gd name="connsiteY93" fmla="*/ 1119742 h 1179716"/>
              <a:gd name="connsiteX94" fmla="*/ 2536222 w 4257817"/>
              <a:gd name="connsiteY94" fmla="*/ 1138661 h 1179716"/>
              <a:gd name="connsiteX95" fmla="*/ 2517304 w 4257817"/>
              <a:gd name="connsiteY95" fmla="*/ 1151273 h 1179716"/>
              <a:gd name="connsiteX96" fmla="*/ 2447935 w 4257817"/>
              <a:gd name="connsiteY96" fmla="*/ 1163886 h 1179716"/>
              <a:gd name="connsiteX97" fmla="*/ 2126319 w 4257817"/>
              <a:gd name="connsiteY97" fmla="*/ 1151273 h 1179716"/>
              <a:gd name="connsiteX98" fmla="*/ 2075869 w 4257817"/>
              <a:gd name="connsiteY98" fmla="*/ 1138661 h 1179716"/>
              <a:gd name="connsiteX99" fmla="*/ 2044338 w 4257817"/>
              <a:gd name="connsiteY99" fmla="*/ 1126048 h 1179716"/>
              <a:gd name="connsiteX100" fmla="*/ 2000195 w 4257817"/>
              <a:gd name="connsiteY100" fmla="*/ 1119742 h 1179716"/>
              <a:gd name="connsiteX101" fmla="*/ 1956051 w 4257817"/>
              <a:gd name="connsiteY101" fmla="*/ 1107130 h 1179716"/>
              <a:gd name="connsiteX102" fmla="*/ 1924520 w 4257817"/>
              <a:gd name="connsiteY102" fmla="*/ 1100824 h 1179716"/>
              <a:gd name="connsiteX103" fmla="*/ 1848846 w 4257817"/>
              <a:gd name="connsiteY103" fmla="*/ 1075599 h 1179716"/>
              <a:gd name="connsiteX104" fmla="*/ 1823621 w 4257817"/>
              <a:gd name="connsiteY104" fmla="*/ 1069293 h 1179716"/>
              <a:gd name="connsiteX105" fmla="*/ 1798396 w 4257817"/>
              <a:gd name="connsiteY105" fmla="*/ 1056680 h 1179716"/>
              <a:gd name="connsiteX106" fmla="*/ 1741640 w 4257817"/>
              <a:gd name="connsiteY106" fmla="*/ 1044068 h 1179716"/>
              <a:gd name="connsiteX107" fmla="*/ 1665966 w 4257817"/>
              <a:gd name="connsiteY107" fmla="*/ 1031455 h 1179716"/>
              <a:gd name="connsiteX108" fmla="*/ 1590291 w 4257817"/>
              <a:gd name="connsiteY108" fmla="*/ 1012537 h 1179716"/>
              <a:gd name="connsiteX109" fmla="*/ 1546148 w 4257817"/>
              <a:gd name="connsiteY109" fmla="*/ 999924 h 1179716"/>
              <a:gd name="connsiteX110" fmla="*/ 1483086 w 4257817"/>
              <a:gd name="connsiteY110" fmla="*/ 993618 h 1179716"/>
              <a:gd name="connsiteX111" fmla="*/ 1438942 w 4257817"/>
              <a:gd name="connsiteY111" fmla="*/ 987312 h 1179716"/>
              <a:gd name="connsiteX112" fmla="*/ 1319124 w 4257817"/>
              <a:gd name="connsiteY112" fmla="*/ 968393 h 1179716"/>
              <a:gd name="connsiteX113" fmla="*/ 1129938 w 4257817"/>
              <a:gd name="connsiteY113" fmla="*/ 974700 h 1179716"/>
              <a:gd name="connsiteX114" fmla="*/ 1073182 w 4257817"/>
              <a:gd name="connsiteY114" fmla="*/ 981006 h 1179716"/>
              <a:gd name="connsiteX115" fmla="*/ 984895 w 4257817"/>
              <a:gd name="connsiteY115" fmla="*/ 987312 h 1179716"/>
              <a:gd name="connsiteX116" fmla="*/ 896609 w 4257817"/>
              <a:gd name="connsiteY116" fmla="*/ 1006231 h 1179716"/>
              <a:gd name="connsiteX117" fmla="*/ 871384 w 4257817"/>
              <a:gd name="connsiteY117" fmla="*/ 1018843 h 1179716"/>
              <a:gd name="connsiteX118" fmla="*/ 827240 w 4257817"/>
              <a:gd name="connsiteY118" fmla="*/ 1025149 h 1179716"/>
              <a:gd name="connsiteX119" fmla="*/ 694810 w 4257817"/>
              <a:gd name="connsiteY119" fmla="*/ 1044068 h 1179716"/>
              <a:gd name="connsiteX120" fmla="*/ 574992 w 4257817"/>
              <a:gd name="connsiteY120" fmla="*/ 1062986 h 1179716"/>
              <a:gd name="connsiteX121" fmla="*/ 556073 w 4257817"/>
              <a:gd name="connsiteY121" fmla="*/ 1069293 h 1179716"/>
              <a:gd name="connsiteX122" fmla="*/ 442562 w 4257817"/>
              <a:gd name="connsiteY122" fmla="*/ 1081905 h 1179716"/>
              <a:gd name="connsiteX123" fmla="*/ 404724 w 4257817"/>
              <a:gd name="connsiteY123" fmla="*/ 1088211 h 1179716"/>
              <a:gd name="connsiteX124" fmla="*/ 354275 w 4257817"/>
              <a:gd name="connsiteY124" fmla="*/ 1100824 h 1179716"/>
              <a:gd name="connsiteX125" fmla="*/ 322744 w 4257817"/>
              <a:gd name="connsiteY125" fmla="*/ 1107130 h 1179716"/>
              <a:gd name="connsiteX126" fmla="*/ 272294 w 4257817"/>
              <a:gd name="connsiteY126" fmla="*/ 1126048 h 1179716"/>
              <a:gd name="connsiteX127" fmla="*/ 247069 w 4257817"/>
              <a:gd name="connsiteY127" fmla="*/ 1132355 h 1179716"/>
              <a:gd name="connsiteX128" fmla="*/ 202926 w 4257817"/>
              <a:gd name="connsiteY128" fmla="*/ 1144967 h 1179716"/>
              <a:gd name="connsiteX129" fmla="*/ 32658 w 4257817"/>
              <a:gd name="connsiteY129" fmla="*/ 1138661 h 1179716"/>
              <a:gd name="connsiteX130" fmla="*/ 38964 w 4257817"/>
              <a:gd name="connsiteY130" fmla="*/ 949475 h 1179716"/>
              <a:gd name="connsiteX131" fmla="*/ 51577 w 4257817"/>
              <a:gd name="connsiteY131" fmla="*/ 911637 h 1179716"/>
              <a:gd name="connsiteX132" fmla="*/ 57883 w 4257817"/>
              <a:gd name="connsiteY132" fmla="*/ 880106 h 1179716"/>
              <a:gd name="connsiteX133" fmla="*/ 64189 w 4257817"/>
              <a:gd name="connsiteY133" fmla="*/ 854882 h 1179716"/>
              <a:gd name="connsiteX134" fmla="*/ 57883 w 4257817"/>
              <a:gd name="connsiteY134" fmla="*/ 552184 h 1179716"/>
              <a:gd name="connsiteX135" fmla="*/ 51577 w 4257817"/>
              <a:gd name="connsiteY135" fmla="*/ 514346 h 1179716"/>
              <a:gd name="connsiteX136" fmla="*/ 38964 w 4257817"/>
              <a:gd name="connsiteY136" fmla="*/ 419753 h 1179716"/>
              <a:gd name="connsiteX137" fmla="*/ 32658 w 4257817"/>
              <a:gd name="connsiteY137" fmla="*/ 394528 h 1179716"/>
              <a:gd name="connsiteX138" fmla="*/ 26352 w 4257817"/>
              <a:gd name="connsiteY138" fmla="*/ 356691 h 1179716"/>
              <a:gd name="connsiteX139" fmla="*/ 20046 w 4257817"/>
              <a:gd name="connsiteY139" fmla="*/ 331466 h 1179716"/>
              <a:gd name="connsiteX140" fmla="*/ 7433 w 4257817"/>
              <a:gd name="connsiteY140" fmla="*/ 249486 h 1179716"/>
              <a:gd name="connsiteX141" fmla="*/ 1127 w 4257817"/>
              <a:gd name="connsiteY141" fmla="*/ 224261 h 1179716"/>
              <a:gd name="connsiteX142" fmla="*/ 7433 w 4257817"/>
              <a:gd name="connsiteY142" fmla="*/ 16156 h 1179716"/>
              <a:gd name="connsiteX0" fmla="*/ 935 w 4251319"/>
              <a:gd name="connsiteY0" fmla="*/ 16156 h 1179716"/>
              <a:gd name="connsiteX1" fmla="*/ 935 w 4251319"/>
              <a:gd name="connsiteY1" fmla="*/ 16156 h 1179716"/>
              <a:gd name="connsiteX2" fmla="*/ 76610 w 4251319"/>
              <a:gd name="connsiteY2" fmla="*/ 91831 h 1179716"/>
              <a:gd name="connsiteX3" fmla="*/ 101835 w 4251319"/>
              <a:gd name="connsiteY3" fmla="*/ 98137 h 1179716"/>
              <a:gd name="connsiteX4" fmla="*/ 139672 w 4251319"/>
              <a:gd name="connsiteY4" fmla="*/ 117055 h 1179716"/>
              <a:gd name="connsiteX5" fmla="*/ 429757 w 4251319"/>
              <a:gd name="connsiteY5" fmla="*/ 117055 h 1179716"/>
              <a:gd name="connsiteX6" fmla="*/ 454982 w 4251319"/>
              <a:gd name="connsiteY6" fmla="*/ 110749 h 1179716"/>
              <a:gd name="connsiteX7" fmla="*/ 593719 w 4251319"/>
              <a:gd name="connsiteY7" fmla="*/ 98137 h 1179716"/>
              <a:gd name="connsiteX8" fmla="*/ 669393 w 4251319"/>
              <a:gd name="connsiteY8" fmla="*/ 85524 h 1179716"/>
              <a:gd name="connsiteX9" fmla="*/ 782905 w 4251319"/>
              <a:gd name="connsiteY9" fmla="*/ 60300 h 1179716"/>
              <a:gd name="connsiteX10" fmla="*/ 808130 w 4251319"/>
              <a:gd name="connsiteY10" fmla="*/ 53993 h 1179716"/>
              <a:gd name="connsiteX11" fmla="*/ 896417 w 4251319"/>
              <a:gd name="connsiteY11" fmla="*/ 41381 h 1179716"/>
              <a:gd name="connsiteX12" fmla="*/ 927948 w 4251319"/>
              <a:gd name="connsiteY12" fmla="*/ 35075 h 1179716"/>
              <a:gd name="connsiteX13" fmla="*/ 1054072 w 4251319"/>
              <a:gd name="connsiteY13" fmla="*/ 28768 h 1179716"/>
              <a:gd name="connsiteX14" fmla="*/ 1129746 w 4251319"/>
              <a:gd name="connsiteY14" fmla="*/ 22462 h 1179716"/>
              <a:gd name="connsiteX15" fmla="*/ 1255871 w 4251319"/>
              <a:gd name="connsiteY15" fmla="*/ 28768 h 1179716"/>
              <a:gd name="connsiteX16" fmla="*/ 1300014 w 4251319"/>
              <a:gd name="connsiteY16" fmla="*/ 41381 h 1179716"/>
              <a:gd name="connsiteX17" fmla="*/ 1331545 w 4251319"/>
              <a:gd name="connsiteY17" fmla="*/ 53993 h 1179716"/>
              <a:gd name="connsiteX18" fmla="*/ 1350464 w 4251319"/>
              <a:gd name="connsiteY18" fmla="*/ 66606 h 1179716"/>
              <a:gd name="connsiteX19" fmla="*/ 1388301 w 4251319"/>
              <a:gd name="connsiteY19" fmla="*/ 79218 h 1179716"/>
              <a:gd name="connsiteX20" fmla="*/ 1407220 w 4251319"/>
              <a:gd name="connsiteY20" fmla="*/ 91831 h 1179716"/>
              <a:gd name="connsiteX21" fmla="*/ 1445057 w 4251319"/>
              <a:gd name="connsiteY21" fmla="*/ 104443 h 1179716"/>
              <a:gd name="connsiteX22" fmla="*/ 1482894 w 4251319"/>
              <a:gd name="connsiteY22" fmla="*/ 123362 h 1179716"/>
              <a:gd name="connsiteX23" fmla="*/ 1501813 w 4251319"/>
              <a:gd name="connsiteY23" fmla="*/ 135974 h 1179716"/>
              <a:gd name="connsiteX24" fmla="*/ 1533344 w 4251319"/>
              <a:gd name="connsiteY24" fmla="*/ 142280 h 1179716"/>
              <a:gd name="connsiteX25" fmla="*/ 1552262 w 4251319"/>
              <a:gd name="connsiteY25" fmla="*/ 148586 h 1179716"/>
              <a:gd name="connsiteX26" fmla="*/ 1577487 w 4251319"/>
              <a:gd name="connsiteY26" fmla="*/ 154893 h 1179716"/>
              <a:gd name="connsiteX27" fmla="*/ 1596406 w 4251319"/>
              <a:gd name="connsiteY27" fmla="*/ 161199 h 1179716"/>
              <a:gd name="connsiteX28" fmla="*/ 1690999 w 4251319"/>
              <a:gd name="connsiteY28" fmla="*/ 180117 h 1179716"/>
              <a:gd name="connsiteX29" fmla="*/ 2088290 w 4251319"/>
              <a:gd name="connsiteY29" fmla="*/ 173811 h 1179716"/>
              <a:gd name="connsiteX30" fmla="*/ 2132433 w 4251319"/>
              <a:gd name="connsiteY30" fmla="*/ 167505 h 1179716"/>
              <a:gd name="connsiteX31" fmla="*/ 2214414 w 4251319"/>
              <a:gd name="connsiteY31" fmla="*/ 154893 h 1179716"/>
              <a:gd name="connsiteX32" fmla="*/ 2264864 w 4251319"/>
              <a:gd name="connsiteY32" fmla="*/ 135974 h 1179716"/>
              <a:gd name="connsiteX33" fmla="*/ 2315313 w 4251319"/>
              <a:gd name="connsiteY33" fmla="*/ 123362 h 1179716"/>
              <a:gd name="connsiteX34" fmla="*/ 2378375 w 4251319"/>
              <a:gd name="connsiteY34" fmla="*/ 85524 h 1179716"/>
              <a:gd name="connsiteX35" fmla="*/ 2441437 w 4251319"/>
              <a:gd name="connsiteY35" fmla="*/ 60300 h 1179716"/>
              <a:gd name="connsiteX36" fmla="*/ 2485581 w 4251319"/>
              <a:gd name="connsiteY36" fmla="*/ 47687 h 1179716"/>
              <a:gd name="connsiteX37" fmla="*/ 2536031 w 4251319"/>
              <a:gd name="connsiteY37" fmla="*/ 28768 h 1179716"/>
              <a:gd name="connsiteX38" fmla="*/ 2706298 w 4251319"/>
              <a:gd name="connsiteY38" fmla="*/ 22462 h 1179716"/>
              <a:gd name="connsiteX39" fmla="*/ 2876566 w 4251319"/>
              <a:gd name="connsiteY39" fmla="*/ 28768 h 1179716"/>
              <a:gd name="connsiteX40" fmla="*/ 2933322 w 4251319"/>
              <a:gd name="connsiteY40" fmla="*/ 41381 h 1179716"/>
              <a:gd name="connsiteX41" fmla="*/ 2952240 w 4251319"/>
              <a:gd name="connsiteY41" fmla="*/ 47687 h 1179716"/>
              <a:gd name="connsiteX42" fmla="*/ 3008996 w 4251319"/>
              <a:gd name="connsiteY42" fmla="*/ 53993 h 1179716"/>
              <a:gd name="connsiteX43" fmla="*/ 3053140 w 4251319"/>
              <a:gd name="connsiteY43" fmla="*/ 66606 h 1179716"/>
              <a:gd name="connsiteX44" fmla="*/ 3103589 w 4251319"/>
              <a:gd name="connsiteY44" fmla="*/ 79218 h 1179716"/>
              <a:gd name="connsiteX45" fmla="*/ 3160345 w 4251319"/>
              <a:gd name="connsiteY45" fmla="*/ 98137 h 1179716"/>
              <a:gd name="connsiteX46" fmla="*/ 3198182 w 4251319"/>
              <a:gd name="connsiteY46" fmla="*/ 104443 h 1179716"/>
              <a:gd name="connsiteX47" fmla="*/ 3236020 w 4251319"/>
              <a:gd name="connsiteY47" fmla="*/ 117055 h 1179716"/>
              <a:gd name="connsiteX48" fmla="*/ 3254938 w 4251319"/>
              <a:gd name="connsiteY48" fmla="*/ 123362 h 1179716"/>
              <a:gd name="connsiteX49" fmla="*/ 3292775 w 4251319"/>
              <a:gd name="connsiteY49" fmla="*/ 129668 h 1179716"/>
              <a:gd name="connsiteX50" fmla="*/ 3545024 w 4251319"/>
              <a:gd name="connsiteY50" fmla="*/ 123362 h 1179716"/>
              <a:gd name="connsiteX51" fmla="*/ 3589167 w 4251319"/>
              <a:gd name="connsiteY51" fmla="*/ 104443 h 1179716"/>
              <a:gd name="connsiteX52" fmla="*/ 3620698 w 4251319"/>
              <a:gd name="connsiteY52" fmla="*/ 98137 h 1179716"/>
              <a:gd name="connsiteX53" fmla="*/ 3658535 w 4251319"/>
              <a:gd name="connsiteY53" fmla="*/ 85524 h 1179716"/>
              <a:gd name="connsiteX54" fmla="*/ 3671148 w 4251319"/>
              <a:gd name="connsiteY54" fmla="*/ 72912 h 1179716"/>
              <a:gd name="connsiteX55" fmla="*/ 3696373 w 4251319"/>
              <a:gd name="connsiteY55" fmla="*/ 66606 h 1179716"/>
              <a:gd name="connsiteX56" fmla="*/ 3715291 w 4251319"/>
              <a:gd name="connsiteY56" fmla="*/ 60300 h 1179716"/>
              <a:gd name="connsiteX57" fmla="*/ 3734210 w 4251319"/>
              <a:gd name="connsiteY57" fmla="*/ 47687 h 1179716"/>
              <a:gd name="connsiteX58" fmla="*/ 3809884 w 4251319"/>
              <a:gd name="connsiteY58" fmla="*/ 16156 h 1179716"/>
              <a:gd name="connsiteX59" fmla="*/ 3860334 w 4251319"/>
              <a:gd name="connsiteY59" fmla="*/ 9850 h 1179716"/>
              <a:gd name="connsiteX60" fmla="*/ 3879253 w 4251319"/>
              <a:gd name="connsiteY60" fmla="*/ 3544 h 1179716"/>
              <a:gd name="connsiteX61" fmla="*/ 4226094 w 4251319"/>
              <a:gd name="connsiteY61" fmla="*/ 16156 h 1179716"/>
              <a:gd name="connsiteX62" fmla="*/ 4245013 w 4251319"/>
              <a:gd name="connsiteY62" fmla="*/ 35075 h 1179716"/>
              <a:gd name="connsiteX63" fmla="*/ 4251319 w 4251319"/>
              <a:gd name="connsiteY63" fmla="*/ 60300 h 1179716"/>
              <a:gd name="connsiteX64" fmla="*/ 4238706 w 4251319"/>
              <a:gd name="connsiteY64" fmla="*/ 142280 h 1179716"/>
              <a:gd name="connsiteX65" fmla="*/ 4226094 w 4251319"/>
              <a:gd name="connsiteY65" fmla="*/ 217955 h 1179716"/>
              <a:gd name="connsiteX66" fmla="*/ 4219788 w 4251319"/>
              <a:gd name="connsiteY66" fmla="*/ 243180 h 1179716"/>
              <a:gd name="connsiteX67" fmla="*/ 4200869 w 4251319"/>
              <a:gd name="connsiteY67" fmla="*/ 274711 h 1179716"/>
              <a:gd name="connsiteX68" fmla="*/ 4181951 w 4251319"/>
              <a:gd name="connsiteY68" fmla="*/ 394528 h 1179716"/>
              <a:gd name="connsiteX69" fmla="*/ 4175644 w 4251319"/>
              <a:gd name="connsiteY69" fmla="*/ 413447 h 1179716"/>
              <a:gd name="connsiteX70" fmla="*/ 4181951 w 4251319"/>
              <a:gd name="connsiteY70" fmla="*/ 583715 h 1179716"/>
              <a:gd name="connsiteX71" fmla="*/ 4194563 w 4251319"/>
              <a:gd name="connsiteY71" fmla="*/ 602633 h 1179716"/>
              <a:gd name="connsiteX72" fmla="*/ 4200869 w 4251319"/>
              <a:gd name="connsiteY72" fmla="*/ 634164 h 1179716"/>
              <a:gd name="connsiteX73" fmla="*/ 4196764 w 4251319"/>
              <a:gd name="connsiteY73" fmla="*/ 791551 h 1179716"/>
              <a:gd name="connsiteX74" fmla="*/ 4215684 w 4251319"/>
              <a:gd name="connsiteY74" fmla="*/ 1124305 h 1179716"/>
              <a:gd name="connsiteX75" fmla="*/ 4030602 w 4251319"/>
              <a:gd name="connsiteY75" fmla="*/ 1094517 h 1179716"/>
              <a:gd name="connsiteX76" fmla="*/ 3986458 w 4251319"/>
              <a:gd name="connsiteY76" fmla="*/ 1081905 h 1179716"/>
              <a:gd name="connsiteX77" fmla="*/ 3923396 w 4251319"/>
              <a:gd name="connsiteY77" fmla="*/ 1062986 h 1179716"/>
              <a:gd name="connsiteX78" fmla="*/ 3879253 w 4251319"/>
              <a:gd name="connsiteY78" fmla="*/ 1056680 h 1179716"/>
              <a:gd name="connsiteX79" fmla="*/ 3854028 w 4251319"/>
              <a:gd name="connsiteY79" fmla="*/ 1050374 h 1179716"/>
              <a:gd name="connsiteX80" fmla="*/ 3816191 w 4251319"/>
              <a:gd name="connsiteY80" fmla="*/ 1044068 h 1179716"/>
              <a:gd name="connsiteX81" fmla="*/ 3778353 w 4251319"/>
              <a:gd name="connsiteY81" fmla="*/ 1031455 h 1179716"/>
              <a:gd name="connsiteX82" fmla="*/ 3677454 w 4251319"/>
              <a:gd name="connsiteY82" fmla="*/ 1018843 h 1179716"/>
              <a:gd name="connsiteX83" fmla="*/ 3538717 w 4251319"/>
              <a:gd name="connsiteY83" fmla="*/ 1006231 h 1179716"/>
              <a:gd name="connsiteX84" fmla="*/ 2920709 w 4251319"/>
              <a:gd name="connsiteY84" fmla="*/ 1018843 h 1179716"/>
              <a:gd name="connsiteX85" fmla="*/ 2901791 w 4251319"/>
              <a:gd name="connsiteY85" fmla="*/ 1025149 h 1179716"/>
              <a:gd name="connsiteX86" fmla="*/ 2870260 w 4251319"/>
              <a:gd name="connsiteY86" fmla="*/ 1037762 h 1179716"/>
              <a:gd name="connsiteX87" fmla="*/ 2838728 w 4251319"/>
              <a:gd name="connsiteY87" fmla="*/ 1044068 h 1179716"/>
              <a:gd name="connsiteX88" fmla="*/ 2781973 w 4251319"/>
              <a:gd name="connsiteY88" fmla="*/ 1062986 h 1179716"/>
              <a:gd name="connsiteX89" fmla="*/ 2750442 w 4251319"/>
              <a:gd name="connsiteY89" fmla="*/ 1075599 h 1179716"/>
              <a:gd name="connsiteX90" fmla="*/ 2687380 w 4251319"/>
              <a:gd name="connsiteY90" fmla="*/ 1094517 h 1179716"/>
              <a:gd name="connsiteX91" fmla="*/ 2668461 w 4251319"/>
              <a:gd name="connsiteY91" fmla="*/ 1100824 h 1179716"/>
              <a:gd name="connsiteX92" fmla="*/ 2636930 w 4251319"/>
              <a:gd name="connsiteY92" fmla="*/ 1113436 h 1179716"/>
              <a:gd name="connsiteX93" fmla="*/ 2605399 w 4251319"/>
              <a:gd name="connsiteY93" fmla="*/ 1119742 h 1179716"/>
              <a:gd name="connsiteX94" fmla="*/ 2529724 w 4251319"/>
              <a:gd name="connsiteY94" fmla="*/ 1138661 h 1179716"/>
              <a:gd name="connsiteX95" fmla="*/ 2510806 w 4251319"/>
              <a:gd name="connsiteY95" fmla="*/ 1151273 h 1179716"/>
              <a:gd name="connsiteX96" fmla="*/ 2441437 w 4251319"/>
              <a:gd name="connsiteY96" fmla="*/ 1163886 h 1179716"/>
              <a:gd name="connsiteX97" fmla="*/ 2119821 w 4251319"/>
              <a:gd name="connsiteY97" fmla="*/ 1151273 h 1179716"/>
              <a:gd name="connsiteX98" fmla="*/ 2069371 w 4251319"/>
              <a:gd name="connsiteY98" fmla="*/ 1138661 h 1179716"/>
              <a:gd name="connsiteX99" fmla="*/ 2037840 w 4251319"/>
              <a:gd name="connsiteY99" fmla="*/ 1126048 h 1179716"/>
              <a:gd name="connsiteX100" fmla="*/ 1993697 w 4251319"/>
              <a:gd name="connsiteY100" fmla="*/ 1119742 h 1179716"/>
              <a:gd name="connsiteX101" fmla="*/ 1949553 w 4251319"/>
              <a:gd name="connsiteY101" fmla="*/ 1107130 h 1179716"/>
              <a:gd name="connsiteX102" fmla="*/ 1918022 w 4251319"/>
              <a:gd name="connsiteY102" fmla="*/ 1100824 h 1179716"/>
              <a:gd name="connsiteX103" fmla="*/ 1842348 w 4251319"/>
              <a:gd name="connsiteY103" fmla="*/ 1075599 h 1179716"/>
              <a:gd name="connsiteX104" fmla="*/ 1817123 w 4251319"/>
              <a:gd name="connsiteY104" fmla="*/ 1069293 h 1179716"/>
              <a:gd name="connsiteX105" fmla="*/ 1791898 w 4251319"/>
              <a:gd name="connsiteY105" fmla="*/ 1056680 h 1179716"/>
              <a:gd name="connsiteX106" fmla="*/ 1735142 w 4251319"/>
              <a:gd name="connsiteY106" fmla="*/ 1044068 h 1179716"/>
              <a:gd name="connsiteX107" fmla="*/ 1659468 w 4251319"/>
              <a:gd name="connsiteY107" fmla="*/ 1031455 h 1179716"/>
              <a:gd name="connsiteX108" fmla="*/ 1583793 w 4251319"/>
              <a:gd name="connsiteY108" fmla="*/ 1012537 h 1179716"/>
              <a:gd name="connsiteX109" fmla="*/ 1539650 w 4251319"/>
              <a:gd name="connsiteY109" fmla="*/ 999924 h 1179716"/>
              <a:gd name="connsiteX110" fmla="*/ 1476588 w 4251319"/>
              <a:gd name="connsiteY110" fmla="*/ 993618 h 1179716"/>
              <a:gd name="connsiteX111" fmla="*/ 1432444 w 4251319"/>
              <a:gd name="connsiteY111" fmla="*/ 987312 h 1179716"/>
              <a:gd name="connsiteX112" fmla="*/ 1312626 w 4251319"/>
              <a:gd name="connsiteY112" fmla="*/ 968393 h 1179716"/>
              <a:gd name="connsiteX113" fmla="*/ 1123440 w 4251319"/>
              <a:gd name="connsiteY113" fmla="*/ 974700 h 1179716"/>
              <a:gd name="connsiteX114" fmla="*/ 1066684 w 4251319"/>
              <a:gd name="connsiteY114" fmla="*/ 981006 h 1179716"/>
              <a:gd name="connsiteX115" fmla="*/ 978397 w 4251319"/>
              <a:gd name="connsiteY115" fmla="*/ 987312 h 1179716"/>
              <a:gd name="connsiteX116" fmla="*/ 890111 w 4251319"/>
              <a:gd name="connsiteY116" fmla="*/ 1006231 h 1179716"/>
              <a:gd name="connsiteX117" fmla="*/ 864886 w 4251319"/>
              <a:gd name="connsiteY117" fmla="*/ 1018843 h 1179716"/>
              <a:gd name="connsiteX118" fmla="*/ 820742 w 4251319"/>
              <a:gd name="connsiteY118" fmla="*/ 1025149 h 1179716"/>
              <a:gd name="connsiteX119" fmla="*/ 688312 w 4251319"/>
              <a:gd name="connsiteY119" fmla="*/ 1044068 h 1179716"/>
              <a:gd name="connsiteX120" fmla="*/ 568494 w 4251319"/>
              <a:gd name="connsiteY120" fmla="*/ 1062986 h 1179716"/>
              <a:gd name="connsiteX121" fmla="*/ 549575 w 4251319"/>
              <a:gd name="connsiteY121" fmla="*/ 1069293 h 1179716"/>
              <a:gd name="connsiteX122" fmla="*/ 436064 w 4251319"/>
              <a:gd name="connsiteY122" fmla="*/ 1081905 h 1179716"/>
              <a:gd name="connsiteX123" fmla="*/ 398226 w 4251319"/>
              <a:gd name="connsiteY123" fmla="*/ 1088211 h 1179716"/>
              <a:gd name="connsiteX124" fmla="*/ 347777 w 4251319"/>
              <a:gd name="connsiteY124" fmla="*/ 1100824 h 1179716"/>
              <a:gd name="connsiteX125" fmla="*/ 316246 w 4251319"/>
              <a:gd name="connsiteY125" fmla="*/ 1107130 h 1179716"/>
              <a:gd name="connsiteX126" fmla="*/ 265796 w 4251319"/>
              <a:gd name="connsiteY126" fmla="*/ 1126048 h 1179716"/>
              <a:gd name="connsiteX127" fmla="*/ 240571 w 4251319"/>
              <a:gd name="connsiteY127" fmla="*/ 1132355 h 1179716"/>
              <a:gd name="connsiteX128" fmla="*/ 196428 w 4251319"/>
              <a:gd name="connsiteY128" fmla="*/ 1144967 h 1179716"/>
              <a:gd name="connsiteX129" fmla="*/ 26160 w 4251319"/>
              <a:gd name="connsiteY129" fmla="*/ 1138661 h 1179716"/>
              <a:gd name="connsiteX130" fmla="*/ 32466 w 4251319"/>
              <a:gd name="connsiteY130" fmla="*/ 949475 h 1179716"/>
              <a:gd name="connsiteX131" fmla="*/ 45079 w 4251319"/>
              <a:gd name="connsiteY131" fmla="*/ 911637 h 1179716"/>
              <a:gd name="connsiteX132" fmla="*/ 51385 w 4251319"/>
              <a:gd name="connsiteY132" fmla="*/ 880106 h 1179716"/>
              <a:gd name="connsiteX133" fmla="*/ 57691 w 4251319"/>
              <a:gd name="connsiteY133" fmla="*/ 854882 h 1179716"/>
              <a:gd name="connsiteX134" fmla="*/ 51385 w 4251319"/>
              <a:gd name="connsiteY134" fmla="*/ 552184 h 1179716"/>
              <a:gd name="connsiteX135" fmla="*/ 45079 w 4251319"/>
              <a:gd name="connsiteY135" fmla="*/ 514346 h 1179716"/>
              <a:gd name="connsiteX136" fmla="*/ 32466 w 4251319"/>
              <a:gd name="connsiteY136" fmla="*/ 419753 h 1179716"/>
              <a:gd name="connsiteX137" fmla="*/ 26160 w 4251319"/>
              <a:gd name="connsiteY137" fmla="*/ 394528 h 1179716"/>
              <a:gd name="connsiteX138" fmla="*/ 19854 w 4251319"/>
              <a:gd name="connsiteY138" fmla="*/ 356691 h 1179716"/>
              <a:gd name="connsiteX139" fmla="*/ 13548 w 4251319"/>
              <a:gd name="connsiteY139" fmla="*/ 331466 h 1179716"/>
              <a:gd name="connsiteX140" fmla="*/ 935 w 4251319"/>
              <a:gd name="connsiteY140" fmla="*/ 249486 h 1179716"/>
              <a:gd name="connsiteX141" fmla="*/ 935 w 4251319"/>
              <a:gd name="connsiteY141" fmla="*/ 16156 h 1179716"/>
              <a:gd name="connsiteX0" fmla="*/ 0 w 4250384"/>
              <a:gd name="connsiteY0" fmla="*/ 16156 h 1179716"/>
              <a:gd name="connsiteX1" fmla="*/ 0 w 4250384"/>
              <a:gd name="connsiteY1" fmla="*/ 16156 h 1179716"/>
              <a:gd name="connsiteX2" fmla="*/ 75675 w 4250384"/>
              <a:gd name="connsiteY2" fmla="*/ 91831 h 1179716"/>
              <a:gd name="connsiteX3" fmla="*/ 100900 w 4250384"/>
              <a:gd name="connsiteY3" fmla="*/ 98137 h 1179716"/>
              <a:gd name="connsiteX4" fmla="*/ 138737 w 4250384"/>
              <a:gd name="connsiteY4" fmla="*/ 117055 h 1179716"/>
              <a:gd name="connsiteX5" fmla="*/ 428822 w 4250384"/>
              <a:gd name="connsiteY5" fmla="*/ 117055 h 1179716"/>
              <a:gd name="connsiteX6" fmla="*/ 454047 w 4250384"/>
              <a:gd name="connsiteY6" fmla="*/ 110749 h 1179716"/>
              <a:gd name="connsiteX7" fmla="*/ 592784 w 4250384"/>
              <a:gd name="connsiteY7" fmla="*/ 98137 h 1179716"/>
              <a:gd name="connsiteX8" fmla="*/ 668458 w 4250384"/>
              <a:gd name="connsiteY8" fmla="*/ 85524 h 1179716"/>
              <a:gd name="connsiteX9" fmla="*/ 781970 w 4250384"/>
              <a:gd name="connsiteY9" fmla="*/ 60300 h 1179716"/>
              <a:gd name="connsiteX10" fmla="*/ 807195 w 4250384"/>
              <a:gd name="connsiteY10" fmla="*/ 53993 h 1179716"/>
              <a:gd name="connsiteX11" fmla="*/ 895482 w 4250384"/>
              <a:gd name="connsiteY11" fmla="*/ 41381 h 1179716"/>
              <a:gd name="connsiteX12" fmla="*/ 927013 w 4250384"/>
              <a:gd name="connsiteY12" fmla="*/ 35075 h 1179716"/>
              <a:gd name="connsiteX13" fmla="*/ 1053137 w 4250384"/>
              <a:gd name="connsiteY13" fmla="*/ 28768 h 1179716"/>
              <a:gd name="connsiteX14" fmla="*/ 1128811 w 4250384"/>
              <a:gd name="connsiteY14" fmla="*/ 22462 h 1179716"/>
              <a:gd name="connsiteX15" fmla="*/ 1254936 w 4250384"/>
              <a:gd name="connsiteY15" fmla="*/ 28768 h 1179716"/>
              <a:gd name="connsiteX16" fmla="*/ 1299079 w 4250384"/>
              <a:gd name="connsiteY16" fmla="*/ 41381 h 1179716"/>
              <a:gd name="connsiteX17" fmla="*/ 1330610 w 4250384"/>
              <a:gd name="connsiteY17" fmla="*/ 53993 h 1179716"/>
              <a:gd name="connsiteX18" fmla="*/ 1349529 w 4250384"/>
              <a:gd name="connsiteY18" fmla="*/ 66606 h 1179716"/>
              <a:gd name="connsiteX19" fmla="*/ 1387366 w 4250384"/>
              <a:gd name="connsiteY19" fmla="*/ 79218 h 1179716"/>
              <a:gd name="connsiteX20" fmla="*/ 1406285 w 4250384"/>
              <a:gd name="connsiteY20" fmla="*/ 91831 h 1179716"/>
              <a:gd name="connsiteX21" fmla="*/ 1444122 w 4250384"/>
              <a:gd name="connsiteY21" fmla="*/ 104443 h 1179716"/>
              <a:gd name="connsiteX22" fmla="*/ 1481959 w 4250384"/>
              <a:gd name="connsiteY22" fmla="*/ 123362 h 1179716"/>
              <a:gd name="connsiteX23" fmla="*/ 1500878 w 4250384"/>
              <a:gd name="connsiteY23" fmla="*/ 135974 h 1179716"/>
              <a:gd name="connsiteX24" fmla="*/ 1532409 w 4250384"/>
              <a:gd name="connsiteY24" fmla="*/ 142280 h 1179716"/>
              <a:gd name="connsiteX25" fmla="*/ 1551327 w 4250384"/>
              <a:gd name="connsiteY25" fmla="*/ 148586 h 1179716"/>
              <a:gd name="connsiteX26" fmla="*/ 1576552 w 4250384"/>
              <a:gd name="connsiteY26" fmla="*/ 154893 h 1179716"/>
              <a:gd name="connsiteX27" fmla="*/ 1595471 w 4250384"/>
              <a:gd name="connsiteY27" fmla="*/ 161199 h 1179716"/>
              <a:gd name="connsiteX28" fmla="*/ 1690064 w 4250384"/>
              <a:gd name="connsiteY28" fmla="*/ 180117 h 1179716"/>
              <a:gd name="connsiteX29" fmla="*/ 2087355 w 4250384"/>
              <a:gd name="connsiteY29" fmla="*/ 173811 h 1179716"/>
              <a:gd name="connsiteX30" fmla="*/ 2131498 w 4250384"/>
              <a:gd name="connsiteY30" fmla="*/ 167505 h 1179716"/>
              <a:gd name="connsiteX31" fmla="*/ 2213479 w 4250384"/>
              <a:gd name="connsiteY31" fmla="*/ 154893 h 1179716"/>
              <a:gd name="connsiteX32" fmla="*/ 2263929 w 4250384"/>
              <a:gd name="connsiteY32" fmla="*/ 135974 h 1179716"/>
              <a:gd name="connsiteX33" fmla="*/ 2314378 w 4250384"/>
              <a:gd name="connsiteY33" fmla="*/ 123362 h 1179716"/>
              <a:gd name="connsiteX34" fmla="*/ 2377440 w 4250384"/>
              <a:gd name="connsiteY34" fmla="*/ 85524 h 1179716"/>
              <a:gd name="connsiteX35" fmla="*/ 2440502 w 4250384"/>
              <a:gd name="connsiteY35" fmla="*/ 60300 h 1179716"/>
              <a:gd name="connsiteX36" fmla="*/ 2484646 w 4250384"/>
              <a:gd name="connsiteY36" fmla="*/ 47687 h 1179716"/>
              <a:gd name="connsiteX37" fmla="*/ 2535096 w 4250384"/>
              <a:gd name="connsiteY37" fmla="*/ 28768 h 1179716"/>
              <a:gd name="connsiteX38" fmla="*/ 2705363 w 4250384"/>
              <a:gd name="connsiteY38" fmla="*/ 22462 h 1179716"/>
              <a:gd name="connsiteX39" fmla="*/ 2875631 w 4250384"/>
              <a:gd name="connsiteY39" fmla="*/ 28768 h 1179716"/>
              <a:gd name="connsiteX40" fmla="*/ 2932387 w 4250384"/>
              <a:gd name="connsiteY40" fmla="*/ 41381 h 1179716"/>
              <a:gd name="connsiteX41" fmla="*/ 2951305 w 4250384"/>
              <a:gd name="connsiteY41" fmla="*/ 47687 h 1179716"/>
              <a:gd name="connsiteX42" fmla="*/ 3008061 w 4250384"/>
              <a:gd name="connsiteY42" fmla="*/ 53993 h 1179716"/>
              <a:gd name="connsiteX43" fmla="*/ 3052205 w 4250384"/>
              <a:gd name="connsiteY43" fmla="*/ 66606 h 1179716"/>
              <a:gd name="connsiteX44" fmla="*/ 3102654 w 4250384"/>
              <a:gd name="connsiteY44" fmla="*/ 79218 h 1179716"/>
              <a:gd name="connsiteX45" fmla="*/ 3159410 w 4250384"/>
              <a:gd name="connsiteY45" fmla="*/ 98137 h 1179716"/>
              <a:gd name="connsiteX46" fmla="*/ 3197247 w 4250384"/>
              <a:gd name="connsiteY46" fmla="*/ 104443 h 1179716"/>
              <a:gd name="connsiteX47" fmla="*/ 3235085 w 4250384"/>
              <a:gd name="connsiteY47" fmla="*/ 117055 h 1179716"/>
              <a:gd name="connsiteX48" fmla="*/ 3254003 w 4250384"/>
              <a:gd name="connsiteY48" fmla="*/ 123362 h 1179716"/>
              <a:gd name="connsiteX49" fmla="*/ 3291840 w 4250384"/>
              <a:gd name="connsiteY49" fmla="*/ 129668 h 1179716"/>
              <a:gd name="connsiteX50" fmla="*/ 3544089 w 4250384"/>
              <a:gd name="connsiteY50" fmla="*/ 123362 h 1179716"/>
              <a:gd name="connsiteX51" fmla="*/ 3588232 w 4250384"/>
              <a:gd name="connsiteY51" fmla="*/ 104443 h 1179716"/>
              <a:gd name="connsiteX52" fmla="*/ 3619763 w 4250384"/>
              <a:gd name="connsiteY52" fmla="*/ 98137 h 1179716"/>
              <a:gd name="connsiteX53" fmla="*/ 3657600 w 4250384"/>
              <a:gd name="connsiteY53" fmla="*/ 85524 h 1179716"/>
              <a:gd name="connsiteX54" fmla="*/ 3670213 w 4250384"/>
              <a:gd name="connsiteY54" fmla="*/ 72912 h 1179716"/>
              <a:gd name="connsiteX55" fmla="*/ 3695438 w 4250384"/>
              <a:gd name="connsiteY55" fmla="*/ 66606 h 1179716"/>
              <a:gd name="connsiteX56" fmla="*/ 3714356 w 4250384"/>
              <a:gd name="connsiteY56" fmla="*/ 60300 h 1179716"/>
              <a:gd name="connsiteX57" fmla="*/ 3733275 w 4250384"/>
              <a:gd name="connsiteY57" fmla="*/ 47687 h 1179716"/>
              <a:gd name="connsiteX58" fmla="*/ 3808949 w 4250384"/>
              <a:gd name="connsiteY58" fmla="*/ 16156 h 1179716"/>
              <a:gd name="connsiteX59" fmla="*/ 3859399 w 4250384"/>
              <a:gd name="connsiteY59" fmla="*/ 9850 h 1179716"/>
              <a:gd name="connsiteX60" fmla="*/ 3878318 w 4250384"/>
              <a:gd name="connsiteY60" fmla="*/ 3544 h 1179716"/>
              <a:gd name="connsiteX61" fmla="*/ 4225159 w 4250384"/>
              <a:gd name="connsiteY61" fmla="*/ 16156 h 1179716"/>
              <a:gd name="connsiteX62" fmla="*/ 4244078 w 4250384"/>
              <a:gd name="connsiteY62" fmla="*/ 35075 h 1179716"/>
              <a:gd name="connsiteX63" fmla="*/ 4250384 w 4250384"/>
              <a:gd name="connsiteY63" fmla="*/ 60300 h 1179716"/>
              <a:gd name="connsiteX64" fmla="*/ 4237771 w 4250384"/>
              <a:gd name="connsiteY64" fmla="*/ 142280 h 1179716"/>
              <a:gd name="connsiteX65" fmla="*/ 4225159 w 4250384"/>
              <a:gd name="connsiteY65" fmla="*/ 217955 h 1179716"/>
              <a:gd name="connsiteX66" fmla="*/ 4218853 w 4250384"/>
              <a:gd name="connsiteY66" fmla="*/ 243180 h 1179716"/>
              <a:gd name="connsiteX67" fmla="*/ 4199934 w 4250384"/>
              <a:gd name="connsiteY67" fmla="*/ 274711 h 1179716"/>
              <a:gd name="connsiteX68" fmla="*/ 4181016 w 4250384"/>
              <a:gd name="connsiteY68" fmla="*/ 394528 h 1179716"/>
              <a:gd name="connsiteX69" fmla="*/ 4174709 w 4250384"/>
              <a:gd name="connsiteY69" fmla="*/ 413447 h 1179716"/>
              <a:gd name="connsiteX70" fmla="*/ 4181016 w 4250384"/>
              <a:gd name="connsiteY70" fmla="*/ 583715 h 1179716"/>
              <a:gd name="connsiteX71" fmla="*/ 4193628 w 4250384"/>
              <a:gd name="connsiteY71" fmla="*/ 602633 h 1179716"/>
              <a:gd name="connsiteX72" fmla="*/ 4199934 w 4250384"/>
              <a:gd name="connsiteY72" fmla="*/ 634164 h 1179716"/>
              <a:gd name="connsiteX73" fmla="*/ 4195829 w 4250384"/>
              <a:gd name="connsiteY73" fmla="*/ 791551 h 1179716"/>
              <a:gd name="connsiteX74" fmla="*/ 4214749 w 4250384"/>
              <a:gd name="connsiteY74" fmla="*/ 1124305 h 1179716"/>
              <a:gd name="connsiteX75" fmla="*/ 4029667 w 4250384"/>
              <a:gd name="connsiteY75" fmla="*/ 1094517 h 1179716"/>
              <a:gd name="connsiteX76" fmla="*/ 3985523 w 4250384"/>
              <a:gd name="connsiteY76" fmla="*/ 1081905 h 1179716"/>
              <a:gd name="connsiteX77" fmla="*/ 3922461 w 4250384"/>
              <a:gd name="connsiteY77" fmla="*/ 1062986 h 1179716"/>
              <a:gd name="connsiteX78" fmla="*/ 3878318 w 4250384"/>
              <a:gd name="connsiteY78" fmla="*/ 1056680 h 1179716"/>
              <a:gd name="connsiteX79" fmla="*/ 3853093 w 4250384"/>
              <a:gd name="connsiteY79" fmla="*/ 1050374 h 1179716"/>
              <a:gd name="connsiteX80" fmla="*/ 3815256 w 4250384"/>
              <a:gd name="connsiteY80" fmla="*/ 1044068 h 1179716"/>
              <a:gd name="connsiteX81" fmla="*/ 3777418 w 4250384"/>
              <a:gd name="connsiteY81" fmla="*/ 1031455 h 1179716"/>
              <a:gd name="connsiteX82" fmla="*/ 3676519 w 4250384"/>
              <a:gd name="connsiteY82" fmla="*/ 1018843 h 1179716"/>
              <a:gd name="connsiteX83" fmla="*/ 3537782 w 4250384"/>
              <a:gd name="connsiteY83" fmla="*/ 1006231 h 1179716"/>
              <a:gd name="connsiteX84" fmla="*/ 2919774 w 4250384"/>
              <a:gd name="connsiteY84" fmla="*/ 1018843 h 1179716"/>
              <a:gd name="connsiteX85" fmla="*/ 2900856 w 4250384"/>
              <a:gd name="connsiteY85" fmla="*/ 1025149 h 1179716"/>
              <a:gd name="connsiteX86" fmla="*/ 2869325 w 4250384"/>
              <a:gd name="connsiteY86" fmla="*/ 1037762 h 1179716"/>
              <a:gd name="connsiteX87" fmla="*/ 2837793 w 4250384"/>
              <a:gd name="connsiteY87" fmla="*/ 1044068 h 1179716"/>
              <a:gd name="connsiteX88" fmla="*/ 2781038 w 4250384"/>
              <a:gd name="connsiteY88" fmla="*/ 1062986 h 1179716"/>
              <a:gd name="connsiteX89" fmla="*/ 2749507 w 4250384"/>
              <a:gd name="connsiteY89" fmla="*/ 1075599 h 1179716"/>
              <a:gd name="connsiteX90" fmla="*/ 2686445 w 4250384"/>
              <a:gd name="connsiteY90" fmla="*/ 1094517 h 1179716"/>
              <a:gd name="connsiteX91" fmla="*/ 2667526 w 4250384"/>
              <a:gd name="connsiteY91" fmla="*/ 1100824 h 1179716"/>
              <a:gd name="connsiteX92" fmla="*/ 2635995 w 4250384"/>
              <a:gd name="connsiteY92" fmla="*/ 1113436 h 1179716"/>
              <a:gd name="connsiteX93" fmla="*/ 2604464 w 4250384"/>
              <a:gd name="connsiteY93" fmla="*/ 1119742 h 1179716"/>
              <a:gd name="connsiteX94" fmla="*/ 2528789 w 4250384"/>
              <a:gd name="connsiteY94" fmla="*/ 1138661 h 1179716"/>
              <a:gd name="connsiteX95" fmla="*/ 2509871 w 4250384"/>
              <a:gd name="connsiteY95" fmla="*/ 1151273 h 1179716"/>
              <a:gd name="connsiteX96" fmla="*/ 2440502 w 4250384"/>
              <a:gd name="connsiteY96" fmla="*/ 1163886 h 1179716"/>
              <a:gd name="connsiteX97" fmla="*/ 2118886 w 4250384"/>
              <a:gd name="connsiteY97" fmla="*/ 1151273 h 1179716"/>
              <a:gd name="connsiteX98" fmla="*/ 2068436 w 4250384"/>
              <a:gd name="connsiteY98" fmla="*/ 1138661 h 1179716"/>
              <a:gd name="connsiteX99" fmla="*/ 2036905 w 4250384"/>
              <a:gd name="connsiteY99" fmla="*/ 1126048 h 1179716"/>
              <a:gd name="connsiteX100" fmla="*/ 1992762 w 4250384"/>
              <a:gd name="connsiteY100" fmla="*/ 1119742 h 1179716"/>
              <a:gd name="connsiteX101" fmla="*/ 1948618 w 4250384"/>
              <a:gd name="connsiteY101" fmla="*/ 1107130 h 1179716"/>
              <a:gd name="connsiteX102" fmla="*/ 1917087 w 4250384"/>
              <a:gd name="connsiteY102" fmla="*/ 1100824 h 1179716"/>
              <a:gd name="connsiteX103" fmla="*/ 1841413 w 4250384"/>
              <a:gd name="connsiteY103" fmla="*/ 1075599 h 1179716"/>
              <a:gd name="connsiteX104" fmla="*/ 1816188 w 4250384"/>
              <a:gd name="connsiteY104" fmla="*/ 1069293 h 1179716"/>
              <a:gd name="connsiteX105" fmla="*/ 1790963 w 4250384"/>
              <a:gd name="connsiteY105" fmla="*/ 1056680 h 1179716"/>
              <a:gd name="connsiteX106" fmla="*/ 1734207 w 4250384"/>
              <a:gd name="connsiteY106" fmla="*/ 1044068 h 1179716"/>
              <a:gd name="connsiteX107" fmla="*/ 1658533 w 4250384"/>
              <a:gd name="connsiteY107" fmla="*/ 1031455 h 1179716"/>
              <a:gd name="connsiteX108" fmla="*/ 1582858 w 4250384"/>
              <a:gd name="connsiteY108" fmla="*/ 1012537 h 1179716"/>
              <a:gd name="connsiteX109" fmla="*/ 1538715 w 4250384"/>
              <a:gd name="connsiteY109" fmla="*/ 999924 h 1179716"/>
              <a:gd name="connsiteX110" fmla="*/ 1475653 w 4250384"/>
              <a:gd name="connsiteY110" fmla="*/ 993618 h 1179716"/>
              <a:gd name="connsiteX111" fmla="*/ 1431509 w 4250384"/>
              <a:gd name="connsiteY111" fmla="*/ 987312 h 1179716"/>
              <a:gd name="connsiteX112" fmla="*/ 1311691 w 4250384"/>
              <a:gd name="connsiteY112" fmla="*/ 968393 h 1179716"/>
              <a:gd name="connsiteX113" fmla="*/ 1122505 w 4250384"/>
              <a:gd name="connsiteY113" fmla="*/ 974700 h 1179716"/>
              <a:gd name="connsiteX114" fmla="*/ 1065749 w 4250384"/>
              <a:gd name="connsiteY114" fmla="*/ 981006 h 1179716"/>
              <a:gd name="connsiteX115" fmla="*/ 977462 w 4250384"/>
              <a:gd name="connsiteY115" fmla="*/ 987312 h 1179716"/>
              <a:gd name="connsiteX116" fmla="*/ 889176 w 4250384"/>
              <a:gd name="connsiteY116" fmla="*/ 1006231 h 1179716"/>
              <a:gd name="connsiteX117" fmla="*/ 863951 w 4250384"/>
              <a:gd name="connsiteY117" fmla="*/ 1018843 h 1179716"/>
              <a:gd name="connsiteX118" fmla="*/ 819807 w 4250384"/>
              <a:gd name="connsiteY118" fmla="*/ 1025149 h 1179716"/>
              <a:gd name="connsiteX119" fmla="*/ 687377 w 4250384"/>
              <a:gd name="connsiteY119" fmla="*/ 1044068 h 1179716"/>
              <a:gd name="connsiteX120" fmla="*/ 567559 w 4250384"/>
              <a:gd name="connsiteY120" fmla="*/ 1062986 h 1179716"/>
              <a:gd name="connsiteX121" fmla="*/ 548640 w 4250384"/>
              <a:gd name="connsiteY121" fmla="*/ 1069293 h 1179716"/>
              <a:gd name="connsiteX122" fmla="*/ 435129 w 4250384"/>
              <a:gd name="connsiteY122" fmla="*/ 1081905 h 1179716"/>
              <a:gd name="connsiteX123" fmla="*/ 397291 w 4250384"/>
              <a:gd name="connsiteY123" fmla="*/ 1088211 h 1179716"/>
              <a:gd name="connsiteX124" fmla="*/ 346842 w 4250384"/>
              <a:gd name="connsiteY124" fmla="*/ 1100824 h 1179716"/>
              <a:gd name="connsiteX125" fmla="*/ 315311 w 4250384"/>
              <a:gd name="connsiteY125" fmla="*/ 1107130 h 1179716"/>
              <a:gd name="connsiteX126" fmla="*/ 264861 w 4250384"/>
              <a:gd name="connsiteY126" fmla="*/ 1126048 h 1179716"/>
              <a:gd name="connsiteX127" fmla="*/ 239636 w 4250384"/>
              <a:gd name="connsiteY127" fmla="*/ 1132355 h 1179716"/>
              <a:gd name="connsiteX128" fmla="*/ 195493 w 4250384"/>
              <a:gd name="connsiteY128" fmla="*/ 1144967 h 1179716"/>
              <a:gd name="connsiteX129" fmla="*/ 25225 w 4250384"/>
              <a:gd name="connsiteY129" fmla="*/ 1138661 h 1179716"/>
              <a:gd name="connsiteX130" fmla="*/ 31531 w 4250384"/>
              <a:gd name="connsiteY130" fmla="*/ 949475 h 1179716"/>
              <a:gd name="connsiteX131" fmla="*/ 44144 w 4250384"/>
              <a:gd name="connsiteY131" fmla="*/ 911637 h 1179716"/>
              <a:gd name="connsiteX132" fmla="*/ 50450 w 4250384"/>
              <a:gd name="connsiteY132" fmla="*/ 880106 h 1179716"/>
              <a:gd name="connsiteX133" fmla="*/ 56756 w 4250384"/>
              <a:gd name="connsiteY133" fmla="*/ 854882 h 1179716"/>
              <a:gd name="connsiteX134" fmla="*/ 50450 w 4250384"/>
              <a:gd name="connsiteY134" fmla="*/ 552184 h 1179716"/>
              <a:gd name="connsiteX135" fmla="*/ 44144 w 4250384"/>
              <a:gd name="connsiteY135" fmla="*/ 514346 h 1179716"/>
              <a:gd name="connsiteX136" fmla="*/ 31531 w 4250384"/>
              <a:gd name="connsiteY136" fmla="*/ 419753 h 1179716"/>
              <a:gd name="connsiteX137" fmla="*/ 25225 w 4250384"/>
              <a:gd name="connsiteY137" fmla="*/ 394528 h 1179716"/>
              <a:gd name="connsiteX138" fmla="*/ 18919 w 4250384"/>
              <a:gd name="connsiteY138" fmla="*/ 356691 h 1179716"/>
              <a:gd name="connsiteX139" fmla="*/ 12613 w 4250384"/>
              <a:gd name="connsiteY139" fmla="*/ 331466 h 1179716"/>
              <a:gd name="connsiteX140" fmla="*/ 24247 w 4250384"/>
              <a:gd name="connsiteY140" fmla="*/ 235397 h 1179716"/>
              <a:gd name="connsiteX141" fmla="*/ 0 w 4250384"/>
              <a:gd name="connsiteY141" fmla="*/ 16156 h 1179716"/>
              <a:gd name="connsiteX0" fmla="*/ 0 w 4250384"/>
              <a:gd name="connsiteY0" fmla="*/ 16156 h 1179716"/>
              <a:gd name="connsiteX1" fmla="*/ 0 w 4250384"/>
              <a:gd name="connsiteY1" fmla="*/ 16156 h 1179716"/>
              <a:gd name="connsiteX2" fmla="*/ 75675 w 4250384"/>
              <a:gd name="connsiteY2" fmla="*/ 91831 h 1179716"/>
              <a:gd name="connsiteX3" fmla="*/ 100900 w 4250384"/>
              <a:gd name="connsiteY3" fmla="*/ 98137 h 1179716"/>
              <a:gd name="connsiteX4" fmla="*/ 138737 w 4250384"/>
              <a:gd name="connsiteY4" fmla="*/ 117055 h 1179716"/>
              <a:gd name="connsiteX5" fmla="*/ 428822 w 4250384"/>
              <a:gd name="connsiteY5" fmla="*/ 117055 h 1179716"/>
              <a:gd name="connsiteX6" fmla="*/ 454047 w 4250384"/>
              <a:gd name="connsiteY6" fmla="*/ 110749 h 1179716"/>
              <a:gd name="connsiteX7" fmla="*/ 592784 w 4250384"/>
              <a:gd name="connsiteY7" fmla="*/ 98137 h 1179716"/>
              <a:gd name="connsiteX8" fmla="*/ 668458 w 4250384"/>
              <a:gd name="connsiteY8" fmla="*/ 85524 h 1179716"/>
              <a:gd name="connsiteX9" fmla="*/ 781970 w 4250384"/>
              <a:gd name="connsiteY9" fmla="*/ 60300 h 1179716"/>
              <a:gd name="connsiteX10" fmla="*/ 807195 w 4250384"/>
              <a:gd name="connsiteY10" fmla="*/ 53993 h 1179716"/>
              <a:gd name="connsiteX11" fmla="*/ 895482 w 4250384"/>
              <a:gd name="connsiteY11" fmla="*/ 41381 h 1179716"/>
              <a:gd name="connsiteX12" fmla="*/ 927013 w 4250384"/>
              <a:gd name="connsiteY12" fmla="*/ 35075 h 1179716"/>
              <a:gd name="connsiteX13" fmla="*/ 1053137 w 4250384"/>
              <a:gd name="connsiteY13" fmla="*/ 28768 h 1179716"/>
              <a:gd name="connsiteX14" fmla="*/ 1128811 w 4250384"/>
              <a:gd name="connsiteY14" fmla="*/ 22462 h 1179716"/>
              <a:gd name="connsiteX15" fmla="*/ 1254936 w 4250384"/>
              <a:gd name="connsiteY15" fmla="*/ 28768 h 1179716"/>
              <a:gd name="connsiteX16" fmla="*/ 1299079 w 4250384"/>
              <a:gd name="connsiteY16" fmla="*/ 41381 h 1179716"/>
              <a:gd name="connsiteX17" fmla="*/ 1330610 w 4250384"/>
              <a:gd name="connsiteY17" fmla="*/ 53993 h 1179716"/>
              <a:gd name="connsiteX18" fmla="*/ 1349529 w 4250384"/>
              <a:gd name="connsiteY18" fmla="*/ 66606 h 1179716"/>
              <a:gd name="connsiteX19" fmla="*/ 1387366 w 4250384"/>
              <a:gd name="connsiteY19" fmla="*/ 79218 h 1179716"/>
              <a:gd name="connsiteX20" fmla="*/ 1406285 w 4250384"/>
              <a:gd name="connsiteY20" fmla="*/ 91831 h 1179716"/>
              <a:gd name="connsiteX21" fmla="*/ 1444122 w 4250384"/>
              <a:gd name="connsiteY21" fmla="*/ 104443 h 1179716"/>
              <a:gd name="connsiteX22" fmla="*/ 1481959 w 4250384"/>
              <a:gd name="connsiteY22" fmla="*/ 123362 h 1179716"/>
              <a:gd name="connsiteX23" fmla="*/ 1500878 w 4250384"/>
              <a:gd name="connsiteY23" fmla="*/ 135974 h 1179716"/>
              <a:gd name="connsiteX24" fmla="*/ 1532409 w 4250384"/>
              <a:gd name="connsiteY24" fmla="*/ 142280 h 1179716"/>
              <a:gd name="connsiteX25" fmla="*/ 1551327 w 4250384"/>
              <a:gd name="connsiteY25" fmla="*/ 148586 h 1179716"/>
              <a:gd name="connsiteX26" fmla="*/ 1576552 w 4250384"/>
              <a:gd name="connsiteY26" fmla="*/ 154893 h 1179716"/>
              <a:gd name="connsiteX27" fmla="*/ 1595471 w 4250384"/>
              <a:gd name="connsiteY27" fmla="*/ 161199 h 1179716"/>
              <a:gd name="connsiteX28" fmla="*/ 1690064 w 4250384"/>
              <a:gd name="connsiteY28" fmla="*/ 180117 h 1179716"/>
              <a:gd name="connsiteX29" fmla="*/ 2087355 w 4250384"/>
              <a:gd name="connsiteY29" fmla="*/ 173811 h 1179716"/>
              <a:gd name="connsiteX30" fmla="*/ 2131498 w 4250384"/>
              <a:gd name="connsiteY30" fmla="*/ 167505 h 1179716"/>
              <a:gd name="connsiteX31" fmla="*/ 2213479 w 4250384"/>
              <a:gd name="connsiteY31" fmla="*/ 154893 h 1179716"/>
              <a:gd name="connsiteX32" fmla="*/ 2263929 w 4250384"/>
              <a:gd name="connsiteY32" fmla="*/ 135974 h 1179716"/>
              <a:gd name="connsiteX33" fmla="*/ 2314378 w 4250384"/>
              <a:gd name="connsiteY33" fmla="*/ 123362 h 1179716"/>
              <a:gd name="connsiteX34" fmla="*/ 2377440 w 4250384"/>
              <a:gd name="connsiteY34" fmla="*/ 85524 h 1179716"/>
              <a:gd name="connsiteX35" fmla="*/ 2440502 w 4250384"/>
              <a:gd name="connsiteY35" fmla="*/ 60300 h 1179716"/>
              <a:gd name="connsiteX36" fmla="*/ 2484646 w 4250384"/>
              <a:gd name="connsiteY36" fmla="*/ 47687 h 1179716"/>
              <a:gd name="connsiteX37" fmla="*/ 2535096 w 4250384"/>
              <a:gd name="connsiteY37" fmla="*/ 28768 h 1179716"/>
              <a:gd name="connsiteX38" fmla="*/ 2705363 w 4250384"/>
              <a:gd name="connsiteY38" fmla="*/ 22462 h 1179716"/>
              <a:gd name="connsiteX39" fmla="*/ 2875631 w 4250384"/>
              <a:gd name="connsiteY39" fmla="*/ 28768 h 1179716"/>
              <a:gd name="connsiteX40" fmla="*/ 2932387 w 4250384"/>
              <a:gd name="connsiteY40" fmla="*/ 41381 h 1179716"/>
              <a:gd name="connsiteX41" fmla="*/ 2951305 w 4250384"/>
              <a:gd name="connsiteY41" fmla="*/ 47687 h 1179716"/>
              <a:gd name="connsiteX42" fmla="*/ 3008061 w 4250384"/>
              <a:gd name="connsiteY42" fmla="*/ 53993 h 1179716"/>
              <a:gd name="connsiteX43" fmla="*/ 3052205 w 4250384"/>
              <a:gd name="connsiteY43" fmla="*/ 66606 h 1179716"/>
              <a:gd name="connsiteX44" fmla="*/ 3102654 w 4250384"/>
              <a:gd name="connsiteY44" fmla="*/ 79218 h 1179716"/>
              <a:gd name="connsiteX45" fmla="*/ 3159410 w 4250384"/>
              <a:gd name="connsiteY45" fmla="*/ 98137 h 1179716"/>
              <a:gd name="connsiteX46" fmla="*/ 3197247 w 4250384"/>
              <a:gd name="connsiteY46" fmla="*/ 104443 h 1179716"/>
              <a:gd name="connsiteX47" fmla="*/ 3235085 w 4250384"/>
              <a:gd name="connsiteY47" fmla="*/ 117055 h 1179716"/>
              <a:gd name="connsiteX48" fmla="*/ 3254003 w 4250384"/>
              <a:gd name="connsiteY48" fmla="*/ 123362 h 1179716"/>
              <a:gd name="connsiteX49" fmla="*/ 3291840 w 4250384"/>
              <a:gd name="connsiteY49" fmla="*/ 129668 h 1179716"/>
              <a:gd name="connsiteX50" fmla="*/ 3544089 w 4250384"/>
              <a:gd name="connsiteY50" fmla="*/ 123362 h 1179716"/>
              <a:gd name="connsiteX51" fmla="*/ 3588232 w 4250384"/>
              <a:gd name="connsiteY51" fmla="*/ 104443 h 1179716"/>
              <a:gd name="connsiteX52" fmla="*/ 3619763 w 4250384"/>
              <a:gd name="connsiteY52" fmla="*/ 98137 h 1179716"/>
              <a:gd name="connsiteX53" fmla="*/ 3657600 w 4250384"/>
              <a:gd name="connsiteY53" fmla="*/ 85524 h 1179716"/>
              <a:gd name="connsiteX54" fmla="*/ 3670213 w 4250384"/>
              <a:gd name="connsiteY54" fmla="*/ 72912 h 1179716"/>
              <a:gd name="connsiteX55" fmla="*/ 3695438 w 4250384"/>
              <a:gd name="connsiteY55" fmla="*/ 66606 h 1179716"/>
              <a:gd name="connsiteX56" fmla="*/ 3714356 w 4250384"/>
              <a:gd name="connsiteY56" fmla="*/ 60300 h 1179716"/>
              <a:gd name="connsiteX57" fmla="*/ 3733275 w 4250384"/>
              <a:gd name="connsiteY57" fmla="*/ 47687 h 1179716"/>
              <a:gd name="connsiteX58" fmla="*/ 3808949 w 4250384"/>
              <a:gd name="connsiteY58" fmla="*/ 16156 h 1179716"/>
              <a:gd name="connsiteX59" fmla="*/ 3859399 w 4250384"/>
              <a:gd name="connsiteY59" fmla="*/ 9850 h 1179716"/>
              <a:gd name="connsiteX60" fmla="*/ 3878318 w 4250384"/>
              <a:gd name="connsiteY60" fmla="*/ 3544 h 1179716"/>
              <a:gd name="connsiteX61" fmla="*/ 4225159 w 4250384"/>
              <a:gd name="connsiteY61" fmla="*/ 16156 h 1179716"/>
              <a:gd name="connsiteX62" fmla="*/ 4244078 w 4250384"/>
              <a:gd name="connsiteY62" fmla="*/ 35075 h 1179716"/>
              <a:gd name="connsiteX63" fmla="*/ 4250384 w 4250384"/>
              <a:gd name="connsiteY63" fmla="*/ 60300 h 1179716"/>
              <a:gd name="connsiteX64" fmla="*/ 4237771 w 4250384"/>
              <a:gd name="connsiteY64" fmla="*/ 142280 h 1179716"/>
              <a:gd name="connsiteX65" fmla="*/ 4225159 w 4250384"/>
              <a:gd name="connsiteY65" fmla="*/ 217955 h 1179716"/>
              <a:gd name="connsiteX66" fmla="*/ 4218853 w 4250384"/>
              <a:gd name="connsiteY66" fmla="*/ 243180 h 1179716"/>
              <a:gd name="connsiteX67" fmla="*/ 4199934 w 4250384"/>
              <a:gd name="connsiteY67" fmla="*/ 274711 h 1179716"/>
              <a:gd name="connsiteX68" fmla="*/ 4181016 w 4250384"/>
              <a:gd name="connsiteY68" fmla="*/ 394528 h 1179716"/>
              <a:gd name="connsiteX69" fmla="*/ 4174709 w 4250384"/>
              <a:gd name="connsiteY69" fmla="*/ 413447 h 1179716"/>
              <a:gd name="connsiteX70" fmla="*/ 4181016 w 4250384"/>
              <a:gd name="connsiteY70" fmla="*/ 583715 h 1179716"/>
              <a:gd name="connsiteX71" fmla="*/ 4193628 w 4250384"/>
              <a:gd name="connsiteY71" fmla="*/ 602633 h 1179716"/>
              <a:gd name="connsiteX72" fmla="*/ 4199934 w 4250384"/>
              <a:gd name="connsiteY72" fmla="*/ 634164 h 1179716"/>
              <a:gd name="connsiteX73" fmla="*/ 4195829 w 4250384"/>
              <a:gd name="connsiteY73" fmla="*/ 791551 h 1179716"/>
              <a:gd name="connsiteX74" fmla="*/ 4214749 w 4250384"/>
              <a:gd name="connsiteY74" fmla="*/ 1124305 h 1179716"/>
              <a:gd name="connsiteX75" fmla="*/ 4029667 w 4250384"/>
              <a:gd name="connsiteY75" fmla="*/ 1094517 h 1179716"/>
              <a:gd name="connsiteX76" fmla="*/ 3985523 w 4250384"/>
              <a:gd name="connsiteY76" fmla="*/ 1081905 h 1179716"/>
              <a:gd name="connsiteX77" fmla="*/ 3922461 w 4250384"/>
              <a:gd name="connsiteY77" fmla="*/ 1062986 h 1179716"/>
              <a:gd name="connsiteX78" fmla="*/ 3878318 w 4250384"/>
              <a:gd name="connsiteY78" fmla="*/ 1056680 h 1179716"/>
              <a:gd name="connsiteX79" fmla="*/ 3853093 w 4250384"/>
              <a:gd name="connsiteY79" fmla="*/ 1050374 h 1179716"/>
              <a:gd name="connsiteX80" fmla="*/ 3815256 w 4250384"/>
              <a:gd name="connsiteY80" fmla="*/ 1044068 h 1179716"/>
              <a:gd name="connsiteX81" fmla="*/ 3777418 w 4250384"/>
              <a:gd name="connsiteY81" fmla="*/ 1031455 h 1179716"/>
              <a:gd name="connsiteX82" fmla="*/ 3676519 w 4250384"/>
              <a:gd name="connsiteY82" fmla="*/ 1018843 h 1179716"/>
              <a:gd name="connsiteX83" fmla="*/ 3537782 w 4250384"/>
              <a:gd name="connsiteY83" fmla="*/ 1006231 h 1179716"/>
              <a:gd name="connsiteX84" fmla="*/ 2919774 w 4250384"/>
              <a:gd name="connsiteY84" fmla="*/ 1018843 h 1179716"/>
              <a:gd name="connsiteX85" fmla="*/ 2900856 w 4250384"/>
              <a:gd name="connsiteY85" fmla="*/ 1025149 h 1179716"/>
              <a:gd name="connsiteX86" fmla="*/ 2869325 w 4250384"/>
              <a:gd name="connsiteY86" fmla="*/ 1037762 h 1179716"/>
              <a:gd name="connsiteX87" fmla="*/ 2837793 w 4250384"/>
              <a:gd name="connsiteY87" fmla="*/ 1044068 h 1179716"/>
              <a:gd name="connsiteX88" fmla="*/ 2781038 w 4250384"/>
              <a:gd name="connsiteY88" fmla="*/ 1062986 h 1179716"/>
              <a:gd name="connsiteX89" fmla="*/ 2749507 w 4250384"/>
              <a:gd name="connsiteY89" fmla="*/ 1075599 h 1179716"/>
              <a:gd name="connsiteX90" fmla="*/ 2686445 w 4250384"/>
              <a:gd name="connsiteY90" fmla="*/ 1094517 h 1179716"/>
              <a:gd name="connsiteX91" fmla="*/ 2667526 w 4250384"/>
              <a:gd name="connsiteY91" fmla="*/ 1100824 h 1179716"/>
              <a:gd name="connsiteX92" fmla="*/ 2635995 w 4250384"/>
              <a:gd name="connsiteY92" fmla="*/ 1113436 h 1179716"/>
              <a:gd name="connsiteX93" fmla="*/ 2604464 w 4250384"/>
              <a:gd name="connsiteY93" fmla="*/ 1119742 h 1179716"/>
              <a:gd name="connsiteX94" fmla="*/ 2528789 w 4250384"/>
              <a:gd name="connsiteY94" fmla="*/ 1138661 h 1179716"/>
              <a:gd name="connsiteX95" fmla="*/ 2509871 w 4250384"/>
              <a:gd name="connsiteY95" fmla="*/ 1151273 h 1179716"/>
              <a:gd name="connsiteX96" fmla="*/ 2440502 w 4250384"/>
              <a:gd name="connsiteY96" fmla="*/ 1163886 h 1179716"/>
              <a:gd name="connsiteX97" fmla="*/ 2118886 w 4250384"/>
              <a:gd name="connsiteY97" fmla="*/ 1151273 h 1179716"/>
              <a:gd name="connsiteX98" fmla="*/ 2068436 w 4250384"/>
              <a:gd name="connsiteY98" fmla="*/ 1138661 h 1179716"/>
              <a:gd name="connsiteX99" fmla="*/ 2036905 w 4250384"/>
              <a:gd name="connsiteY99" fmla="*/ 1126048 h 1179716"/>
              <a:gd name="connsiteX100" fmla="*/ 1992762 w 4250384"/>
              <a:gd name="connsiteY100" fmla="*/ 1119742 h 1179716"/>
              <a:gd name="connsiteX101" fmla="*/ 1948618 w 4250384"/>
              <a:gd name="connsiteY101" fmla="*/ 1107130 h 1179716"/>
              <a:gd name="connsiteX102" fmla="*/ 1917087 w 4250384"/>
              <a:gd name="connsiteY102" fmla="*/ 1100824 h 1179716"/>
              <a:gd name="connsiteX103" fmla="*/ 1841413 w 4250384"/>
              <a:gd name="connsiteY103" fmla="*/ 1075599 h 1179716"/>
              <a:gd name="connsiteX104" fmla="*/ 1816188 w 4250384"/>
              <a:gd name="connsiteY104" fmla="*/ 1069293 h 1179716"/>
              <a:gd name="connsiteX105" fmla="*/ 1790963 w 4250384"/>
              <a:gd name="connsiteY105" fmla="*/ 1056680 h 1179716"/>
              <a:gd name="connsiteX106" fmla="*/ 1734207 w 4250384"/>
              <a:gd name="connsiteY106" fmla="*/ 1044068 h 1179716"/>
              <a:gd name="connsiteX107" fmla="*/ 1658533 w 4250384"/>
              <a:gd name="connsiteY107" fmla="*/ 1031455 h 1179716"/>
              <a:gd name="connsiteX108" fmla="*/ 1582858 w 4250384"/>
              <a:gd name="connsiteY108" fmla="*/ 1012537 h 1179716"/>
              <a:gd name="connsiteX109" fmla="*/ 1538715 w 4250384"/>
              <a:gd name="connsiteY109" fmla="*/ 999924 h 1179716"/>
              <a:gd name="connsiteX110" fmla="*/ 1475653 w 4250384"/>
              <a:gd name="connsiteY110" fmla="*/ 993618 h 1179716"/>
              <a:gd name="connsiteX111" fmla="*/ 1431509 w 4250384"/>
              <a:gd name="connsiteY111" fmla="*/ 987312 h 1179716"/>
              <a:gd name="connsiteX112" fmla="*/ 1311691 w 4250384"/>
              <a:gd name="connsiteY112" fmla="*/ 968393 h 1179716"/>
              <a:gd name="connsiteX113" fmla="*/ 1122505 w 4250384"/>
              <a:gd name="connsiteY113" fmla="*/ 974700 h 1179716"/>
              <a:gd name="connsiteX114" fmla="*/ 1065749 w 4250384"/>
              <a:gd name="connsiteY114" fmla="*/ 981006 h 1179716"/>
              <a:gd name="connsiteX115" fmla="*/ 977462 w 4250384"/>
              <a:gd name="connsiteY115" fmla="*/ 987312 h 1179716"/>
              <a:gd name="connsiteX116" fmla="*/ 889176 w 4250384"/>
              <a:gd name="connsiteY116" fmla="*/ 1006231 h 1179716"/>
              <a:gd name="connsiteX117" fmla="*/ 863951 w 4250384"/>
              <a:gd name="connsiteY117" fmla="*/ 1018843 h 1179716"/>
              <a:gd name="connsiteX118" fmla="*/ 819807 w 4250384"/>
              <a:gd name="connsiteY118" fmla="*/ 1025149 h 1179716"/>
              <a:gd name="connsiteX119" fmla="*/ 687377 w 4250384"/>
              <a:gd name="connsiteY119" fmla="*/ 1044068 h 1179716"/>
              <a:gd name="connsiteX120" fmla="*/ 567559 w 4250384"/>
              <a:gd name="connsiteY120" fmla="*/ 1062986 h 1179716"/>
              <a:gd name="connsiteX121" fmla="*/ 548640 w 4250384"/>
              <a:gd name="connsiteY121" fmla="*/ 1069293 h 1179716"/>
              <a:gd name="connsiteX122" fmla="*/ 435129 w 4250384"/>
              <a:gd name="connsiteY122" fmla="*/ 1081905 h 1179716"/>
              <a:gd name="connsiteX123" fmla="*/ 397291 w 4250384"/>
              <a:gd name="connsiteY123" fmla="*/ 1088211 h 1179716"/>
              <a:gd name="connsiteX124" fmla="*/ 346842 w 4250384"/>
              <a:gd name="connsiteY124" fmla="*/ 1100824 h 1179716"/>
              <a:gd name="connsiteX125" fmla="*/ 315311 w 4250384"/>
              <a:gd name="connsiteY125" fmla="*/ 1107130 h 1179716"/>
              <a:gd name="connsiteX126" fmla="*/ 264861 w 4250384"/>
              <a:gd name="connsiteY126" fmla="*/ 1126048 h 1179716"/>
              <a:gd name="connsiteX127" fmla="*/ 239636 w 4250384"/>
              <a:gd name="connsiteY127" fmla="*/ 1132355 h 1179716"/>
              <a:gd name="connsiteX128" fmla="*/ 195493 w 4250384"/>
              <a:gd name="connsiteY128" fmla="*/ 1144967 h 1179716"/>
              <a:gd name="connsiteX129" fmla="*/ 25225 w 4250384"/>
              <a:gd name="connsiteY129" fmla="*/ 1138661 h 1179716"/>
              <a:gd name="connsiteX130" fmla="*/ 31531 w 4250384"/>
              <a:gd name="connsiteY130" fmla="*/ 949475 h 1179716"/>
              <a:gd name="connsiteX131" fmla="*/ 44144 w 4250384"/>
              <a:gd name="connsiteY131" fmla="*/ 911637 h 1179716"/>
              <a:gd name="connsiteX132" fmla="*/ 50450 w 4250384"/>
              <a:gd name="connsiteY132" fmla="*/ 880106 h 1179716"/>
              <a:gd name="connsiteX133" fmla="*/ 56756 w 4250384"/>
              <a:gd name="connsiteY133" fmla="*/ 854882 h 1179716"/>
              <a:gd name="connsiteX134" fmla="*/ 50450 w 4250384"/>
              <a:gd name="connsiteY134" fmla="*/ 552184 h 1179716"/>
              <a:gd name="connsiteX135" fmla="*/ 44144 w 4250384"/>
              <a:gd name="connsiteY135" fmla="*/ 514346 h 1179716"/>
              <a:gd name="connsiteX136" fmla="*/ 31531 w 4250384"/>
              <a:gd name="connsiteY136" fmla="*/ 419753 h 1179716"/>
              <a:gd name="connsiteX137" fmla="*/ 25225 w 4250384"/>
              <a:gd name="connsiteY137" fmla="*/ 394528 h 1179716"/>
              <a:gd name="connsiteX138" fmla="*/ 12613 w 4250384"/>
              <a:gd name="connsiteY138" fmla="*/ 331466 h 1179716"/>
              <a:gd name="connsiteX139" fmla="*/ 24247 w 4250384"/>
              <a:gd name="connsiteY139" fmla="*/ 235397 h 1179716"/>
              <a:gd name="connsiteX140" fmla="*/ 0 w 4250384"/>
              <a:gd name="connsiteY140" fmla="*/ 16156 h 1179716"/>
              <a:gd name="connsiteX0" fmla="*/ 0 w 4250384"/>
              <a:gd name="connsiteY0" fmla="*/ 16156 h 1179716"/>
              <a:gd name="connsiteX1" fmla="*/ 0 w 4250384"/>
              <a:gd name="connsiteY1" fmla="*/ 16156 h 1179716"/>
              <a:gd name="connsiteX2" fmla="*/ 75675 w 4250384"/>
              <a:gd name="connsiteY2" fmla="*/ 91831 h 1179716"/>
              <a:gd name="connsiteX3" fmla="*/ 100900 w 4250384"/>
              <a:gd name="connsiteY3" fmla="*/ 98137 h 1179716"/>
              <a:gd name="connsiteX4" fmla="*/ 138737 w 4250384"/>
              <a:gd name="connsiteY4" fmla="*/ 117055 h 1179716"/>
              <a:gd name="connsiteX5" fmla="*/ 428822 w 4250384"/>
              <a:gd name="connsiteY5" fmla="*/ 117055 h 1179716"/>
              <a:gd name="connsiteX6" fmla="*/ 454047 w 4250384"/>
              <a:gd name="connsiteY6" fmla="*/ 110749 h 1179716"/>
              <a:gd name="connsiteX7" fmla="*/ 592784 w 4250384"/>
              <a:gd name="connsiteY7" fmla="*/ 98137 h 1179716"/>
              <a:gd name="connsiteX8" fmla="*/ 668458 w 4250384"/>
              <a:gd name="connsiteY8" fmla="*/ 85524 h 1179716"/>
              <a:gd name="connsiteX9" fmla="*/ 781970 w 4250384"/>
              <a:gd name="connsiteY9" fmla="*/ 60300 h 1179716"/>
              <a:gd name="connsiteX10" fmla="*/ 807195 w 4250384"/>
              <a:gd name="connsiteY10" fmla="*/ 53993 h 1179716"/>
              <a:gd name="connsiteX11" fmla="*/ 895482 w 4250384"/>
              <a:gd name="connsiteY11" fmla="*/ 41381 h 1179716"/>
              <a:gd name="connsiteX12" fmla="*/ 927013 w 4250384"/>
              <a:gd name="connsiteY12" fmla="*/ 35075 h 1179716"/>
              <a:gd name="connsiteX13" fmla="*/ 1053137 w 4250384"/>
              <a:gd name="connsiteY13" fmla="*/ 28768 h 1179716"/>
              <a:gd name="connsiteX14" fmla="*/ 1128811 w 4250384"/>
              <a:gd name="connsiteY14" fmla="*/ 22462 h 1179716"/>
              <a:gd name="connsiteX15" fmla="*/ 1254936 w 4250384"/>
              <a:gd name="connsiteY15" fmla="*/ 28768 h 1179716"/>
              <a:gd name="connsiteX16" fmla="*/ 1299079 w 4250384"/>
              <a:gd name="connsiteY16" fmla="*/ 41381 h 1179716"/>
              <a:gd name="connsiteX17" fmla="*/ 1330610 w 4250384"/>
              <a:gd name="connsiteY17" fmla="*/ 53993 h 1179716"/>
              <a:gd name="connsiteX18" fmla="*/ 1349529 w 4250384"/>
              <a:gd name="connsiteY18" fmla="*/ 66606 h 1179716"/>
              <a:gd name="connsiteX19" fmla="*/ 1387366 w 4250384"/>
              <a:gd name="connsiteY19" fmla="*/ 79218 h 1179716"/>
              <a:gd name="connsiteX20" fmla="*/ 1406285 w 4250384"/>
              <a:gd name="connsiteY20" fmla="*/ 91831 h 1179716"/>
              <a:gd name="connsiteX21" fmla="*/ 1444122 w 4250384"/>
              <a:gd name="connsiteY21" fmla="*/ 104443 h 1179716"/>
              <a:gd name="connsiteX22" fmla="*/ 1481959 w 4250384"/>
              <a:gd name="connsiteY22" fmla="*/ 123362 h 1179716"/>
              <a:gd name="connsiteX23" fmla="*/ 1500878 w 4250384"/>
              <a:gd name="connsiteY23" fmla="*/ 135974 h 1179716"/>
              <a:gd name="connsiteX24" fmla="*/ 1532409 w 4250384"/>
              <a:gd name="connsiteY24" fmla="*/ 142280 h 1179716"/>
              <a:gd name="connsiteX25" fmla="*/ 1551327 w 4250384"/>
              <a:gd name="connsiteY25" fmla="*/ 148586 h 1179716"/>
              <a:gd name="connsiteX26" fmla="*/ 1576552 w 4250384"/>
              <a:gd name="connsiteY26" fmla="*/ 154893 h 1179716"/>
              <a:gd name="connsiteX27" fmla="*/ 1595471 w 4250384"/>
              <a:gd name="connsiteY27" fmla="*/ 161199 h 1179716"/>
              <a:gd name="connsiteX28" fmla="*/ 1690064 w 4250384"/>
              <a:gd name="connsiteY28" fmla="*/ 180117 h 1179716"/>
              <a:gd name="connsiteX29" fmla="*/ 2087355 w 4250384"/>
              <a:gd name="connsiteY29" fmla="*/ 173811 h 1179716"/>
              <a:gd name="connsiteX30" fmla="*/ 2131498 w 4250384"/>
              <a:gd name="connsiteY30" fmla="*/ 167505 h 1179716"/>
              <a:gd name="connsiteX31" fmla="*/ 2213479 w 4250384"/>
              <a:gd name="connsiteY31" fmla="*/ 154893 h 1179716"/>
              <a:gd name="connsiteX32" fmla="*/ 2263929 w 4250384"/>
              <a:gd name="connsiteY32" fmla="*/ 135974 h 1179716"/>
              <a:gd name="connsiteX33" fmla="*/ 2314378 w 4250384"/>
              <a:gd name="connsiteY33" fmla="*/ 123362 h 1179716"/>
              <a:gd name="connsiteX34" fmla="*/ 2377440 w 4250384"/>
              <a:gd name="connsiteY34" fmla="*/ 85524 h 1179716"/>
              <a:gd name="connsiteX35" fmla="*/ 2440502 w 4250384"/>
              <a:gd name="connsiteY35" fmla="*/ 60300 h 1179716"/>
              <a:gd name="connsiteX36" fmla="*/ 2484646 w 4250384"/>
              <a:gd name="connsiteY36" fmla="*/ 47687 h 1179716"/>
              <a:gd name="connsiteX37" fmla="*/ 2535096 w 4250384"/>
              <a:gd name="connsiteY37" fmla="*/ 28768 h 1179716"/>
              <a:gd name="connsiteX38" fmla="*/ 2705363 w 4250384"/>
              <a:gd name="connsiteY38" fmla="*/ 22462 h 1179716"/>
              <a:gd name="connsiteX39" fmla="*/ 2875631 w 4250384"/>
              <a:gd name="connsiteY39" fmla="*/ 28768 h 1179716"/>
              <a:gd name="connsiteX40" fmla="*/ 2932387 w 4250384"/>
              <a:gd name="connsiteY40" fmla="*/ 41381 h 1179716"/>
              <a:gd name="connsiteX41" fmla="*/ 2951305 w 4250384"/>
              <a:gd name="connsiteY41" fmla="*/ 47687 h 1179716"/>
              <a:gd name="connsiteX42" fmla="*/ 3008061 w 4250384"/>
              <a:gd name="connsiteY42" fmla="*/ 53993 h 1179716"/>
              <a:gd name="connsiteX43" fmla="*/ 3052205 w 4250384"/>
              <a:gd name="connsiteY43" fmla="*/ 66606 h 1179716"/>
              <a:gd name="connsiteX44" fmla="*/ 3102654 w 4250384"/>
              <a:gd name="connsiteY44" fmla="*/ 79218 h 1179716"/>
              <a:gd name="connsiteX45" fmla="*/ 3159410 w 4250384"/>
              <a:gd name="connsiteY45" fmla="*/ 98137 h 1179716"/>
              <a:gd name="connsiteX46" fmla="*/ 3197247 w 4250384"/>
              <a:gd name="connsiteY46" fmla="*/ 104443 h 1179716"/>
              <a:gd name="connsiteX47" fmla="*/ 3235085 w 4250384"/>
              <a:gd name="connsiteY47" fmla="*/ 117055 h 1179716"/>
              <a:gd name="connsiteX48" fmla="*/ 3254003 w 4250384"/>
              <a:gd name="connsiteY48" fmla="*/ 123362 h 1179716"/>
              <a:gd name="connsiteX49" fmla="*/ 3291840 w 4250384"/>
              <a:gd name="connsiteY49" fmla="*/ 129668 h 1179716"/>
              <a:gd name="connsiteX50" fmla="*/ 3544089 w 4250384"/>
              <a:gd name="connsiteY50" fmla="*/ 123362 h 1179716"/>
              <a:gd name="connsiteX51" fmla="*/ 3588232 w 4250384"/>
              <a:gd name="connsiteY51" fmla="*/ 104443 h 1179716"/>
              <a:gd name="connsiteX52" fmla="*/ 3619763 w 4250384"/>
              <a:gd name="connsiteY52" fmla="*/ 98137 h 1179716"/>
              <a:gd name="connsiteX53" fmla="*/ 3657600 w 4250384"/>
              <a:gd name="connsiteY53" fmla="*/ 85524 h 1179716"/>
              <a:gd name="connsiteX54" fmla="*/ 3670213 w 4250384"/>
              <a:gd name="connsiteY54" fmla="*/ 72912 h 1179716"/>
              <a:gd name="connsiteX55" fmla="*/ 3695438 w 4250384"/>
              <a:gd name="connsiteY55" fmla="*/ 66606 h 1179716"/>
              <a:gd name="connsiteX56" fmla="*/ 3714356 w 4250384"/>
              <a:gd name="connsiteY56" fmla="*/ 60300 h 1179716"/>
              <a:gd name="connsiteX57" fmla="*/ 3733275 w 4250384"/>
              <a:gd name="connsiteY57" fmla="*/ 47687 h 1179716"/>
              <a:gd name="connsiteX58" fmla="*/ 3808949 w 4250384"/>
              <a:gd name="connsiteY58" fmla="*/ 16156 h 1179716"/>
              <a:gd name="connsiteX59" fmla="*/ 3859399 w 4250384"/>
              <a:gd name="connsiteY59" fmla="*/ 9850 h 1179716"/>
              <a:gd name="connsiteX60" fmla="*/ 3878318 w 4250384"/>
              <a:gd name="connsiteY60" fmla="*/ 3544 h 1179716"/>
              <a:gd name="connsiteX61" fmla="*/ 4225159 w 4250384"/>
              <a:gd name="connsiteY61" fmla="*/ 16156 h 1179716"/>
              <a:gd name="connsiteX62" fmla="*/ 4244078 w 4250384"/>
              <a:gd name="connsiteY62" fmla="*/ 35075 h 1179716"/>
              <a:gd name="connsiteX63" fmla="*/ 4250384 w 4250384"/>
              <a:gd name="connsiteY63" fmla="*/ 60300 h 1179716"/>
              <a:gd name="connsiteX64" fmla="*/ 4237771 w 4250384"/>
              <a:gd name="connsiteY64" fmla="*/ 142280 h 1179716"/>
              <a:gd name="connsiteX65" fmla="*/ 4225159 w 4250384"/>
              <a:gd name="connsiteY65" fmla="*/ 217955 h 1179716"/>
              <a:gd name="connsiteX66" fmla="*/ 4218853 w 4250384"/>
              <a:gd name="connsiteY66" fmla="*/ 243180 h 1179716"/>
              <a:gd name="connsiteX67" fmla="*/ 4199934 w 4250384"/>
              <a:gd name="connsiteY67" fmla="*/ 274711 h 1179716"/>
              <a:gd name="connsiteX68" fmla="*/ 4181016 w 4250384"/>
              <a:gd name="connsiteY68" fmla="*/ 394528 h 1179716"/>
              <a:gd name="connsiteX69" fmla="*/ 4174709 w 4250384"/>
              <a:gd name="connsiteY69" fmla="*/ 413447 h 1179716"/>
              <a:gd name="connsiteX70" fmla="*/ 4181016 w 4250384"/>
              <a:gd name="connsiteY70" fmla="*/ 583715 h 1179716"/>
              <a:gd name="connsiteX71" fmla="*/ 4193628 w 4250384"/>
              <a:gd name="connsiteY71" fmla="*/ 602633 h 1179716"/>
              <a:gd name="connsiteX72" fmla="*/ 4199934 w 4250384"/>
              <a:gd name="connsiteY72" fmla="*/ 634164 h 1179716"/>
              <a:gd name="connsiteX73" fmla="*/ 4195829 w 4250384"/>
              <a:gd name="connsiteY73" fmla="*/ 791551 h 1179716"/>
              <a:gd name="connsiteX74" fmla="*/ 4214749 w 4250384"/>
              <a:gd name="connsiteY74" fmla="*/ 1124305 h 1179716"/>
              <a:gd name="connsiteX75" fmla="*/ 4029667 w 4250384"/>
              <a:gd name="connsiteY75" fmla="*/ 1094517 h 1179716"/>
              <a:gd name="connsiteX76" fmla="*/ 3985523 w 4250384"/>
              <a:gd name="connsiteY76" fmla="*/ 1081905 h 1179716"/>
              <a:gd name="connsiteX77" fmla="*/ 3922461 w 4250384"/>
              <a:gd name="connsiteY77" fmla="*/ 1062986 h 1179716"/>
              <a:gd name="connsiteX78" fmla="*/ 3878318 w 4250384"/>
              <a:gd name="connsiteY78" fmla="*/ 1056680 h 1179716"/>
              <a:gd name="connsiteX79" fmla="*/ 3853093 w 4250384"/>
              <a:gd name="connsiteY79" fmla="*/ 1050374 h 1179716"/>
              <a:gd name="connsiteX80" fmla="*/ 3815256 w 4250384"/>
              <a:gd name="connsiteY80" fmla="*/ 1044068 h 1179716"/>
              <a:gd name="connsiteX81" fmla="*/ 3777418 w 4250384"/>
              <a:gd name="connsiteY81" fmla="*/ 1031455 h 1179716"/>
              <a:gd name="connsiteX82" fmla="*/ 3676519 w 4250384"/>
              <a:gd name="connsiteY82" fmla="*/ 1018843 h 1179716"/>
              <a:gd name="connsiteX83" fmla="*/ 3537782 w 4250384"/>
              <a:gd name="connsiteY83" fmla="*/ 1006231 h 1179716"/>
              <a:gd name="connsiteX84" fmla="*/ 2919774 w 4250384"/>
              <a:gd name="connsiteY84" fmla="*/ 1018843 h 1179716"/>
              <a:gd name="connsiteX85" fmla="*/ 2900856 w 4250384"/>
              <a:gd name="connsiteY85" fmla="*/ 1025149 h 1179716"/>
              <a:gd name="connsiteX86" fmla="*/ 2869325 w 4250384"/>
              <a:gd name="connsiteY86" fmla="*/ 1037762 h 1179716"/>
              <a:gd name="connsiteX87" fmla="*/ 2837793 w 4250384"/>
              <a:gd name="connsiteY87" fmla="*/ 1044068 h 1179716"/>
              <a:gd name="connsiteX88" fmla="*/ 2781038 w 4250384"/>
              <a:gd name="connsiteY88" fmla="*/ 1062986 h 1179716"/>
              <a:gd name="connsiteX89" fmla="*/ 2749507 w 4250384"/>
              <a:gd name="connsiteY89" fmla="*/ 1075599 h 1179716"/>
              <a:gd name="connsiteX90" fmla="*/ 2686445 w 4250384"/>
              <a:gd name="connsiteY90" fmla="*/ 1094517 h 1179716"/>
              <a:gd name="connsiteX91" fmla="*/ 2667526 w 4250384"/>
              <a:gd name="connsiteY91" fmla="*/ 1100824 h 1179716"/>
              <a:gd name="connsiteX92" fmla="*/ 2635995 w 4250384"/>
              <a:gd name="connsiteY92" fmla="*/ 1113436 h 1179716"/>
              <a:gd name="connsiteX93" fmla="*/ 2604464 w 4250384"/>
              <a:gd name="connsiteY93" fmla="*/ 1119742 h 1179716"/>
              <a:gd name="connsiteX94" fmla="*/ 2528789 w 4250384"/>
              <a:gd name="connsiteY94" fmla="*/ 1138661 h 1179716"/>
              <a:gd name="connsiteX95" fmla="*/ 2509871 w 4250384"/>
              <a:gd name="connsiteY95" fmla="*/ 1151273 h 1179716"/>
              <a:gd name="connsiteX96" fmla="*/ 2440502 w 4250384"/>
              <a:gd name="connsiteY96" fmla="*/ 1163886 h 1179716"/>
              <a:gd name="connsiteX97" fmla="*/ 2118886 w 4250384"/>
              <a:gd name="connsiteY97" fmla="*/ 1151273 h 1179716"/>
              <a:gd name="connsiteX98" fmla="*/ 2068436 w 4250384"/>
              <a:gd name="connsiteY98" fmla="*/ 1138661 h 1179716"/>
              <a:gd name="connsiteX99" fmla="*/ 2036905 w 4250384"/>
              <a:gd name="connsiteY99" fmla="*/ 1126048 h 1179716"/>
              <a:gd name="connsiteX100" fmla="*/ 1992762 w 4250384"/>
              <a:gd name="connsiteY100" fmla="*/ 1119742 h 1179716"/>
              <a:gd name="connsiteX101" fmla="*/ 1948618 w 4250384"/>
              <a:gd name="connsiteY101" fmla="*/ 1107130 h 1179716"/>
              <a:gd name="connsiteX102" fmla="*/ 1917087 w 4250384"/>
              <a:gd name="connsiteY102" fmla="*/ 1100824 h 1179716"/>
              <a:gd name="connsiteX103" fmla="*/ 1841413 w 4250384"/>
              <a:gd name="connsiteY103" fmla="*/ 1075599 h 1179716"/>
              <a:gd name="connsiteX104" fmla="*/ 1816188 w 4250384"/>
              <a:gd name="connsiteY104" fmla="*/ 1069293 h 1179716"/>
              <a:gd name="connsiteX105" fmla="*/ 1790963 w 4250384"/>
              <a:gd name="connsiteY105" fmla="*/ 1056680 h 1179716"/>
              <a:gd name="connsiteX106" fmla="*/ 1734207 w 4250384"/>
              <a:gd name="connsiteY106" fmla="*/ 1044068 h 1179716"/>
              <a:gd name="connsiteX107" fmla="*/ 1658533 w 4250384"/>
              <a:gd name="connsiteY107" fmla="*/ 1031455 h 1179716"/>
              <a:gd name="connsiteX108" fmla="*/ 1582858 w 4250384"/>
              <a:gd name="connsiteY108" fmla="*/ 1012537 h 1179716"/>
              <a:gd name="connsiteX109" fmla="*/ 1538715 w 4250384"/>
              <a:gd name="connsiteY109" fmla="*/ 999924 h 1179716"/>
              <a:gd name="connsiteX110" fmla="*/ 1475653 w 4250384"/>
              <a:gd name="connsiteY110" fmla="*/ 993618 h 1179716"/>
              <a:gd name="connsiteX111" fmla="*/ 1431509 w 4250384"/>
              <a:gd name="connsiteY111" fmla="*/ 987312 h 1179716"/>
              <a:gd name="connsiteX112" fmla="*/ 1311691 w 4250384"/>
              <a:gd name="connsiteY112" fmla="*/ 968393 h 1179716"/>
              <a:gd name="connsiteX113" fmla="*/ 1122505 w 4250384"/>
              <a:gd name="connsiteY113" fmla="*/ 974700 h 1179716"/>
              <a:gd name="connsiteX114" fmla="*/ 1065749 w 4250384"/>
              <a:gd name="connsiteY114" fmla="*/ 981006 h 1179716"/>
              <a:gd name="connsiteX115" fmla="*/ 977462 w 4250384"/>
              <a:gd name="connsiteY115" fmla="*/ 987312 h 1179716"/>
              <a:gd name="connsiteX116" fmla="*/ 889176 w 4250384"/>
              <a:gd name="connsiteY116" fmla="*/ 1006231 h 1179716"/>
              <a:gd name="connsiteX117" fmla="*/ 863951 w 4250384"/>
              <a:gd name="connsiteY117" fmla="*/ 1018843 h 1179716"/>
              <a:gd name="connsiteX118" fmla="*/ 819807 w 4250384"/>
              <a:gd name="connsiteY118" fmla="*/ 1025149 h 1179716"/>
              <a:gd name="connsiteX119" fmla="*/ 687377 w 4250384"/>
              <a:gd name="connsiteY119" fmla="*/ 1044068 h 1179716"/>
              <a:gd name="connsiteX120" fmla="*/ 567559 w 4250384"/>
              <a:gd name="connsiteY120" fmla="*/ 1062986 h 1179716"/>
              <a:gd name="connsiteX121" fmla="*/ 548640 w 4250384"/>
              <a:gd name="connsiteY121" fmla="*/ 1069293 h 1179716"/>
              <a:gd name="connsiteX122" fmla="*/ 435129 w 4250384"/>
              <a:gd name="connsiteY122" fmla="*/ 1081905 h 1179716"/>
              <a:gd name="connsiteX123" fmla="*/ 397291 w 4250384"/>
              <a:gd name="connsiteY123" fmla="*/ 1088211 h 1179716"/>
              <a:gd name="connsiteX124" fmla="*/ 346842 w 4250384"/>
              <a:gd name="connsiteY124" fmla="*/ 1100824 h 1179716"/>
              <a:gd name="connsiteX125" fmla="*/ 315311 w 4250384"/>
              <a:gd name="connsiteY125" fmla="*/ 1107130 h 1179716"/>
              <a:gd name="connsiteX126" fmla="*/ 264861 w 4250384"/>
              <a:gd name="connsiteY126" fmla="*/ 1126048 h 1179716"/>
              <a:gd name="connsiteX127" fmla="*/ 239636 w 4250384"/>
              <a:gd name="connsiteY127" fmla="*/ 1132355 h 1179716"/>
              <a:gd name="connsiteX128" fmla="*/ 195493 w 4250384"/>
              <a:gd name="connsiteY128" fmla="*/ 1144967 h 1179716"/>
              <a:gd name="connsiteX129" fmla="*/ 25225 w 4250384"/>
              <a:gd name="connsiteY129" fmla="*/ 1138661 h 1179716"/>
              <a:gd name="connsiteX130" fmla="*/ 31531 w 4250384"/>
              <a:gd name="connsiteY130" fmla="*/ 949475 h 1179716"/>
              <a:gd name="connsiteX131" fmla="*/ 44144 w 4250384"/>
              <a:gd name="connsiteY131" fmla="*/ 911637 h 1179716"/>
              <a:gd name="connsiteX132" fmla="*/ 50450 w 4250384"/>
              <a:gd name="connsiteY132" fmla="*/ 880106 h 1179716"/>
              <a:gd name="connsiteX133" fmla="*/ 56756 w 4250384"/>
              <a:gd name="connsiteY133" fmla="*/ 854882 h 1179716"/>
              <a:gd name="connsiteX134" fmla="*/ 50450 w 4250384"/>
              <a:gd name="connsiteY134" fmla="*/ 552184 h 1179716"/>
              <a:gd name="connsiteX135" fmla="*/ 44144 w 4250384"/>
              <a:gd name="connsiteY135" fmla="*/ 514346 h 1179716"/>
              <a:gd name="connsiteX136" fmla="*/ 31531 w 4250384"/>
              <a:gd name="connsiteY136" fmla="*/ 419753 h 1179716"/>
              <a:gd name="connsiteX137" fmla="*/ 25225 w 4250384"/>
              <a:gd name="connsiteY137" fmla="*/ 394528 h 1179716"/>
              <a:gd name="connsiteX138" fmla="*/ 24247 w 4250384"/>
              <a:gd name="connsiteY138" fmla="*/ 235397 h 1179716"/>
              <a:gd name="connsiteX139" fmla="*/ 0 w 4250384"/>
              <a:gd name="connsiteY139" fmla="*/ 16156 h 11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4250384" h="1179716">
                <a:moveTo>
                  <a:pt x="0" y="16156"/>
                </a:moveTo>
                <a:lnTo>
                  <a:pt x="0" y="16156"/>
                </a:lnTo>
                <a:cubicBezTo>
                  <a:pt x="42997" y="77579"/>
                  <a:pt x="23690" y="74503"/>
                  <a:pt x="75675" y="91831"/>
                </a:cubicBezTo>
                <a:cubicBezTo>
                  <a:pt x="83897" y="94572"/>
                  <a:pt x="92492" y="96035"/>
                  <a:pt x="100900" y="98137"/>
                </a:cubicBezTo>
                <a:cubicBezTo>
                  <a:pt x="113512" y="104443"/>
                  <a:pt x="124885" y="114417"/>
                  <a:pt x="138737" y="117055"/>
                </a:cubicBezTo>
                <a:cubicBezTo>
                  <a:pt x="209649" y="130562"/>
                  <a:pt x="384818" y="118475"/>
                  <a:pt x="428822" y="117055"/>
                </a:cubicBezTo>
                <a:cubicBezTo>
                  <a:pt x="437230" y="114953"/>
                  <a:pt x="445437" y="111742"/>
                  <a:pt x="454047" y="110749"/>
                </a:cubicBezTo>
                <a:cubicBezTo>
                  <a:pt x="500177" y="105426"/>
                  <a:pt x="546980" y="105771"/>
                  <a:pt x="592784" y="98137"/>
                </a:cubicBezTo>
                <a:lnTo>
                  <a:pt x="668458" y="85524"/>
                </a:lnTo>
                <a:cubicBezTo>
                  <a:pt x="742398" y="53837"/>
                  <a:pt x="684396" y="73310"/>
                  <a:pt x="781970" y="60300"/>
                </a:cubicBezTo>
                <a:cubicBezTo>
                  <a:pt x="790561" y="59154"/>
                  <a:pt x="798696" y="55693"/>
                  <a:pt x="807195" y="53993"/>
                </a:cubicBezTo>
                <a:cubicBezTo>
                  <a:pt x="852107" y="45010"/>
                  <a:pt x="845125" y="49128"/>
                  <a:pt x="895482" y="41381"/>
                </a:cubicBezTo>
                <a:cubicBezTo>
                  <a:pt x="906076" y="39751"/>
                  <a:pt x="916329" y="35930"/>
                  <a:pt x="927013" y="35075"/>
                </a:cubicBezTo>
                <a:cubicBezTo>
                  <a:pt x="968973" y="31718"/>
                  <a:pt x="1011125" y="31394"/>
                  <a:pt x="1053137" y="28768"/>
                </a:cubicBezTo>
                <a:cubicBezTo>
                  <a:pt x="1078400" y="27189"/>
                  <a:pt x="1103586" y="24564"/>
                  <a:pt x="1128811" y="22462"/>
                </a:cubicBezTo>
                <a:cubicBezTo>
                  <a:pt x="1170853" y="24564"/>
                  <a:pt x="1212987" y="25272"/>
                  <a:pt x="1254936" y="28768"/>
                </a:cubicBezTo>
                <a:cubicBezTo>
                  <a:pt x="1263449" y="29477"/>
                  <a:pt x="1289701" y="37864"/>
                  <a:pt x="1299079" y="41381"/>
                </a:cubicBezTo>
                <a:cubicBezTo>
                  <a:pt x="1309678" y="45356"/>
                  <a:pt x="1320485" y="48931"/>
                  <a:pt x="1330610" y="53993"/>
                </a:cubicBezTo>
                <a:cubicBezTo>
                  <a:pt x="1337389" y="57383"/>
                  <a:pt x="1342603" y="63528"/>
                  <a:pt x="1349529" y="66606"/>
                </a:cubicBezTo>
                <a:cubicBezTo>
                  <a:pt x="1361678" y="72005"/>
                  <a:pt x="1387366" y="79218"/>
                  <a:pt x="1387366" y="79218"/>
                </a:cubicBezTo>
                <a:cubicBezTo>
                  <a:pt x="1393672" y="83422"/>
                  <a:pt x="1399359" y="88753"/>
                  <a:pt x="1406285" y="91831"/>
                </a:cubicBezTo>
                <a:cubicBezTo>
                  <a:pt x="1418434" y="97230"/>
                  <a:pt x="1444122" y="104443"/>
                  <a:pt x="1444122" y="104443"/>
                </a:cubicBezTo>
                <a:cubicBezTo>
                  <a:pt x="1498332" y="140583"/>
                  <a:pt x="1429747" y="97256"/>
                  <a:pt x="1481959" y="123362"/>
                </a:cubicBezTo>
                <a:cubicBezTo>
                  <a:pt x="1488738" y="126751"/>
                  <a:pt x="1493781" y="133313"/>
                  <a:pt x="1500878" y="135974"/>
                </a:cubicBezTo>
                <a:cubicBezTo>
                  <a:pt x="1510914" y="139737"/>
                  <a:pt x="1522011" y="139680"/>
                  <a:pt x="1532409" y="142280"/>
                </a:cubicBezTo>
                <a:cubicBezTo>
                  <a:pt x="1538858" y="143892"/>
                  <a:pt x="1544936" y="146760"/>
                  <a:pt x="1551327" y="148586"/>
                </a:cubicBezTo>
                <a:cubicBezTo>
                  <a:pt x="1559661" y="150967"/>
                  <a:pt x="1568218" y="152512"/>
                  <a:pt x="1576552" y="154893"/>
                </a:cubicBezTo>
                <a:cubicBezTo>
                  <a:pt x="1582944" y="156719"/>
                  <a:pt x="1588982" y="159757"/>
                  <a:pt x="1595471" y="161199"/>
                </a:cubicBezTo>
                <a:cubicBezTo>
                  <a:pt x="1626861" y="168174"/>
                  <a:pt x="1690064" y="180117"/>
                  <a:pt x="1690064" y="180117"/>
                </a:cubicBezTo>
                <a:lnTo>
                  <a:pt x="2087355" y="173811"/>
                </a:lnTo>
                <a:cubicBezTo>
                  <a:pt x="2102213" y="173387"/>
                  <a:pt x="2116807" y="169765"/>
                  <a:pt x="2131498" y="167505"/>
                </a:cubicBezTo>
                <a:cubicBezTo>
                  <a:pt x="2245245" y="150006"/>
                  <a:pt x="2085481" y="173178"/>
                  <a:pt x="2213479" y="154893"/>
                </a:cubicBezTo>
                <a:cubicBezTo>
                  <a:pt x="2230296" y="148587"/>
                  <a:pt x="2246786" y="141331"/>
                  <a:pt x="2263929" y="135974"/>
                </a:cubicBezTo>
                <a:cubicBezTo>
                  <a:pt x="2280474" y="130804"/>
                  <a:pt x="2314378" y="123362"/>
                  <a:pt x="2314378" y="123362"/>
                </a:cubicBezTo>
                <a:cubicBezTo>
                  <a:pt x="2335399" y="110749"/>
                  <a:pt x="2354184" y="93276"/>
                  <a:pt x="2377440" y="85524"/>
                </a:cubicBezTo>
                <a:cubicBezTo>
                  <a:pt x="2463545" y="56824"/>
                  <a:pt x="2375564" y="88131"/>
                  <a:pt x="2440502" y="60300"/>
                </a:cubicBezTo>
                <a:cubicBezTo>
                  <a:pt x="2461769" y="51186"/>
                  <a:pt x="2460631" y="55692"/>
                  <a:pt x="2484646" y="47687"/>
                </a:cubicBezTo>
                <a:cubicBezTo>
                  <a:pt x="2501685" y="42007"/>
                  <a:pt x="2517252" y="30807"/>
                  <a:pt x="2535096" y="28768"/>
                </a:cubicBezTo>
                <a:cubicBezTo>
                  <a:pt x="2591523" y="22319"/>
                  <a:pt x="2648607" y="24564"/>
                  <a:pt x="2705363" y="22462"/>
                </a:cubicBezTo>
                <a:cubicBezTo>
                  <a:pt x="2762119" y="24564"/>
                  <a:pt x="2818947" y="25225"/>
                  <a:pt x="2875631" y="28768"/>
                </a:cubicBezTo>
                <a:cubicBezTo>
                  <a:pt x="2883948" y="29288"/>
                  <a:pt x="2922407" y="38530"/>
                  <a:pt x="2932387" y="41381"/>
                </a:cubicBezTo>
                <a:cubicBezTo>
                  <a:pt x="2938778" y="43207"/>
                  <a:pt x="2944748" y="46594"/>
                  <a:pt x="2951305" y="47687"/>
                </a:cubicBezTo>
                <a:cubicBezTo>
                  <a:pt x="2970081" y="50816"/>
                  <a:pt x="2989142" y="51891"/>
                  <a:pt x="3008061" y="53993"/>
                </a:cubicBezTo>
                <a:cubicBezTo>
                  <a:pt x="3053408" y="69110"/>
                  <a:pt x="2996794" y="50775"/>
                  <a:pt x="3052205" y="66606"/>
                </a:cubicBezTo>
                <a:cubicBezTo>
                  <a:pt x="3097453" y="79534"/>
                  <a:pt x="3038545" y="66397"/>
                  <a:pt x="3102654" y="79218"/>
                </a:cubicBezTo>
                <a:cubicBezTo>
                  <a:pt x="3130412" y="90322"/>
                  <a:pt x="3132253" y="92706"/>
                  <a:pt x="3159410" y="98137"/>
                </a:cubicBezTo>
                <a:cubicBezTo>
                  <a:pt x="3171948" y="100645"/>
                  <a:pt x="3184842" y="101342"/>
                  <a:pt x="3197247" y="104443"/>
                </a:cubicBezTo>
                <a:cubicBezTo>
                  <a:pt x="3210145" y="107667"/>
                  <a:pt x="3222472" y="112851"/>
                  <a:pt x="3235085" y="117055"/>
                </a:cubicBezTo>
                <a:cubicBezTo>
                  <a:pt x="3241391" y="119157"/>
                  <a:pt x="3247446" y="122269"/>
                  <a:pt x="3254003" y="123362"/>
                </a:cubicBezTo>
                <a:lnTo>
                  <a:pt x="3291840" y="129668"/>
                </a:lnTo>
                <a:cubicBezTo>
                  <a:pt x="3375923" y="127566"/>
                  <a:pt x="3460066" y="127181"/>
                  <a:pt x="3544089" y="123362"/>
                </a:cubicBezTo>
                <a:cubicBezTo>
                  <a:pt x="3582886" y="121598"/>
                  <a:pt x="3556662" y="116281"/>
                  <a:pt x="3588232" y="104443"/>
                </a:cubicBezTo>
                <a:cubicBezTo>
                  <a:pt x="3598268" y="100680"/>
                  <a:pt x="3609422" y="100957"/>
                  <a:pt x="3619763" y="98137"/>
                </a:cubicBezTo>
                <a:cubicBezTo>
                  <a:pt x="3632589" y="94639"/>
                  <a:pt x="3657600" y="85524"/>
                  <a:pt x="3657600" y="85524"/>
                </a:cubicBezTo>
                <a:cubicBezTo>
                  <a:pt x="3661804" y="81320"/>
                  <a:pt x="3664895" y="75571"/>
                  <a:pt x="3670213" y="72912"/>
                </a:cubicBezTo>
                <a:cubicBezTo>
                  <a:pt x="3677965" y="69036"/>
                  <a:pt x="3687104" y="68987"/>
                  <a:pt x="3695438" y="66606"/>
                </a:cubicBezTo>
                <a:cubicBezTo>
                  <a:pt x="3701829" y="64780"/>
                  <a:pt x="3708050" y="62402"/>
                  <a:pt x="3714356" y="60300"/>
                </a:cubicBezTo>
                <a:cubicBezTo>
                  <a:pt x="3720662" y="56096"/>
                  <a:pt x="3726650" y="51368"/>
                  <a:pt x="3733275" y="47687"/>
                </a:cubicBezTo>
                <a:cubicBezTo>
                  <a:pt x="3755960" y="35084"/>
                  <a:pt x="3783231" y="21667"/>
                  <a:pt x="3808949" y="16156"/>
                </a:cubicBezTo>
                <a:cubicBezTo>
                  <a:pt x="3825520" y="12605"/>
                  <a:pt x="3842582" y="11952"/>
                  <a:pt x="3859399" y="9850"/>
                </a:cubicBezTo>
                <a:cubicBezTo>
                  <a:pt x="3865705" y="7748"/>
                  <a:pt x="3871671" y="3544"/>
                  <a:pt x="3878318" y="3544"/>
                </a:cubicBezTo>
                <a:cubicBezTo>
                  <a:pt x="4171742" y="3544"/>
                  <a:pt x="4093869" y="-10101"/>
                  <a:pt x="4225159" y="16156"/>
                </a:cubicBezTo>
                <a:cubicBezTo>
                  <a:pt x="4231465" y="22462"/>
                  <a:pt x="4239653" y="27332"/>
                  <a:pt x="4244078" y="35075"/>
                </a:cubicBezTo>
                <a:cubicBezTo>
                  <a:pt x="4248378" y="42600"/>
                  <a:pt x="4250384" y="51633"/>
                  <a:pt x="4250384" y="60300"/>
                </a:cubicBezTo>
                <a:cubicBezTo>
                  <a:pt x="4250384" y="98399"/>
                  <a:pt x="4242573" y="108668"/>
                  <a:pt x="4237771" y="142280"/>
                </a:cubicBezTo>
                <a:cubicBezTo>
                  <a:pt x="4221664" y="255026"/>
                  <a:pt x="4240651" y="163732"/>
                  <a:pt x="4225159" y="217955"/>
                </a:cubicBezTo>
                <a:cubicBezTo>
                  <a:pt x="4222778" y="226289"/>
                  <a:pt x="4222373" y="235260"/>
                  <a:pt x="4218853" y="243180"/>
                </a:cubicBezTo>
                <a:cubicBezTo>
                  <a:pt x="4213875" y="254381"/>
                  <a:pt x="4206240" y="264201"/>
                  <a:pt x="4199934" y="274711"/>
                </a:cubicBezTo>
                <a:cubicBezTo>
                  <a:pt x="4197028" y="295053"/>
                  <a:pt x="4189106" y="362170"/>
                  <a:pt x="4181016" y="394528"/>
                </a:cubicBezTo>
                <a:cubicBezTo>
                  <a:pt x="4179404" y="400977"/>
                  <a:pt x="4176811" y="407141"/>
                  <a:pt x="4174709" y="413447"/>
                </a:cubicBezTo>
                <a:cubicBezTo>
                  <a:pt x="4176811" y="470203"/>
                  <a:pt x="4175365" y="527202"/>
                  <a:pt x="4181016" y="583715"/>
                </a:cubicBezTo>
                <a:cubicBezTo>
                  <a:pt x="4181770" y="591256"/>
                  <a:pt x="4190967" y="595537"/>
                  <a:pt x="4193628" y="602633"/>
                </a:cubicBezTo>
                <a:cubicBezTo>
                  <a:pt x="4197391" y="612669"/>
                  <a:pt x="4199567" y="602678"/>
                  <a:pt x="4199934" y="634164"/>
                </a:cubicBezTo>
                <a:cubicBezTo>
                  <a:pt x="4200301" y="665650"/>
                  <a:pt x="4193360" y="709861"/>
                  <a:pt x="4195829" y="791551"/>
                </a:cubicBezTo>
                <a:cubicBezTo>
                  <a:pt x="4198298" y="873241"/>
                  <a:pt x="4193951" y="1083203"/>
                  <a:pt x="4214749" y="1124305"/>
                </a:cubicBezTo>
                <a:cubicBezTo>
                  <a:pt x="4240751" y="1175691"/>
                  <a:pt x="4109545" y="1096619"/>
                  <a:pt x="4029667" y="1094517"/>
                </a:cubicBezTo>
                <a:cubicBezTo>
                  <a:pt x="3966077" y="1073321"/>
                  <a:pt x="4064720" y="1105663"/>
                  <a:pt x="3985523" y="1081905"/>
                </a:cubicBezTo>
                <a:cubicBezTo>
                  <a:pt x="3960222" y="1074315"/>
                  <a:pt x="3947051" y="1067457"/>
                  <a:pt x="3922461" y="1062986"/>
                </a:cubicBezTo>
                <a:cubicBezTo>
                  <a:pt x="3907837" y="1060327"/>
                  <a:pt x="3892942" y="1059339"/>
                  <a:pt x="3878318" y="1056680"/>
                </a:cubicBezTo>
                <a:cubicBezTo>
                  <a:pt x="3869791" y="1055130"/>
                  <a:pt x="3861592" y="1052074"/>
                  <a:pt x="3853093" y="1050374"/>
                </a:cubicBezTo>
                <a:cubicBezTo>
                  <a:pt x="3840555" y="1047866"/>
                  <a:pt x="3827868" y="1046170"/>
                  <a:pt x="3815256" y="1044068"/>
                </a:cubicBezTo>
                <a:cubicBezTo>
                  <a:pt x="3802643" y="1039864"/>
                  <a:pt x="3790372" y="1034445"/>
                  <a:pt x="3777418" y="1031455"/>
                </a:cubicBezTo>
                <a:cubicBezTo>
                  <a:pt x="3760155" y="1027471"/>
                  <a:pt x="3689492" y="1020369"/>
                  <a:pt x="3676519" y="1018843"/>
                </a:cubicBezTo>
                <a:cubicBezTo>
                  <a:pt x="3584110" y="1007972"/>
                  <a:pt x="3665054" y="1015322"/>
                  <a:pt x="3537782" y="1006231"/>
                </a:cubicBezTo>
                <a:lnTo>
                  <a:pt x="2919774" y="1018843"/>
                </a:lnTo>
                <a:cubicBezTo>
                  <a:pt x="2913130" y="1019040"/>
                  <a:pt x="2907080" y="1022815"/>
                  <a:pt x="2900856" y="1025149"/>
                </a:cubicBezTo>
                <a:cubicBezTo>
                  <a:pt x="2890257" y="1029124"/>
                  <a:pt x="2880168" y="1034509"/>
                  <a:pt x="2869325" y="1037762"/>
                </a:cubicBezTo>
                <a:cubicBezTo>
                  <a:pt x="2859058" y="1040842"/>
                  <a:pt x="2848304" y="1041966"/>
                  <a:pt x="2837793" y="1044068"/>
                </a:cubicBezTo>
                <a:cubicBezTo>
                  <a:pt x="2785110" y="1070409"/>
                  <a:pt x="2842165" y="1044648"/>
                  <a:pt x="2781038" y="1062986"/>
                </a:cubicBezTo>
                <a:cubicBezTo>
                  <a:pt x="2770195" y="1066239"/>
                  <a:pt x="2760146" y="1071730"/>
                  <a:pt x="2749507" y="1075599"/>
                </a:cubicBezTo>
                <a:cubicBezTo>
                  <a:pt x="2694552" y="1095583"/>
                  <a:pt x="2730366" y="1081968"/>
                  <a:pt x="2686445" y="1094517"/>
                </a:cubicBezTo>
                <a:cubicBezTo>
                  <a:pt x="2680053" y="1096343"/>
                  <a:pt x="2673750" y="1098490"/>
                  <a:pt x="2667526" y="1100824"/>
                </a:cubicBezTo>
                <a:cubicBezTo>
                  <a:pt x="2656927" y="1104799"/>
                  <a:pt x="2646838" y="1110183"/>
                  <a:pt x="2635995" y="1113436"/>
                </a:cubicBezTo>
                <a:cubicBezTo>
                  <a:pt x="2625729" y="1116516"/>
                  <a:pt x="2614805" y="1116922"/>
                  <a:pt x="2604464" y="1119742"/>
                </a:cubicBezTo>
                <a:cubicBezTo>
                  <a:pt x="2525943" y="1141157"/>
                  <a:pt x="2607204" y="1125593"/>
                  <a:pt x="2528789" y="1138661"/>
                </a:cubicBezTo>
                <a:cubicBezTo>
                  <a:pt x="2522483" y="1142865"/>
                  <a:pt x="2516650" y="1147884"/>
                  <a:pt x="2509871" y="1151273"/>
                </a:cubicBezTo>
                <a:cubicBezTo>
                  <a:pt x="2490426" y="1160996"/>
                  <a:pt x="2457901" y="1161711"/>
                  <a:pt x="2440502" y="1163886"/>
                </a:cubicBezTo>
                <a:cubicBezTo>
                  <a:pt x="2321357" y="1193672"/>
                  <a:pt x="2399698" y="1176801"/>
                  <a:pt x="2118886" y="1151273"/>
                </a:cubicBezTo>
                <a:cubicBezTo>
                  <a:pt x="2101623" y="1149704"/>
                  <a:pt x="2084530" y="1145099"/>
                  <a:pt x="2068436" y="1138661"/>
                </a:cubicBezTo>
                <a:cubicBezTo>
                  <a:pt x="2057926" y="1134457"/>
                  <a:pt x="2047887" y="1128794"/>
                  <a:pt x="2036905" y="1126048"/>
                </a:cubicBezTo>
                <a:cubicBezTo>
                  <a:pt x="2022485" y="1122443"/>
                  <a:pt x="2007296" y="1122856"/>
                  <a:pt x="1992762" y="1119742"/>
                </a:cubicBezTo>
                <a:cubicBezTo>
                  <a:pt x="1977798" y="1116536"/>
                  <a:pt x="1963465" y="1110841"/>
                  <a:pt x="1948618" y="1107130"/>
                </a:cubicBezTo>
                <a:cubicBezTo>
                  <a:pt x="1938220" y="1104530"/>
                  <a:pt x="1927485" y="1103424"/>
                  <a:pt x="1917087" y="1100824"/>
                </a:cubicBezTo>
                <a:cubicBezTo>
                  <a:pt x="1836176" y="1080596"/>
                  <a:pt x="1906299" y="1097227"/>
                  <a:pt x="1841413" y="1075599"/>
                </a:cubicBezTo>
                <a:cubicBezTo>
                  <a:pt x="1833191" y="1072858"/>
                  <a:pt x="1824596" y="1071395"/>
                  <a:pt x="1816188" y="1069293"/>
                </a:cubicBezTo>
                <a:cubicBezTo>
                  <a:pt x="1807780" y="1065089"/>
                  <a:pt x="1799765" y="1059981"/>
                  <a:pt x="1790963" y="1056680"/>
                </a:cubicBezTo>
                <a:cubicBezTo>
                  <a:pt x="1778018" y="1051825"/>
                  <a:pt x="1746191" y="1047064"/>
                  <a:pt x="1734207" y="1044068"/>
                </a:cubicBezTo>
                <a:cubicBezTo>
                  <a:pt x="1675041" y="1029277"/>
                  <a:pt x="1785440" y="1045558"/>
                  <a:pt x="1658533" y="1031455"/>
                </a:cubicBezTo>
                <a:cubicBezTo>
                  <a:pt x="1609858" y="1007119"/>
                  <a:pt x="1657584" y="1027482"/>
                  <a:pt x="1582858" y="1012537"/>
                </a:cubicBezTo>
                <a:cubicBezTo>
                  <a:pt x="1567852" y="1009536"/>
                  <a:pt x="1553785" y="1002584"/>
                  <a:pt x="1538715" y="999924"/>
                </a:cubicBezTo>
                <a:cubicBezTo>
                  <a:pt x="1517911" y="996253"/>
                  <a:pt x="1496634" y="996086"/>
                  <a:pt x="1475653" y="993618"/>
                </a:cubicBezTo>
                <a:cubicBezTo>
                  <a:pt x="1460891" y="991881"/>
                  <a:pt x="1446147" y="989895"/>
                  <a:pt x="1431509" y="987312"/>
                </a:cubicBezTo>
                <a:cubicBezTo>
                  <a:pt x="1320350" y="967696"/>
                  <a:pt x="1415887" y="979972"/>
                  <a:pt x="1311691" y="968393"/>
                </a:cubicBezTo>
                <a:lnTo>
                  <a:pt x="1122505" y="974700"/>
                </a:lnTo>
                <a:cubicBezTo>
                  <a:pt x="1103495" y="975675"/>
                  <a:pt x="1084713" y="979357"/>
                  <a:pt x="1065749" y="981006"/>
                </a:cubicBezTo>
                <a:cubicBezTo>
                  <a:pt x="1036356" y="983562"/>
                  <a:pt x="1006891" y="985210"/>
                  <a:pt x="977462" y="987312"/>
                </a:cubicBezTo>
                <a:cubicBezTo>
                  <a:pt x="848654" y="1030247"/>
                  <a:pt x="1048288" y="966452"/>
                  <a:pt x="889176" y="1006231"/>
                </a:cubicBezTo>
                <a:cubicBezTo>
                  <a:pt x="880056" y="1008511"/>
                  <a:pt x="873021" y="1016370"/>
                  <a:pt x="863951" y="1018843"/>
                </a:cubicBezTo>
                <a:cubicBezTo>
                  <a:pt x="849611" y="1022754"/>
                  <a:pt x="834489" y="1022831"/>
                  <a:pt x="819807" y="1025149"/>
                </a:cubicBezTo>
                <a:cubicBezTo>
                  <a:pt x="707639" y="1042860"/>
                  <a:pt x="782738" y="1033473"/>
                  <a:pt x="687377" y="1044068"/>
                </a:cubicBezTo>
                <a:cubicBezTo>
                  <a:pt x="600852" y="1068788"/>
                  <a:pt x="688327" y="1046883"/>
                  <a:pt x="567559" y="1062986"/>
                </a:cubicBezTo>
                <a:cubicBezTo>
                  <a:pt x="560970" y="1063865"/>
                  <a:pt x="555180" y="1068104"/>
                  <a:pt x="548640" y="1069293"/>
                </a:cubicBezTo>
                <a:cubicBezTo>
                  <a:pt x="520434" y="1074422"/>
                  <a:pt x="461196" y="1078647"/>
                  <a:pt x="435129" y="1081905"/>
                </a:cubicBezTo>
                <a:cubicBezTo>
                  <a:pt x="422441" y="1083491"/>
                  <a:pt x="409871" y="1085924"/>
                  <a:pt x="397291" y="1088211"/>
                </a:cubicBezTo>
                <a:cubicBezTo>
                  <a:pt x="312055" y="1103708"/>
                  <a:pt x="405192" y="1086236"/>
                  <a:pt x="346842" y="1100824"/>
                </a:cubicBezTo>
                <a:cubicBezTo>
                  <a:pt x="336444" y="1103424"/>
                  <a:pt x="325709" y="1104530"/>
                  <a:pt x="315311" y="1107130"/>
                </a:cubicBezTo>
                <a:cubicBezTo>
                  <a:pt x="297599" y="1111558"/>
                  <a:pt x="282222" y="1120261"/>
                  <a:pt x="264861" y="1126048"/>
                </a:cubicBezTo>
                <a:cubicBezTo>
                  <a:pt x="256639" y="1128789"/>
                  <a:pt x="247970" y="1129974"/>
                  <a:pt x="239636" y="1132355"/>
                </a:cubicBezTo>
                <a:cubicBezTo>
                  <a:pt x="176347" y="1150439"/>
                  <a:pt x="274300" y="1125266"/>
                  <a:pt x="195493" y="1144967"/>
                </a:cubicBezTo>
                <a:cubicBezTo>
                  <a:pt x="138737" y="1142865"/>
                  <a:pt x="61722" y="1182177"/>
                  <a:pt x="25225" y="1138661"/>
                </a:cubicBezTo>
                <a:cubicBezTo>
                  <a:pt x="-15322" y="1090317"/>
                  <a:pt x="26291" y="1012354"/>
                  <a:pt x="31531" y="949475"/>
                </a:cubicBezTo>
                <a:cubicBezTo>
                  <a:pt x="32635" y="936226"/>
                  <a:pt x="40646" y="924463"/>
                  <a:pt x="44144" y="911637"/>
                </a:cubicBezTo>
                <a:cubicBezTo>
                  <a:pt x="46964" y="901296"/>
                  <a:pt x="48125" y="890569"/>
                  <a:pt x="50450" y="880106"/>
                </a:cubicBezTo>
                <a:cubicBezTo>
                  <a:pt x="52330" y="871646"/>
                  <a:pt x="54654" y="863290"/>
                  <a:pt x="56756" y="854882"/>
                </a:cubicBezTo>
                <a:cubicBezTo>
                  <a:pt x="54654" y="753983"/>
                  <a:pt x="54185" y="653036"/>
                  <a:pt x="50450" y="552184"/>
                </a:cubicBezTo>
                <a:cubicBezTo>
                  <a:pt x="49977" y="539406"/>
                  <a:pt x="45952" y="527004"/>
                  <a:pt x="44144" y="514346"/>
                </a:cubicBezTo>
                <a:cubicBezTo>
                  <a:pt x="40480" y="488699"/>
                  <a:pt x="36300" y="445984"/>
                  <a:pt x="31531" y="419753"/>
                </a:cubicBezTo>
                <a:cubicBezTo>
                  <a:pt x="29981" y="411226"/>
                  <a:pt x="26439" y="425254"/>
                  <a:pt x="25225" y="394528"/>
                </a:cubicBezTo>
                <a:cubicBezTo>
                  <a:pt x="24011" y="363802"/>
                  <a:pt x="28451" y="298459"/>
                  <a:pt x="24247" y="235397"/>
                </a:cubicBezTo>
                <a:cubicBezTo>
                  <a:pt x="22145" y="182845"/>
                  <a:pt x="4041" y="52696"/>
                  <a:pt x="0" y="16156"/>
                </a:cubicBezTo>
                <a:close/>
              </a:path>
            </a:pathLst>
          </a:cu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Forma livre 6"/>
          <p:cNvSpPr/>
          <p:nvPr/>
        </p:nvSpPr>
        <p:spPr>
          <a:xfrm>
            <a:off x="1806434" y="2692735"/>
            <a:ext cx="1387441" cy="684654"/>
          </a:xfrm>
          <a:custGeom>
            <a:avLst/>
            <a:gdLst>
              <a:gd name="connsiteX0" fmla="*/ 321692 w 1387441"/>
              <a:gd name="connsiteY0" fmla="*/ 63077 h 684654"/>
              <a:gd name="connsiteX1" fmla="*/ 321692 w 1387441"/>
              <a:gd name="connsiteY1" fmla="*/ 63077 h 684654"/>
              <a:gd name="connsiteX2" fmla="*/ 246018 w 1387441"/>
              <a:gd name="connsiteY2" fmla="*/ 100915 h 684654"/>
              <a:gd name="connsiteX3" fmla="*/ 195568 w 1387441"/>
              <a:gd name="connsiteY3" fmla="*/ 145058 h 684654"/>
              <a:gd name="connsiteX4" fmla="*/ 170343 w 1387441"/>
              <a:gd name="connsiteY4" fmla="*/ 151364 h 684654"/>
              <a:gd name="connsiteX5" fmla="*/ 138812 w 1387441"/>
              <a:gd name="connsiteY5" fmla="*/ 176589 h 684654"/>
              <a:gd name="connsiteX6" fmla="*/ 119894 w 1387441"/>
              <a:gd name="connsiteY6" fmla="*/ 182895 h 684654"/>
              <a:gd name="connsiteX7" fmla="*/ 82056 w 1387441"/>
              <a:gd name="connsiteY7" fmla="*/ 208120 h 684654"/>
              <a:gd name="connsiteX8" fmla="*/ 63138 w 1387441"/>
              <a:gd name="connsiteY8" fmla="*/ 220733 h 684654"/>
              <a:gd name="connsiteX9" fmla="*/ 31607 w 1387441"/>
              <a:gd name="connsiteY9" fmla="*/ 252264 h 684654"/>
              <a:gd name="connsiteX10" fmla="*/ 12688 w 1387441"/>
              <a:gd name="connsiteY10" fmla="*/ 271182 h 684654"/>
              <a:gd name="connsiteX11" fmla="*/ 76 w 1387441"/>
              <a:gd name="connsiteY11" fmla="*/ 309019 h 684654"/>
              <a:gd name="connsiteX12" fmla="*/ 6382 w 1387441"/>
              <a:gd name="connsiteY12" fmla="*/ 391000 h 684654"/>
              <a:gd name="connsiteX13" fmla="*/ 18994 w 1387441"/>
              <a:gd name="connsiteY13" fmla="*/ 409919 h 684654"/>
              <a:gd name="connsiteX14" fmla="*/ 75750 w 1387441"/>
              <a:gd name="connsiteY14" fmla="*/ 454062 h 684654"/>
              <a:gd name="connsiteX15" fmla="*/ 119894 w 1387441"/>
              <a:gd name="connsiteY15" fmla="*/ 466675 h 684654"/>
              <a:gd name="connsiteX16" fmla="*/ 157731 w 1387441"/>
              <a:gd name="connsiteY16" fmla="*/ 479287 h 684654"/>
              <a:gd name="connsiteX17" fmla="*/ 176650 w 1387441"/>
              <a:gd name="connsiteY17" fmla="*/ 485593 h 684654"/>
              <a:gd name="connsiteX18" fmla="*/ 214487 w 1387441"/>
              <a:gd name="connsiteY18" fmla="*/ 491899 h 684654"/>
              <a:gd name="connsiteX19" fmla="*/ 321692 w 1387441"/>
              <a:gd name="connsiteY19" fmla="*/ 498206 h 684654"/>
              <a:gd name="connsiteX20" fmla="*/ 359530 w 1387441"/>
              <a:gd name="connsiteY20" fmla="*/ 504512 h 684654"/>
              <a:gd name="connsiteX21" fmla="*/ 428898 w 1387441"/>
              <a:gd name="connsiteY21" fmla="*/ 517124 h 684654"/>
              <a:gd name="connsiteX22" fmla="*/ 466735 w 1387441"/>
              <a:gd name="connsiteY22" fmla="*/ 542349 h 684654"/>
              <a:gd name="connsiteX23" fmla="*/ 485654 w 1387441"/>
              <a:gd name="connsiteY23" fmla="*/ 554962 h 684654"/>
              <a:gd name="connsiteX24" fmla="*/ 498266 w 1387441"/>
              <a:gd name="connsiteY24" fmla="*/ 573880 h 684654"/>
              <a:gd name="connsiteX25" fmla="*/ 517185 w 1387441"/>
              <a:gd name="connsiteY25" fmla="*/ 580186 h 684654"/>
              <a:gd name="connsiteX26" fmla="*/ 536103 w 1387441"/>
              <a:gd name="connsiteY26" fmla="*/ 592799 h 684654"/>
              <a:gd name="connsiteX27" fmla="*/ 586553 w 1387441"/>
              <a:gd name="connsiteY27" fmla="*/ 605411 h 684654"/>
              <a:gd name="connsiteX28" fmla="*/ 605472 w 1387441"/>
              <a:gd name="connsiteY28" fmla="*/ 611717 h 684654"/>
              <a:gd name="connsiteX29" fmla="*/ 649615 w 1387441"/>
              <a:gd name="connsiteY29" fmla="*/ 624330 h 684654"/>
              <a:gd name="connsiteX30" fmla="*/ 693759 w 1387441"/>
              <a:gd name="connsiteY30" fmla="*/ 643248 h 684654"/>
              <a:gd name="connsiteX31" fmla="*/ 769433 w 1387441"/>
              <a:gd name="connsiteY31" fmla="*/ 655861 h 684654"/>
              <a:gd name="connsiteX32" fmla="*/ 807270 w 1387441"/>
              <a:gd name="connsiteY32" fmla="*/ 662167 h 684654"/>
              <a:gd name="connsiteX33" fmla="*/ 1059519 w 1387441"/>
              <a:gd name="connsiteY33" fmla="*/ 668473 h 684654"/>
              <a:gd name="connsiteX34" fmla="*/ 1210868 w 1387441"/>
              <a:gd name="connsiteY34" fmla="*/ 655861 h 684654"/>
              <a:gd name="connsiteX35" fmla="*/ 1248705 w 1387441"/>
              <a:gd name="connsiteY35" fmla="*/ 643248 h 684654"/>
              <a:gd name="connsiteX36" fmla="*/ 1292848 w 1387441"/>
              <a:gd name="connsiteY36" fmla="*/ 618024 h 684654"/>
              <a:gd name="connsiteX37" fmla="*/ 1318073 w 1387441"/>
              <a:gd name="connsiteY37" fmla="*/ 586493 h 684654"/>
              <a:gd name="connsiteX38" fmla="*/ 1349604 w 1387441"/>
              <a:gd name="connsiteY38" fmla="*/ 554962 h 684654"/>
              <a:gd name="connsiteX39" fmla="*/ 1374829 w 1387441"/>
              <a:gd name="connsiteY39" fmla="*/ 479287 h 684654"/>
              <a:gd name="connsiteX40" fmla="*/ 1387441 w 1387441"/>
              <a:gd name="connsiteY40" fmla="*/ 441450 h 684654"/>
              <a:gd name="connsiteX41" fmla="*/ 1381135 w 1387441"/>
              <a:gd name="connsiteY41" fmla="*/ 327938 h 684654"/>
              <a:gd name="connsiteX42" fmla="*/ 1355910 w 1387441"/>
              <a:gd name="connsiteY42" fmla="*/ 290101 h 684654"/>
              <a:gd name="connsiteX43" fmla="*/ 1343298 w 1387441"/>
              <a:gd name="connsiteY43" fmla="*/ 245957 h 684654"/>
              <a:gd name="connsiteX44" fmla="*/ 1336992 w 1387441"/>
              <a:gd name="connsiteY44" fmla="*/ 227039 h 684654"/>
              <a:gd name="connsiteX45" fmla="*/ 1330685 w 1387441"/>
              <a:gd name="connsiteY45" fmla="*/ 201814 h 684654"/>
              <a:gd name="connsiteX46" fmla="*/ 1324379 w 1387441"/>
              <a:gd name="connsiteY46" fmla="*/ 182895 h 684654"/>
              <a:gd name="connsiteX47" fmla="*/ 1318073 w 1387441"/>
              <a:gd name="connsiteY47" fmla="*/ 157671 h 684654"/>
              <a:gd name="connsiteX48" fmla="*/ 1292848 w 1387441"/>
              <a:gd name="connsiteY48" fmla="*/ 151364 h 684654"/>
              <a:gd name="connsiteX49" fmla="*/ 1236092 w 1387441"/>
              <a:gd name="connsiteY49" fmla="*/ 145058 h 684654"/>
              <a:gd name="connsiteX50" fmla="*/ 1217174 w 1387441"/>
              <a:gd name="connsiteY50" fmla="*/ 132446 h 684654"/>
              <a:gd name="connsiteX51" fmla="*/ 1204561 w 1387441"/>
              <a:gd name="connsiteY51" fmla="*/ 119833 h 684654"/>
              <a:gd name="connsiteX52" fmla="*/ 1185643 w 1387441"/>
              <a:gd name="connsiteY52" fmla="*/ 113527 h 684654"/>
              <a:gd name="connsiteX53" fmla="*/ 1160418 w 1387441"/>
              <a:gd name="connsiteY53" fmla="*/ 100915 h 684654"/>
              <a:gd name="connsiteX54" fmla="*/ 1122581 w 1387441"/>
              <a:gd name="connsiteY54" fmla="*/ 88302 h 684654"/>
              <a:gd name="connsiteX55" fmla="*/ 1109968 w 1387441"/>
              <a:gd name="connsiteY55" fmla="*/ 75690 h 684654"/>
              <a:gd name="connsiteX56" fmla="*/ 1065825 w 1387441"/>
              <a:gd name="connsiteY56" fmla="*/ 63077 h 684654"/>
              <a:gd name="connsiteX57" fmla="*/ 1009069 w 1387441"/>
              <a:gd name="connsiteY57" fmla="*/ 50465 h 684654"/>
              <a:gd name="connsiteX58" fmla="*/ 958619 w 1387441"/>
              <a:gd name="connsiteY58" fmla="*/ 37853 h 684654"/>
              <a:gd name="connsiteX59" fmla="*/ 939701 w 1387441"/>
              <a:gd name="connsiteY59" fmla="*/ 31546 h 684654"/>
              <a:gd name="connsiteX60" fmla="*/ 908170 w 1387441"/>
              <a:gd name="connsiteY60" fmla="*/ 25240 h 684654"/>
              <a:gd name="connsiteX61" fmla="*/ 882945 w 1387441"/>
              <a:gd name="connsiteY61" fmla="*/ 18934 h 684654"/>
              <a:gd name="connsiteX62" fmla="*/ 674840 w 1387441"/>
              <a:gd name="connsiteY62" fmla="*/ 12628 h 684654"/>
              <a:gd name="connsiteX63" fmla="*/ 655921 w 1387441"/>
              <a:gd name="connsiteY63" fmla="*/ 6322 h 684654"/>
              <a:gd name="connsiteX64" fmla="*/ 460429 w 1387441"/>
              <a:gd name="connsiteY64" fmla="*/ 6322 h 684654"/>
              <a:gd name="connsiteX65" fmla="*/ 416285 w 1387441"/>
              <a:gd name="connsiteY65" fmla="*/ 25240 h 684654"/>
              <a:gd name="connsiteX66" fmla="*/ 372142 w 1387441"/>
              <a:gd name="connsiteY66" fmla="*/ 37853 h 684654"/>
              <a:gd name="connsiteX67" fmla="*/ 346917 w 1387441"/>
              <a:gd name="connsiteY67" fmla="*/ 50465 h 684654"/>
              <a:gd name="connsiteX68" fmla="*/ 327999 w 1387441"/>
              <a:gd name="connsiteY68" fmla="*/ 63077 h 684654"/>
              <a:gd name="connsiteX69" fmla="*/ 321692 w 1387441"/>
              <a:gd name="connsiteY69" fmla="*/ 63077 h 68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87441" h="684654">
                <a:moveTo>
                  <a:pt x="321692" y="63077"/>
                </a:moveTo>
                <a:lnTo>
                  <a:pt x="321692" y="63077"/>
                </a:lnTo>
                <a:cubicBezTo>
                  <a:pt x="305774" y="70152"/>
                  <a:pt x="264676" y="84589"/>
                  <a:pt x="246018" y="100915"/>
                </a:cubicBezTo>
                <a:cubicBezTo>
                  <a:pt x="231520" y="113601"/>
                  <a:pt x="215437" y="136543"/>
                  <a:pt x="195568" y="145058"/>
                </a:cubicBezTo>
                <a:cubicBezTo>
                  <a:pt x="187602" y="148472"/>
                  <a:pt x="178751" y="149262"/>
                  <a:pt x="170343" y="151364"/>
                </a:cubicBezTo>
                <a:cubicBezTo>
                  <a:pt x="158611" y="163097"/>
                  <a:pt x="154725" y="168633"/>
                  <a:pt x="138812" y="176589"/>
                </a:cubicBezTo>
                <a:cubicBezTo>
                  <a:pt x="132867" y="179562"/>
                  <a:pt x="126200" y="180793"/>
                  <a:pt x="119894" y="182895"/>
                </a:cubicBezTo>
                <a:lnTo>
                  <a:pt x="82056" y="208120"/>
                </a:lnTo>
                <a:cubicBezTo>
                  <a:pt x="75750" y="212324"/>
                  <a:pt x="68497" y="215374"/>
                  <a:pt x="63138" y="220733"/>
                </a:cubicBezTo>
                <a:lnTo>
                  <a:pt x="31607" y="252264"/>
                </a:lnTo>
                <a:lnTo>
                  <a:pt x="12688" y="271182"/>
                </a:lnTo>
                <a:cubicBezTo>
                  <a:pt x="8484" y="283794"/>
                  <a:pt x="-944" y="295764"/>
                  <a:pt x="76" y="309019"/>
                </a:cubicBezTo>
                <a:cubicBezTo>
                  <a:pt x="2178" y="336346"/>
                  <a:pt x="1331" y="364062"/>
                  <a:pt x="6382" y="391000"/>
                </a:cubicBezTo>
                <a:cubicBezTo>
                  <a:pt x="7779" y="398449"/>
                  <a:pt x="14003" y="404215"/>
                  <a:pt x="18994" y="409919"/>
                </a:cubicBezTo>
                <a:cubicBezTo>
                  <a:pt x="43446" y="437864"/>
                  <a:pt x="45912" y="441275"/>
                  <a:pt x="75750" y="454062"/>
                </a:cubicBezTo>
                <a:cubicBezTo>
                  <a:pt x="92228" y="461124"/>
                  <a:pt x="102124" y="461344"/>
                  <a:pt x="119894" y="466675"/>
                </a:cubicBezTo>
                <a:cubicBezTo>
                  <a:pt x="132628" y="470495"/>
                  <a:pt x="145119" y="475083"/>
                  <a:pt x="157731" y="479287"/>
                </a:cubicBezTo>
                <a:cubicBezTo>
                  <a:pt x="164037" y="481389"/>
                  <a:pt x="170093" y="484500"/>
                  <a:pt x="176650" y="485593"/>
                </a:cubicBezTo>
                <a:cubicBezTo>
                  <a:pt x="189262" y="487695"/>
                  <a:pt x="201749" y="490791"/>
                  <a:pt x="214487" y="491899"/>
                </a:cubicBezTo>
                <a:cubicBezTo>
                  <a:pt x="250149" y="495000"/>
                  <a:pt x="285957" y="496104"/>
                  <a:pt x="321692" y="498206"/>
                </a:cubicBezTo>
                <a:cubicBezTo>
                  <a:pt x="334305" y="500308"/>
                  <a:pt x="346872" y="502704"/>
                  <a:pt x="359530" y="504512"/>
                </a:cubicBezTo>
                <a:cubicBezTo>
                  <a:pt x="421923" y="513425"/>
                  <a:pt x="391804" y="504760"/>
                  <a:pt x="428898" y="517124"/>
                </a:cubicBezTo>
                <a:lnTo>
                  <a:pt x="466735" y="542349"/>
                </a:lnTo>
                <a:lnTo>
                  <a:pt x="485654" y="554962"/>
                </a:lnTo>
                <a:cubicBezTo>
                  <a:pt x="489858" y="561268"/>
                  <a:pt x="492348" y="569146"/>
                  <a:pt x="498266" y="573880"/>
                </a:cubicBezTo>
                <a:cubicBezTo>
                  <a:pt x="503457" y="578033"/>
                  <a:pt x="511239" y="577213"/>
                  <a:pt x="517185" y="580186"/>
                </a:cubicBezTo>
                <a:cubicBezTo>
                  <a:pt x="523964" y="583576"/>
                  <a:pt x="529324" y="589409"/>
                  <a:pt x="536103" y="592799"/>
                </a:cubicBezTo>
                <a:cubicBezTo>
                  <a:pt x="550516" y="600006"/>
                  <a:pt x="572165" y="601814"/>
                  <a:pt x="586553" y="605411"/>
                </a:cubicBezTo>
                <a:cubicBezTo>
                  <a:pt x="593002" y="607023"/>
                  <a:pt x="599105" y="609807"/>
                  <a:pt x="605472" y="611717"/>
                </a:cubicBezTo>
                <a:cubicBezTo>
                  <a:pt x="620130" y="616114"/>
                  <a:pt x="635233" y="619100"/>
                  <a:pt x="649615" y="624330"/>
                </a:cubicBezTo>
                <a:cubicBezTo>
                  <a:pt x="674685" y="633446"/>
                  <a:pt x="670236" y="638543"/>
                  <a:pt x="693759" y="643248"/>
                </a:cubicBezTo>
                <a:cubicBezTo>
                  <a:pt x="718835" y="648263"/>
                  <a:pt x="744208" y="651657"/>
                  <a:pt x="769433" y="655861"/>
                </a:cubicBezTo>
                <a:lnTo>
                  <a:pt x="807270" y="662167"/>
                </a:lnTo>
                <a:cubicBezTo>
                  <a:pt x="905376" y="701408"/>
                  <a:pt x="838950" y="679688"/>
                  <a:pt x="1059519" y="668473"/>
                </a:cubicBezTo>
                <a:cubicBezTo>
                  <a:pt x="1110078" y="665902"/>
                  <a:pt x="1160418" y="660065"/>
                  <a:pt x="1210868" y="655861"/>
                </a:cubicBezTo>
                <a:cubicBezTo>
                  <a:pt x="1223480" y="651657"/>
                  <a:pt x="1237643" y="650623"/>
                  <a:pt x="1248705" y="643248"/>
                </a:cubicBezTo>
                <a:cubicBezTo>
                  <a:pt x="1275445" y="625421"/>
                  <a:pt x="1260844" y="634025"/>
                  <a:pt x="1292848" y="618024"/>
                </a:cubicBezTo>
                <a:cubicBezTo>
                  <a:pt x="1305125" y="581192"/>
                  <a:pt x="1289548" y="615018"/>
                  <a:pt x="1318073" y="586493"/>
                </a:cubicBezTo>
                <a:cubicBezTo>
                  <a:pt x="1360114" y="544452"/>
                  <a:pt x="1299153" y="588594"/>
                  <a:pt x="1349604" y="554962"/>
                </a:cubicBezTo>
                <a:cubicBezTo>
                  <a:pt x="1377013" y="445321"/>
                  <a:pt x="1347675" y="547171"/>
                  <a:pt x="1374829" y="479287"/>
                </a:cubicBezTo>
                <a:cubicBezTo>
                  <a:pt x="1379766" y="466943"/>
                  <a:pt x="1387441" y="441450"/>
                  <a:pt x="1387441" y="441450"/>
                </a:cubicBezTo>
                <a:cubicBezTo>
                  <a:pt x="1385339" y="403613"/>
                  <a:pt x="1388864" y="365037"/>
                  <a:pt x="1381135" y="327938"/>
                </a:cubicBezTo>
                <a:cubicBezTo>
                  <a:pt x="1378043" y="313098"/>
                  <a:pt x="1355910" y="290101"/>
                  <a:pt x="1355910" y="290101"/>
                </a:cubicBezTo>
                <a:cubicBezTo>
                  <a:pt x="1351706" y="275386"/>
                  <a:pt x="1347695" y="260615"/>
                  <a:pt x="1343298" y="245957"/>
                </a:cubicBezTo>
                <a:cubicBezTo>
                  <a:pt x="1341388" y="239590"/>
                  <a:pt x="1338818" y="233430"/>
                  <a:pt x="1336992" y="227039"/>
                </a:cubicBezTo>
                <a:cubicBezTo>
                  <a:pt x="1334611" y="218705"/>
                  <a:pt x="1333066" y="210148"/>
                  <a:pt x="1330685" y="201814"/>
                </a:cubicBezTo>
                <a:cubicBezTo>
                  <a:pt x="1328859" y="195422"/>
                  <a:pt x="1326205" y="189287"/>
                  <a:pt x="1324379" y="182895"/>
                </a:cubicBezTo>
                <a:cubicBezTo>
                  <a:pt x="1321998" y="174562"/>
                  <a:pt x="1324201" y="163799"/>
                  <a:pt x="1318073" y="157671"/>
                </a:cubicBezTo>
                <a:cubicBezTo>
                  <a:pt x="1311944" y="151542"/>
                  <a:pt x="1301414" y="152682"/>
                  <a:pt x="1292848" y="151364"/>
                </a:cubicBezTo>
                <a:cubicBezTo>
                  <a:pt x="1274034" y="148469"/>
                  <a:pt x="1255011" y="147160"/>
                  <a:pt x="1236092" y="145058"/>
                </a:cubicBezTo>
                <a:cubicBezTo>
                  <a:pt x="1229786" y="140854"/>
                  <a:pt x="1223092" y="137181"/>
                  <a:pt x="1217174" y="132446"/>
                </a:cubicBezTo>
                <a:cubicBezTo>
                  <a:pt x="1212531" y="128732"/>
                  <a:pt x="1209659" y="122892"/>
                  <a:pt x="1204561" y="119833"/>
                </a:cubicBezTo>
                <a:cubicBezTo>
                  <a:pt x="1198861" y="116413"/>
                  <a:pt x="1191753" y="116145"/>
                  <a:pt x="1185643" y="113527"/>
                </a:cubicBezTo>
                <a:cubicBezTo>
                  <a:pt x="1177002" y="109824"/>
                  <a:pt x="1169146" y="104406"/>
                  <a:pt x="1160418" y="100915"/>
                </a:cubicBezTo>
                <a:cubicBezTo>
                  <a:pt x="1148074" y="95977"/>
                  <a:pt x="1122581" y="88302"/>
                  <a:pt x="1122581" y="88302"/>
                </a:cubicBezTo>
                <a:cubicBezTo>
                  <a:pt x="1118377" y="84098"/>
                  <a:pt x="1115401" y="78105"/>
                  <a:pt x="1109968" y="75690"/>
                </a:cubicBezTo>
                <a:cubicBezTo>
                  <a:pt x="1095984" y="69475"/>
                  <a:pt x="1080483" y="67474"/>
                  <a:pt x="1065825" y="63077"/>
                </a:cubicBezTo>
                <a:cubicBezTo>
                  <a:pt x="1009892" y="46297"/>
                  <a:pt x="1101326" y="70234"/>
                  <a:pt x="1009069" y="50465"/>
                </a:cubicBezTo>
                <a:cubicBezTo>
                  <a:pt x="992120" y="46833"/>
                  <a:pt x="975063" y="43335"/>
                  <a:pt x="958619" y="37853"/>
                </a:cubicBezTo>
                <a:cubicBezTo>
                  <a:pt x="952313" y="35751"/>
                  <a:pt x="946150" y="33158"/>
                  <a:pt x="939701" y="31546"/>
                </a:cubicBezTo>
                <a:cubicBezTo>
                  <a:pt x="929303" y="28946"/>
                  <a:pt x="918633" y="27565"/>
                  <a:pt x="908170" y="25240"/>
                </a:cubicBezTo>
                <a:cubicBezTo>
                  <a:pt x="899709" y="23360"/>
                  <a:pt x="891599" y="19402"/>
                  <a:pt x="882945" y="18934"/>
                </a:cubicBezTo>
                <a:cubicBezTo>
                  <a:pt x="813646" y="15188"/>
                  <a:pt x="744208" y="14730"/>
                  <a:pt x="674840" y="12628"/>
                </a:cubicBezTo>
                <a:cubicBezTo>
                  <a:pt x="668534" y="10526"/>
                  <a:pt x="662523" y="7099"/>
                  <a:pt x="655921" y="6322"/>
                </a:cubicBezTo>
                <a:cubicBezTo>
                  <a:pt x="564397" y="-4446"/>
                  <a:pt x="557693" y="600"/>
                  <a:pt x="460429" y="6322"/>
                </a:cubicBezTo>
                <a:cubicBezTo>
                  <a:pt x="386670" y="21073"/>
                  <a:pt x="456667" y="1011"/>
                  <a:pt x="416285" y="25240"/>
                </a:cubicBezTo>
                <a:cubicBezTo>
                  <a:pt x="407818" y="30320"/>
                  <a:pt x="379467" y="35106"/>
                  <a:pt x="372142" y="37853"/>
                </a:cubicBezTo>
                <a:cubicBezTo>
                  <a:pt x="363340" y="41154"/>
                  <a:pt x="355079" y="45801"/>
                  <a:pt x="346917" y="50465"/>
                </a:cubicBezTo>
                <a:cubicBezTo>
                  <a:pt x="340337" y="54225"/>
                  <a:pt x="334778" y="59688"/>
                  <a:pt x="327999" y="63077"/>
                </a:cubicBezTo>
                <a:cubicBezTo>
                  <a:pt x="314056" y="70049"/>
                  <a:pt x="322743" y="63077"/>
                  <a:pt x="321692" y="63077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8" name="Forma livre 7"/>
          <p:cNvSpPr/>
          <p:nvPr/>
        </p:nvSpPr>
        <p:spPr>
          <a:xfrm flipH="1">
            <a:off x="3563888" y="2647874"/>
            <a:ext cx="1007579" cy="774375"/>
          </a:xfrm>
          <a:custGeom>
            <a:avLst/>
            <a:gdLst>
              <a:gd name="connsiteX0" fmla="*/ 321692 w 1387441"/>
              <a:gd name="connsiteY0" fmla="*/ 63077 h 684654"/>
              <a:gd name="connsiteX1" fmla="*/ 321692 w 1387441"/>
              <a:gd name="connsiteY1" fmla="*/ 63077 h 684654"/>
              <a:gd name="connsiteX2" fmla="*/ 246018 w 1387441"/>
              <a:gd name="connsiteY2" fmla="*/ 100915 h 684654"/>
              <a:gd name="connsiteX3" fmla="*/ 195568 w 1387441"/>
              <a:gd name="connsiteY3" fmla="*/ 145058 h 684654"/>
              <a:gd name="connsiteX4" fmla="*/ 170343 w 1387441"/>
              <a:gd name="connsiteY4" fmla="*/ 151364 h 684654"/>
              <a:gd name="connsiteX5" fmla="*/ 138812 w 1387441"/>
              <a:gd name="connsiteY5" fmla="*/ 176589 h 684654"/>
              <a:gd name="connsiteX6" fmla="*/ 119894 w 1387441"/>
              <a:gd name="connsiteY6" fmla="*/ 182895 h 684654"/>
              <a:gd name="connsiteX7" fmla="*/ 82056 w 1387441"/>
              <a:gd name="connsiteY7" fmla="*/ 208120 h 684654"/>
              <a:gd name="connsiteX8" fmla="*/ 63138 w 1387441"/>
              <a:gd name="connsiteY8" fmla="*/ 220733 h 684654"/>
              <a:gd name="connsiteX9" fmla="*/ 31607 w 1387441"/>
              <a:gd name="connsiteY9" fmla="*/ 252264 h 684654"/>
              <a:gd name="connsiteX10" fmla="*/ 12688 w 1387441"/>
              <a:gd name="connsiteY10" fmla="*/ 271182 h 684654"/>
              <a:gd name="connsiteX11" fmla="*/ 76 w 1387441"/>
              <a:gd name="connsiteY11" fmla="*/ 309019 h 684654"/>
              <a:gd name="connsiteX12" fmla="*/ 6382 w 1387441"/>
              <a:gd name="connsiteY12" fmla="*/ 391000 h 684654"/>
              <a:gd name="connsiteX13" fmla="*/ 18994 w 1387441"/>
              <a:gd name="connsiteY13" fmla="*/ 409919 h 684654"/>
              <a:gd name="connsiteX14" fmla="*/ 75750 w 1387441"/>
              <a:gd name="connsiteY14" fmla="*/ 454062 h 684654"/>
              <a:gd name="connsiteX15" fmla="*/ 119894 w 1387441"/>
              <a:gd name="connsiteY15" fmla="*/ 466675 h 684654"/>
              <a:gd name="connsiteX16" fmla="*/ 157731 w 1387441"/>
              <a:gd name="connsiteY16" fmla="*/ 479287 h 684654"/>
              <a:gd name="connsiteX17" fmla="*/ 176650 w 1387441"/>
              <a:gd name="connsiteY17" fmla="*/ 485593 h 684654"/>
              <a:gd name="connsiteX18" fmla="*/ 214487 w 1387441"/>
              <a:gd name="connsiteY18" fmla="*/ 491899 h 684654"/>
              <a:gd name="connsiteX19" fmla="*/ 321692 w 1387441"/>
              <a:gd name="connsiteY19" fmla="*/ 498206 h 684654"/>
              <a:gd name="connsiteX20" fmla="*/ 359530 w 1387441"/>
              <a:gd name="connsiteY20" fmla="*/ 504512 h 684654"/>
              <a:gd name="connsiteX21" fmla="*/ 428898 w 1387441"/>
              <a:gd name="connsiteY21" fmla="*/ 517124 h 684654"/>
              <a:gd name="connsiteX22" fmla="*/ 466735 w 1387441"/>
              <a:gd name="connsiteY22" fmla="*/ 542349 h 684654"/>
              <a:gd name="connsiteX23" fmla="*/ 485654 w 1387441"/>
              <a:gd name="connsiteY23" fmla="*/ 554962 h 684654"/>
              <a:gd name="connsiteX24" fmla="*/ 498266 w 1387441"/>
              <a:gd name="connsiteY24" fmla="*/ 573880 h 684654"/>
              <a:gd name="connsiteX25" fmla="*/ 517185 w 1387441"/>
              <a:gd name="connsiteY25" fmla="*/ 580186 h 684654"/>
              <a:gd name="connsiteX26" fmla="*/ 536103 w 1387441"/>
              <a:gd name="connsiteY26" fmla="*/ 592799 h 684654"/>
              <a:gd name="connsiteX27" fmla="*/ 586553 w 1387441"/>
              <a:gd name="connsiteY27" fmla="*/ 605411 h 684654"/>
              <a:gd name="connsiteX28" fmla="*/ 605472 w 1387441"/>
              <a:gd name="connsiteY28" fmla="*/ 611717 h 684654"/>
              <a:gd name="connsiteX29" fmla="*/ 649615 w 1387441"/>
              <a:gd name="connsiteY29" fmla="*/ 624330 h 684654"/>
              <a:gd name="connsiteX30" fmla="*/ 693759 w 1387441"/>
              <a:gd name="connsiteY30" fmla="*/ 643248 h 684654"/>
              <a:gd name="connsiteX31" fmla="*/ 769433 w 1387441"/>
              <a:gd name="connsiteY31" fmla="*/ 655861 h 684654"/>
              <a:gd name="connsiteX32" fmla="*/ 807270 w 1387441"/>
              <a:gd name="connsiteY32" fmla="*/ 662167 h 684654"/>
              <a:gd name="connsiteX33" fmla="*/ 1059519 w 1387441"/>
              <a:gd name="connsiteY33" fmla="*/ 668473 h 684654"/>
              <a:gd name="connsiteX34" fmla="*/ 1210868 w 1387441"/>
              <a:gd name="connsiteY34" fmla="*/ 655861 h 684654"/>
              <a:gd name="connsiteX35" fmla="*/ 1248705 w 1387441"/>
              <a:gd name="connsiteY35" fmla="*/ 643248 h 684654"/>
              <a:gd name="connsiteX36" fmla="*/ 1292848 w 1387441"/>
              <a:gd name="connsiteY36" fmla="*/ 618024 h 684654"/>
              <a:gd name="connsiteX37" fmla="*/ 1318073 w 1387441"/>
              <a:gd name="connsiteY37" fmla="*/ 586493 h 684654"/>
              <a:gd name="connsiteX38" fmla="*/ 1349604 w 1387441"/>
              <a:gd name="connsiteY38" fmla="*/ 554962 h 684654"/>
              <a:gd name="connsiteX39" fmla="*/ 1374829 w 1387441"/>
              <a:gd name="connsiteY39" fmla="*/ 479287 h 684654"/>
              <a:gd name="connsiteX40" fmla="*/ 1387441 w 1387441"/>
              <a:gd name="connsiteY40" fmla="*/ 441450 h 684654"/>
              <a:gd name="connsiteX41" fmla="*/ 1381135 w 1387441"/>
              <a:gd name="connsiteY41" fmla="*/ 327938 h 684654"/>
              <a:gd name="connsiteX42" fmla="*/ 1355910 w 1387441"/>
              <a:gd name="connsiteY42" fmla="*/ 290101 h 684654"/>
              <a:gd name="connsiteX43" fmla="*/ 1343298 w 1387441"/>
              <a:gd name="connsiteY43" fmla="*/ 245957 h 684654"/>
              <a:gd name="connsiteX44" fmla="*/ 1336992 w 1387441"/>
              <a:gd name="connsiteY44" fmla="*/ 227039 h 684654"/>
              <a:gd name="connsiteX45" fmla="*/ 1330685 w 1387441"/>
              <a:gd name="connsiteY45" fmla="*/ 201814 h 684654"/>
              <a:gd name="connsiteX46" fmla="*/ 1324379 w 1387441"/>
              <a:gd name="connsiteY46" fmla="*/ 182895 h 684654"/>
              <a:gd name="connsiteX47" fmla="*/ 1318073 w 1387441"/>
              <a:gd name="connsiteY47" fmla="*/ 157671 h 684654"/>
              <a:gd name="connsiteX48" fmla="*/ 1292848 w 1387441"/>
              <a:gd name="connsiteY48" fmla="*/ 151364 h 684654"/>
              <a:gd name="connsiteX49" fmla="*/ 1236092 w 1387441"/>
              <a:gd name="connsiteY49" fmla="*/ 145058 h 684654"/>
              <a:gd name="connsiteX50" fmla="*/ 1217174 w 1387441"/>
              <a:gd name="connsiteY50" fmla="*/ 132446 h 684654"/>
              <a:gd name="connsiteX51" fmla="*/ 1204561 w 1387441"/>
              <a:gd name="connsiteY51" fmla="*/ 119833 h 684654"/>
              <a:gd name="connsiteX52" fmla="*/ 1185643 w 1387441"/>
              <a:gd name="connsiteY52" fmla="*/ 113527 h 684654"/>
              <a:gd name="connsiteX53" fmla="*/ 1160418 w 1387441"/>
              <a:gd name="connsiteY53" fmla="*/ 100915 h 684654"/>
              <a:gd name="connsiteX54" fmla="*/ 1122581 w 1387441"/>
              <a:gd name="connsiteY54" fmla="*/ 88302 h 684654"/>
              <a:gd name="connsiteX55" fmla="*/ 1109968 w 1387441"/>
              <a:gd name="connsiteY55" fmla="*/ 75690 h 684654"/>
              <a:gd name="connsiteX56" fmla="*/ 1065825 w 1387441"/>
              <a:gd name="connsiteY56" fmla="*/ 63077 h 684654"/>
              <a:gd name="connsiteX57" fmla="*/ 1009069 w 1387441"/>
              <a:gd name="connsiteY57" fmla="*/ 50465 h 684654"/>
              <a:gd name="connsiteX58" fmla="*/ 958619 w 1387441"/>
              <a:gd name="connsiteY58" fmla="*/ 37853 h 684654"/>
              <a:gd name="connsiteX59" fmla="*/ 939701 w 1387441"/>
              <a:gd name="connsiteY59" fmla="*/ 31546 h 684654"/>
              <a:gd name="connsiteX60" fmla="*/ 908170 w 1387441"/>
              <a:gd name="connsiteY60" fmla="*/ 25240 h 684654"/>
              <a:gd name="connsiteX61" fmla="*/ 882945 w 1387441"/>
              <a:gd name="connsiteY61" fmla="*/ 18934 h 684654"/>
              <a:gd name="connsiteX62" fmla="*/ 674840 w 1387441"/>
              <a:gd name="connsiteY62" fmla="*/ 12628 h 684654"/>
              <a:gd name="connsiteX63" fmla="*/ 655921 w 1387441"/>
              <a:gd name="connsiteY63" fmla="*/ 6322 h 684654"/>
              <a:gd name="connsiteX64" fmla="*/ 460429 w 1387441"/>
              <a:gd name="connsiteY64" fmla="*/ 6322 h 684654"/>
              <a:gd name="connsiteX65" fmla="*/ 416285 w 1387441"/>
              <a:gd name="connsiteY65" fmla="*/ 25240 h 684654"/>
              <a:gd name="connsiteX66" fmla="*/ 372142 w 1387441"/>
              <a:gd name="connsiteY66" fmla="*/ 37853 h 684654"/>
              <a:gd name="connsiteX67" fmla="*/ 346917 w 1387441"/>
              <a:gd name="connsiteY67" fmla="*/ 50465 h 684654"/>
              <a:gd name="connsiteX68" fmla="*/ 327999 w 1387441"/>
              <a:gd name="connsiteY68" fmla="*/ 63077 h 684654"/>
              <a:gd name="connsiteX69" fmla="*/ 321692 w 1387441"/>
              <a:gd name="connsiteY69" fmla="*/ 63077 h 68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87441" h="684654">
                <a:moveTo>
                  <a:pt x="321692" y="63077"/>
                </a:moveTo>
                <a:lnTo>
                  <a:pt x="321692" y="63077"/>
                </a:lnTo>
                <a:cubicBezTo>
                  <a:pt x="305774" y="70152"/>
                  <a:pt x="264676" y="84589"/>
                  <a:pt x="246018" y="100915"/>
                </a:cubicBezTo>
                <a:cubicBezTo>
                  <a:pt x="231520" y="113601"/>
                  <a:pt x="215437" y="136543"/>
                  <a:pt x="195568" y="145058"/>
                </a:cubicBezTo>
                <a:cubicBezTo>
                  <a:pt x="187602" y="148472"/>
                  <a:pt x="178751" y="149262"/>
                  <a:pt x="170343" y="151364"/>
                </a:cubicBezTo>
                <a:cubicBezTo>
                  <a:pt x="158611" y="163097"/>
                  <a:pt x="154725" y="168633"/>
                  <a:pt x="138812" y="176589"/>
                </a:cubicBezTo>
                <a:cubicBezTo>
                  <a:pt x="132867" y="179562"/>
                  <a:pt x="126200" y="180793"/>
                  <a:pt x="119894" y="182895"/>
                </a:cubicBezTo>
                <a:lnTo>
                  <a:pt x="82056" y="208120"/>
                </a:lnTo>
                <a:cubicBezTo>
                  <a:pt x="75750" y="212324"/>
                  <a:pt x="68497" y="215374"/>
                  <a:pt x="63138" y="220733"/>
                </a:cubicBezTo>
                <a:lnTo>
                  <a:pt x="31607" y="252264"/>
                </a:lnTo>
                <a:lnTo>
                  <a:pt x="12688" y="271182"/>
                </a:lnTo>
                <a:cubicBezTo>
                  <a:pt x="8484" y="283794"/>
                  <a:pt x="-944" y="295764"/>
                  <a:pt x="76" y="309019"/>
                </a:cubicBezTo>
                <a:cubicBezTo>
                  <a:pt x="2178" y="336346"/>
                  <a:pt x="1331" y="364062"/>
                  <a:pt x="6382" y="391000"/>
                </a:cubicBezTo>
                <a:cubicBezTo>
                  <a:pt x="7779" y="398449"/>
                  <a:pt x="14003" y="404215"/>
                  <a:pt x="18994" y="409919"/>
                </a:cubicBezTo>
                <a:cubicBezTo>
                  <a:pt x="43446" y="437864"/>
                  <a:pt x="45912" y="441275"/>
                  <a:pt x="75750" y="454062"/>
                </a:cubicBezTo>
                <a:cubicBezTo>
                  <a:pt x="92228" y="461124"/>
                  <a:pt x="102124" y="461344"/>
                  <a:pt x="119894" y="466675"/>
                </a:cubicBezTo>
                <a:cubicBezTo>
                  <a:pt x="132628" y="470495"/>
                  <a:pt x="145119" y="475083"/>
                  <a:pt x="157731" y="479287"/>
                </a:cubicBezTo>
                <a:cubicBezTo>
                  <a:pt x="164037" y="481389"/>
                  <a:pt x="170093" y="484500"/>
                  <a:pt x="176650" y="485593"/>
                </a:cubicBezTo>
                <a:cubicBezTo>
                  <a:pt x="189262" y="487695"/>
                  <a:pt x="201749" y="490791"/>
                  <a:pt x="214487" y="491899"/>
                </a:cubicBezTo>
                <a:cubicBezTo>
                  <a:pt x="250149" y="495000"/>
                  <a:pt x="285957" y="496104"/>
                  <a:pt x="321692" y="498206"/>
                </a:cubicBezTo>
                <a:cubicBezTo>
                  <a:pt x="334305" y="500308"/>
                  <a:pt x="346872" y="502704"/>
                  <a:pt x="359530" y="504512"/>
                </a:cubicBezTo>
                <a:cubicBezTo>
                  <a:pt x="421923" y="513425"/>
                  <a:pt x="391804" y="504760"/>
                  <a:pt x="428898" y="517124"/>
                </a:cubicBezTo>
                <a:lnTo>
                  <a:pt x="466735" y="542349"/>
                </a:lnTo>
                <a:lnTo>
                  <a:pt x="485654" y="554962"/>
                </a:lnTo>
                <a:cubicBezTo>
                  <a:pt x="489858" y="561268"/>
                  <a:pt x="492348" y="569146"/>
                  <a:pt x="498266" y="573880"/>
                </a:cubicBezTo>
                <a:cubicBezTo>
                  <a:pt x="503457" y="578033"/>
                  <a:pt x="511239" y="577213"/>
                  <a:pt x="517185" y="580186"/>
                </a:cubicBezTo>
                <a:cubicBezTo>
                  <a:pt x="523964" y="583576"/>
                  <a:pt x="529324" y="589409"/>
                  <a:pt x="536103" y="592799"/>
                </a:cubicBezTo>
                <a:cubicBezTo>
                  <a:pt x="550516" y="600006"/>
                  <a:pt x="572165" y="601814"/>
                  <a:pt x="586553" y="605411"/>
                </a:cubicBezTo>
                <a:cubicBezTo>
                  <a:pt x="593002" y="607023"/>
                  <a:pt x="599105" y="609807"/>
                  <a:pt x="605472" y="611717"/>
                </a:cubicBezTo>
                <a:cubicBezTo>
                  <a:pt x="620130" y="616114"/>
                  <a:pt x="635233" y="619100"/>
                  <a:pt x="649615" y="624330"/>
                </a:cubicBezTo>
                <a:cubicBezTo>
                  <a:pt x="674685" y="633446"/>
                  <a:pt x="670236" y="638543"/>
                  <a:pt x="693759" y="643248"/>
                </a:cubicBezTo>
                <a:cubicBezTo>
                  <a:pt x="718835" y="648263"/>
                  <a:pt x="744208" y="651657"/>
                  <a:pt x="769433" y="655861"/>
                </a:cubicBezTo>
                <a:lnTo>
                  <a:pt x="807270" y="662167"/>
                </a:lnTo>
                <a:cubicBezTo>
                  <a:pt x="905376" y="701408"/>
                  <a:pt x="838950" y="679688"/>
                  <a:pt x="1059519" y="668473"/>
                </a:cubicBezTo>
                <a:cubicBezTo>
                  <a:pt x="1110078" y="665902"/>
                  <a:pt x="1160418" y="660065"/>
                  <a:pt x="1210868" y="655861"/>
                </a:cubicBezTo>
                <a:cubicBezTo>
                  <a:pt x="1223480" y="651657"/>
                  <a:pt x="1237643" y="650623"/>
                  <a:pt x="1248705" y="643248"/>
                </a:cubicBezTo>
                <a:cubicBezTo>
                  <a:pt x="1275445" y="625421"/>
                  <a:pt x="1260844" y="634025"/>
                  <a:pt x="1292848" y="618024"/>
                </a:cubicBezTo>
                <a:cubicBezTo>
                  <a:pt x="1305125" y="581192"/>
                  <a:pt x="1289548" y="615018"/>
                  <a:pt x="1318073" y="586493"/>
                </a:cubicBezTo>
                <a:cubicBezTo>
                  <a:pt x="1360114" y="544452"/>
                  <a:pt x="1299153" y="588594"/>
                  <a:pt x="1349604" y="554962"/>
                </a:cubicBezTo>
                <a:cubicBezTo>
                  <a:pt x="1377013" y="445321"/>
                  <a:pt x="1347675" y="547171"/>
                  <a:pt x="1374829" y="479287"/>
                </a:cubicBezTo>
                <a:cubicBezTo>
                  <a:pt x="1379766" y="466943"/>
                  <a:pt x="1387441" y="441450"/>
                  <a:pt x="1387441" y="441450"/>
                </a:cubicBezTo>
                <a:cubicBezTo>
                  <a:pt x="1385339" y="403613"/>
                  <a:pt x="1388864" y="365037"/>
                  <a:pt x="1381135" y="327938"/>
                </a:cubicBezTo>
                <a:cubicBezTo>
                  <a:pt x="1378043" y="313098"/>
                  <a:pt x="1355910" y="290101"/>
                  <a:pt x="1355910" y="290101"/>
                </a:cubicBezTo>
                <a:cubicBezTo>
                  <a:pt x="1351706" y="275386"/>
                  <a:pt x="1347695" y="260615"/>
                  <a:pt x="1343298" y="245957"/>
                </a:cubicBezTo>
                <a:cubicBezTo>
                  <a:pt x="1341388" y="239590"/>
                  <a:pt x="1338818" y="233430"/>
                  <a:pt x="1336992" y="227039"/>
                </a:cubicBezTo>
                <a:cubicBezTo>
                  <a:pt x="1334611" y="218705"/>
                  <a:pt x="1333066" y="210148"/>
                  <a:pt x="1330685" y="201814"/>
                </a:cubicBezTo>
                <a:cubicBezTo>
                  <a:pt x="1328859" y="195422"/>
                  <a:pt x="1326205" y="189287"/>
                  <a:pt x="1324379" y="182895"/>
                </a:cubicBezTo>
                <a:cubicBezTo>
                  <a:pt x="1321998" y="174562"/>
                  <a:pt x="1324201" y="163799"/>
                  <a:pt x="1318073" y="157671"/>
                </a:cubicBezTo>
                <a:cubicBezTo>
                  <a:pt x="1311944" y="151542"/>
                  <a:pt x="1301414" y="152682"/>
                  <a:pt x="1292848" y="151364"/>
                </a:cubicBezTo>
                <a:cubicBezTo>
                  <a:pt x="1274034" y="148469"/>
                  <a:pt x="1255011" y="147160"/>
                  <a:pt x="1236092" y="145058"/>
                </a:cubicBezTo>
                <a:cubicBezTo>
                  <a:pt x="1229786" y="140854"/>
                  <a:pt x="1223092" y="137181"/>
                  <a:pt x="1217174" y="132446"/>
                </a:cubicBezTo>
                <a:cubicBezTo>
                  <a:pt x="1212531" y="128732"/>
                  <a:pt x="1209659" y="122892"/>
                  <a:pt x="1204561" y="119833"/>
                </a:cubicBezTo>
                <a:cubicBezTo>
                  <a:pt x="1198861" y="116413"/>
                  <a:pt x="1191753" y="116145"/>
                  <a:pt x="1185643" y="113527"/>
                </a:cubicBezTo>
                <a:cubicBezTo>
                  <a:pt x="1177002" y="109824"/>
                  <a:pt x="1169146" y="104406"/>
                  <a:pt x="1160418" y="100915"/>
                </a:cubicBezTo>
                <a:cubicBezTo>
                  <a:pt x="1148074" y="95977"/>
                  <a:pt x="1122581" y="88302"/>
                  <a:pt x="1122581" y="88302"/>
                </a:cubicBezTo>
                <a:cubicBezTo>
                  <a:pt x="1118377" y="84098"/>
                  <a:pt x="1115401" y="78105"/>
                  <a:pt x="1109968" y="75690"/>
                </a:cubicBezTo>
                <a:cubicBezTo>
                  <a:pt x="1095984" y="69475"/>
                  <a:pt x="1080483" y="67474"/>
                  <a:pt x="1065825" y="63077"/>
                </a:cubicBezTo>
                <a:cubicBezTo>
                  <a:pt x="1009892" y="46297"/>
                  <a:pt x="1101326" y="70234"/>
                  <a:pt x="1009069" y="50465"/>
                </a:cubicBezTo>
                <a:cubicBezTo>
                  <a:pt x="992120" y="46833"/>
                  <a:pt x="975063" y="43335"/>
                  <a:pt x="958619" y="37853"/>
                </a:cubicBezTo>
                <a:cubicBezTo>
                  <a:pt x="952313" y="35751"/>
                  <a:pt x="946150" y="33158"/>
                  <a:pt x="939701" y="31546"/>
                </a:cubicBezTo>
                <a:cubicBezTo>
                  <a:pt x="929303" y="28946"/>
                  <a:pt x="918633" y="27565"/>
                  <a:pt x="908170" y="25240"/>
                </a:cubicBezTo>
                <a:cubicBezTo>
                  <a:pt x="899709" y="23360"/>
                  <a:pt x="891599" y="19402"/>
                  <a:pt x="882945" y="18934"/>
                </a:cubicBezTo>
                <a:cubicBezTo>
                  <a:pt x="813646" y="15188"/>
                  <a:pt x="744208" y="14730"/>
                  <a:pt x="674840" y="12628"/>
                </a:cubicBezTo>
                <a:cubicBezTo>
                  <a:pt x="668534" y="10526"/>
                  <a:pt x="662523" y="7099"/>
                  <a:pt x="655921" y="6322"/>
                </a:cubicBezTo>
                <a:cubicBezTo>
                  <a:pt x="564397" y="-4446"/>
                  <a:pt x="557693" y="600"/>
                  <a:pt x="460429" y="6322"/>
                </a:cubicBezTo>
                <a:cubicBezTo>
                  <a:pt x="386670" y="21073"/>
                  <a:pt x="456667" y="1011"/>
                  <a:pt x="416285" y="25240"/>
                </a:cubicBezTo>
                <a:cubicBezTo>
                  <a:pt x="407818" y="30320"/>
                  <a:pt x="379467" y="35106"/>
                  <a:pt x="372142" y="37853"/>
                </a:cubicBezTo>
                <a:cubicBezTo>
                  <a:pt x="363340" y="41154"/>
                  <a:pt x="355079" y="45801"/>
                  <a:pt x="346917" y="50465"/>
                </a:cubicBezTo>
                <a:cubicBezTo>
                  <a:pt x="340337" y="54225"/>
                  <a:pt x="334778" y="59688"/>
                  <a:pt x="327999" y="63077"/>
                </a:cubicBezTo>
                <a:cubicBezTo>
                  <a:pt x="314056" y="70049"/>
                  <a:pt x="322743" y="63077"/>
                  <a:pt x="321692" y="63077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9" name="Paralelogramo 8"/>
          <p:cNvSpPr/>
          <p:nvPr/>
        </p:nvSpPr>
        <p:spPr>
          <a:xfrm>
            <a:off x="2217263" y="2260687"/>
            <a:ext cx="213711" cy="527088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Paralelogramo 9"/>
          <p:cNvSpPr/>
          <p:nvPr/>
        </p:nvSpPr>
        <p:spPr>
          <a:xfrm flipH="1">
            <a:off x="2660068" y="2415629"/>
            <a:ext cx="197858" cy="417791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Paralelogramo 10"/>
          <p:cNvSpPr/>
          <p:nvPr/>
        </p:nvSpPr>
        <p:spPr>
          <a:xfrm flipH="1">
            <a:off x="3851920" y="2211710"/>
            <a:ext cx="216024" cy="504056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Paralelogramo 11"/>
          <p:cNvSpPr/>
          <p:nvPr/>
        </p:nvSpPr>
        <p:spPr>
          <a:xfrm flipH="1">
            <a:off x="3913954" y="3291830"/>
            <a:ext cx="225997" cy="504056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Paralelogramo 12"/>
          <p:cNvSpPr/>
          <p:nvPr/>
        </p:nvSpPr>
        <p:spPr>
          <a:xfrm flipH="1">
            <a:off x="2091042" y="3082577"/>
            <a:ext cx="216024" cy="583383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Paralelogramo 13"/>
          <p:cNvSpPr/>
          <p:nvPr/>
        </p:nvSpPr>
        <p:spPr>
          <a:xfrm flipH="1" flipV="1">
            <a:off x="2552035" y="3266650"/>
            <a:ext cx="206962" cy="433490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Paralelogramo 14"/>
          <p:cNvSpPr/>
          <p:nvPr/>
        </p:nvSpPr>
        <p:spPr>
          <a:xfrm rot="5400000" flipH="1">
            <a:off x="3274966" y="2814301"/>
            <a:ext cx="207831" cy="546570"/>
          </a:xfrm>
          <a:prstGeom prst="parallelogram">
            <a:avLst/>
          </a:prstGeom>
          <a:solidFill>
            <a:srgbClr val="9966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1035129" y="3483395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00" dirty="0"/>
              <a:t>Rio </a:t>
            </a:r>
            <a:r>
              <a:rPr lang="pt-BR" sz="900" dirty="0" err="1"/>
              <a:t>Pregel</a:t>
            </a:r>
            <a:endParaRPr lang="pt-BR" sz="900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2531216" y="1893481"/>
            <a:ext cx="13901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00" dirty="0" err="1"/>
              <a:t>Königsberg</a:t>
            </a:r>
            <a:r>
              <a:rPr lang="pt-BR" sz="900" dirty="0"/>
              <a:t> (</a:t>
            </a:r>
            <a:r>
              <a:rPr lang="pt-BR" sz="900" dirty="0" err="1"/>
              <a:t>Kaliningrado</a:t>
            </a:r>
            <a:r>
              <a:rPr lang="pt-BR" sz="900" dirty="0"/>
              <a:t>)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805508" y="1779662"/>
            <a:ext cx="279894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/>
              <a:t>Problema: </a:t>
            </a:r>
          </a:p>
          <a:p>
            <a:r>
              <a:rPr lang="pt-BR" sz="1600" dirty="0"/>
              <a:t>Determinar um trajeto pelas pontes segundo o qual se possa retornar à região de partida, após atravessar cada ponte exatamente uma vez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813497" y="3719438"/>
            <a:ext cx="2808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sym typeface="Symbol" panose="05050102010706020507" pitchFamily="18" charset="2"/>
              </a:rPr>
              <a:t> </a:t>
            </a:r>
            <a:r>
              <a:rPr lang="pt-BR" b="1" dirty="0">
                <a:solidFill>
                  <a:srgbClr val="FF0000"/>
                </a:solidFill>
              </a:rPr>
              <a:t>Não existe esse trajeto !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590453" y="2064096"/>
            <a:ext cx="5950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00" dirty="0"/>
              <a:t>Região 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586933" y="3738029"/>
            <a:ext cx="5950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00" dirty="0"/>
              <a:t>Região B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230637" y="2898324"/>
            <a:ext cx="5950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00" dirty="0"/>
              <a:t>Região C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763093" y="2892417"/>
            <a:ext cx="5950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00" dirty="0"/>
              <a:t>Região D</a:t>
            </a:r>
          </a:p>
        </p:txBody>
      </p: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9" grpId="0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42493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Após o trabalho de Euler pouco foi realizado até meados do século XIX.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Três desenvolvimentos contribuem para despertar o interesse em Teoria dos Grafos em meados do século XIX: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Formulação do problema das quatro cores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Formulação do problema do ciclo hamiltoniano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Desenvolvimento da teoria das árvores</a:t>
            </a:r>
          </a:p>
        </p:txBody>
      </p:sp>
    </p:spTree>
    <p:extLst>
      <p:ext uri="{BB962C8B-B14F-4D97-AF65-F5344CB8AC3E}">
        <p14:creationId xmlns:p14="http://schemas.microsoft.com/office/powerpoint/2010/main" val="427338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320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Problema das quatro cores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1852, Francis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Guthrie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teria proposto o problema ao irmão Frederick que, por sua vez, era estudante e comunicou ao matemático De Morgan.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Morgan inicia a investigação da questão.</a:t>
            </a:r>
          </a:p>
        </p:txBody>
      </p:sp>
    </p:spTree>
    <p:extLst>
      <p:ext uri="{BB962C8B-B14F-4D97-AF65-F5344CB8AC3E}">
        <p14:creationId xmlns:p14="http://schemas.microsoft.com/office/powerpoint/2010/main" val="144261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/>
          <p:cNvGrpSpPr/>
          <p:nvPr/>
        </p:nvGrpSpPr>
        <p:grpSpPr>
          <a:xfrm>
            <a:off x="5143375" y="1419622"/>
            <a:ext cx="3250693" cy="2743392"/>
            <a:chOff x="5143375" y="1419622"/>
            <a:chExt cx="3250693" cy="2743392"/>
          </a:xfrm>
        </p:grpSpPr>
        <p:sp>
          <p:nvSpPr>
            <p:cNvPr id="11" name="Retângulo de cantos arredondados 10"/>
            <p:cNvSpPr/>
            <p:nvPr/>
          </p:nvSpPr>
          <p:spPr>
            <a:xfrm>
              <a:off x="5153708" y="1419622"/>
              <a:ext cx="3240360" cy="27363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de cantos arredondados 9"/>
            <p:cNvSpPr/>
            <p:nvPr/>
          </p:nvSpPr>
          <p:spPr>
            <a:xfrm>
              <a:off x="6233828" y="1635647"/>
              <a:ext cx="2160240" cy="2527367"/>
            </a:xfrm>
            <a:custGeom>
              <a:avLst/>
              <a:gdLst>
                <a:gd name="connsiteX0" fmla="*/ 0 w 2160240"/>
                <a:gd name="connsiteY0" fmla="*/ 360047 h 2520279"/>
                <a:gd name="connsiteX1" fmla="*/ 360047 w 2160240"/>
                <a:gd name="connsiteY1" fmla="*/ 0 h 2520279"/>
                <a:gd name="connsiteX2" fmla="*/ 1800193 w 2160240"/>
                <a:gd name="connsiteY2" fmla="*/ 0 h 2520279"/>
                <a:gd name="connsiteX3" fmla="*/ 2160240 w 2160240"/>
                <a:gd name="connsiteY3" fmla="*/ 360047 h 2520279"/>
                <a:gd name="connsiteX4" fmla="*/ 2160240 w 2160240"/>
                <a:gd name="connsiteY4" fmla="*/ 2160232 h 2520279"/>
                <a:gd name="connsiteX5" fmla="*/ 1800193 w 2160240"/>
                <a:gd name="connsiteY5" fmla="*/ 2520279 h 2520279"/>
                <a:gd name="connsiteX6" fmla="*/ 360047 w 2160240"/>
                <a:gd name="connsiteY6" fmla="*/ 2520279 h 2520279"/>
                <a:gd name="connsiteX7" fmla="*/ 0 w 2160240"/>
                <a:gd name="connsiteY7" fmla="*/ 2160232 h 2520279"/>
                <a:gd name="connsiteX8" fmla="*/ 0 w 2160240"/>
                <a:gd name="connsiteY8" fmla="*/ 360047 h 2520279"/>
                <a:gd name="connsiteX0" fmla="*/ 0 w 2160240"/>
                <a:gd name="connsiteY0" fmla="*/ 360047 h 2520279"/>
                <a:gd name="connsiteX1" fmla="*/ 360047 w 2160240"/>
                <a:gd name="connsiteY1" fmla="*/ 0 h 2520279"/>
                <a:gd name="connsiteX2" fmla="*/ 1800193 w 2160240"/>
                <a:gd name="connsiteY2" fmla="*/ 0 h 2520279"/>
                <a:gd name="connsiteX3" fmla="*/ 2160240 w 2160240"/>
                <a:gd name="connsiteY3" fmla="*/ 360047 h 2520279"/>
                <a:gd name="connsiteX4" fmla="*/ 2160240 w 2160240"/>
                <a:gd name="connsiteY4" fmla="*/ 2160232 h 2520279"/>
                <a:gd name="connsiteX5" fmla="*/ 1566277 w 2160240"/>
                <a:gd name="connsiteY5" fmla="*/ 2520279 h 2520279"/>
                <a:gd name="connsiteX6" fmla="*/ 360047 w 2160240"/>
                <a:gd name="connsiteY6" fmla="*/ 2520279 h 2520279"/>
                <a:gd name="connsiteX7" fmla="*/ 0 w 2160240"/>
                <a:gd name="connsiteY7" fmla="*/ 2160232 h 2520279"/>
                <a:gd name="connsiteX8" fmla="*/ 0 w 2160240"/>
                <a:gd name="connsiteY8" fmla="*/ 360047 h 2520279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60240 w 2160240"/>
                <a:gd name="connsiteY4" fmla="*/ 2160232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011384 w 2160240"/>
                <a:gd name="connsiteY4" fmla="*/ 2160232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46063 w 2160240"/>
                <a:gd name="connsiteY4" fmla="*/ 2124790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46063 w 2160240"/>
                <a:gd name="connsiteY4" fmla="*/ 2124790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46063 w 2160240"/>
                <a:gd name="connsiteY4" fmla="*/ 2124790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240" h="2527367">
                  <a:moveTo>
                    <a:pt x="0" y="360047"/>
                  </a:moveTo>
                  <a:cubicBezTo>
                    <a:pt x="0" y="161199"/>
                    <a:pt x="161199" y="0"/>
                    <a:pt x="360047" y="0"/>
                  </a:cubicBezTo>
                  <a:lnTo>
                    <a:pt x="1800193" y="0"/>
                  </a:lnTo>
                  <a:cubicBezTo>
                    <a:pt x="1999041" y="0"/>
                    <a:pt x="2160240" y="161199"/>
                    <a:pt x="2160240" y="360047"/>
                  </a:cubicBezTo>
                  <a:lnTo>
                    <a:pt x="2146063" y="2124790"/>
                  </a:lnTo>
                  <a:cubicBezTo>
                    <a:pt x="2146063" y="2387434"/>
                    <a:pt x="1828921" y="2527367"/>
                    <a:pt x="1630073" y="2527367"/>
                  </a:cubicBezTo>
                  <a:lnTo>
                    <a:pt x="360047" y="2520279"/>
                  </a:lnTo>
                  <a:cubicBezTo>
                    <a:pt x="161199" y="2520279"/>
                    <a:pt x="0" y="2359080"/>
                    <a:pt x="0" y="2160232"/>
                  </a:cubicBezTo>
                  <a:lnTo>
                    <a:pt x="0" y="360047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de cantos arredondados 7"/>
            <p:cNvSpPr/>
            <p:nvPr/>
          </p:nvSpPr>
          <p:spPr>
            <a:xfrm>
              <a:off x="5153708" y="1419622"/>
              <a:ext cx="3240360" cy="1497544"/>
            </a:xfrm>
            <a:custGeom>
              <a:avLst/>
              <a:gdLst>
                <a:gd name="connsiteX0" fmla="*/ 0 w 3240360"/>
                <a:gd name="connsiteY0" fmla="*/ 502299 h 1440160"/>
                <a:gd name="connsiteX1" fmla="*/ 502299 w 3240360"/>
                <a:gd name="connsiteY1" fmla="*/ 0 h 1440160"/>
                <a:gd name="connsiteX2" fmla="*/ 2738061 w 3240360"/>
                <a:gd name="connsiteY2" fmla="*/ 0 h 1440160"/>
                <a:gd name="connsiteX3" fmla="*/ 3240360 w 3240360"/>
                <a:gd name="connsiteY3" fmla="*/ 502299 h 1440160"/>
                <a:gd name="connsiteX4" fmla="*/ 3240360 w 3240360"/>
                <a:gd name="connsiteY4" fmla="*/ 937861 h 1440160"/>
                <a:gd name="connsiteX5" fmla="*/ 2738061 w 3240360"/>
                <a:gd name="connsiteY5" fmla="*/ 1440160 h 1440160"/>
                <a:gd name="connsiteX6" fmla="*/ 502299 w 3240360"/>
                <a:gd name="connsiteY6" fmla="*/ 1440160 h 1440160"/>
                <a:gd name="connsiteX7" fmla="*/ 0 w 3240360"/>
                <a:gd name="connsiteY7" fmla="*/ 937861 h 1440160"/>
                <a:gd name="connsiteX8" fmla="*/ 0 w 3240360"/>
                <a:gd name="connsiteY8" fmla="*/ 502299 h 1440160"/>
                <a:gd name="connsiteX0" fmla="*/ 0 w 3240360"/>
                <a:gd name="connsiteY0" fmla="*/ 502299 h 1548653"/>
                <a:gd name="connsiteX1" fmla="*/ 502299 w 3240360"/>
                <a:gd name="connsiteY1" fmla="*/ 0 h 1548653"/>
                <a:gd name="connsiteX2" fmla="*/ 2738061 w 3240360"/>
                <a:gd name="connsiteY2" fmla="*/ 0 h 1548653"/>
                <a:gd name="connsiteX3" fmla="*/ 3240360 w 3240360"/>
                <a:gd name="connsiteY3" fmla="*/ 502299 h 1548653"/>
                <a:gd name="connsiteX4" fmla="*/ 3240360 w 3240360"/>
                <a:gd name="connsiteY4" fmla="*/ 937861 h 1548653"/>
                <a:gd name="connsiteX5" fmla="*/ 2738061 w 3240360"/>
                <a:gd name="connsiteY5" fmla="*/ 1440160 h 1548653"/>
                <a:gd name="connsiteX6" fmla="*/ 502299 w 3240360"/>
                <a:gd name="connsiteY6" fmla="*/ 1440160 h 1548653"/>
                <a:gd name="connsiteX7" fmla="*/ 0 w 3240360"/>
                <a:gd name="connsiteY7" fmla="*/ 1419870 h 1548653"/>
                <a:gd name="connsiteX8" fmla="*/ 0 w 3240360"/>
                <a:gd name="connsiteY8" fmla="*/ 502299 h 1548653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240360 w 3240360"/>
                <a:gd name="connsiteY4" fmla="*/ 937861 h 1497544"/>
                <a:gd name="connsiteX5" fmla="*/ 2738061 w 3240360"/>
                <a:gd name="connsiteY5" fmla="*/ 1440160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240360 w 3240360"/>
                <a:gd name="connsiteY4" fmla="*/ 937861 h 1497544"/>
                <a:gd name="connsiteX5" fmla="*/ 2525410 w 3240360"/>
                <a:gd name="connsiteY5" fmla="*/ 1213332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240360 w 3240360"/>
                <a:gd name="connsiteY4" fmla="*/ 937861 h 1497544"/>
                <a:gd name="connsiteX5" fmla="*/ 2525410 w 3240360"/>
                <a:gd name="connsiteY5" fmla="*/ 1213332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056063 w 3240360"/>
                <a:gd name="connsiteY4" fmla="*/ 859889 h 1497544"/>
                <a:gd name="connsiteX5" fmla="*/ 2525410 w 3240360"/>
                <a:gd name="connsiteY5" fmla="*/ 1213332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056063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056063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33261 w 3240360"/>
                <a:gd name="connsiteY5" fmla="*/ 1163713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33261 w 3240360"/>
                <a:gd name="connsiteY5" fmla="*/ 1163713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397819 w 3240360"/>
                <a:gd name="connsiteY5" fmla="*/ 1092830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397819 w 3240360"/>
                <a:gd name="connsiteY5" fmla="*/ 1092830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40360" h="1497544">
                  <a:moveTo>
                    <a:pt x="0" y="502299"/>
                  </a:moveTo>
                  <a:cubicBezTo>
                    <a:pt x="0" y="224887"/>
                    <a:pt x="224887" y="0"/>
                    <a:pt x="502299" y="0"/>
                  </a:cubicBezTo>
                  <a:lnTo>
                    <a:pt x="2738061" y="0"/>
                  </a:lnTo>
                  <a:cubicBezTo>
                    <a:pt x="3015473" y="0"/>
                    <a:pt x="3240360" y="224887"/>
                    <a:pt x="3240360" y="502299"/>
                  </a:cubicBezTo>
                  <a:lnTo>
                    <a:pt x="2992268" y="838624"/>
                  </a:lnTo>
                  <a:cubicBezTo>
                    <a:pt x="2630761" y="1073506"/>
                    <a:pt x="2632702" y="1021948"/>
                    <a:pt x="2397819" y="1092830"/>
                  </a:cubicBezTo>
                  <a:lnTo>
                    <a:pt x="920513" y="1142448"/>
                  </a:lnTo>
                  <a:cubicBezTo>
                    <a:pt x="643101" y="1142448"/>
                    <a:pt x="0" y="1697282"/>
                    <a:pt x="0" y="1419870"/>
                  </a:cubicBezTo>
                  <a:lnTo>
                    <a:pt x="0" y="50229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de cantos arredondados 8"/>
            <p:cNvSpPr/>
            <p:nvPr/>
          </p:nvSpPr>
          <p:spPr>
            <a:xfrm>
              <a:off x="5143375" y="2463750"/>
              <a:ext cx="1818745" cy="1692175"/>
            </a:xfrm>
            <a:custGeom>
              <a:avLst/>
              <a:gdLst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264035 w 1872208"/>
                <a:gd name="connsiteY6" fmla="*/ 1584176 h 1584176"/>
                <a:gd name="connsiteX7" fmla="*/ 0 w 1872208"/>
                <a:gd name="connsiteY7" fmla="*/ 1320141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264035 w 1872208"/>
                <a:gd name="connsiteY6" fmla="*/ 1584176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462509 w 1872208"/>
                <a:gd name="connsiteY6" fmla="*/ 1569999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462509 w 1872208"/>
                <a:gd name="connsiteY6" fmla="*/ 1569999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462509 w 1872208"/>
                <a:gd name="connsiteY6" fmla="*/ 1569999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6474 w 1878682"/>
                <a:gd name="connsiteY0" fmla="*/ 264035 h 1584176"/>
                <a:gd name="connsiteX1" fmla="*/ 270509 w 1878682"/>
                <a:gd name="connsiteY1" fmla="*/ 0 h 1584176"/>
                <a:gd name="connsiteX2" fmla="*/ 1614647 w 1878682"/>
                <a:gd name="connsiteY2" fmla="*/ 0 h 1584176"/>
                <a:gd name="connsiteX3" fmla="*/ 1878682 w 1878682"/>
                <a:gd name="connsiteY3" fmla="*/ 264035 h 1584176"/>
                <a:gd name="connsiteX4" fmla="*/ 1878682 w 1878682"/>
                <a:gd name="connsiteY4" fmla="*/ 1320141 h 1584176"/>
                <a:gd name="connsiteX5" fmla="*/ 1614647 w 1878682"/>
                <a:gd name="connsiteY5" fmla="*/ 1584176 h 1584176"/>
                <a:gd name="connsiteX6" fmla="*/ 468983 w 1878682"/>
                <a:gd name="connsiteY6" fmla="*/ 1569999 h 1584176"/>
                <a:gd name="connsiteX7" fmla="*/ 6474 w 1878682"/>
                <a:gd name="connsiteY7" fmla="*/ 1022429 h 1584176"/>
                <a:gd name="connsiteX8" fmla="*/ 6474 w 1878682"/>
                <a:gd name="connsiteY8" fmla="*/ 264035 h 1584176"/>
                <a:gd name="connsiteX0" fmla="*/ 6474 w 1878682"/>
                <a:gd name="connsiteY0" fmla="*/ 264035 h 1584176"/>
                <a:gd name="connsiteX1" fmla="*/ 270509 w 1878682"/>
                <a:gd name="connsiteY1" fmla="*/ 0 h 1584176"/>
                <a:gd name="connsiteX2" fmla="*/ 1614647 w 1878682"/>
                <a:gd name="connsiteY2" fmla="*/ 0 h 1584176"/>
                <a:gd name="connsiteX3" fmla="*/ 1878682 w 1878682"/>
                <a:gd name="connsiteY3" fmla="*/ 264035 h 1584176"/>
                <a:gd name="connsiteX4" fmla="*/ 1666030 w 1878682"/>
                <a:gd name="connsiteY4" fmla="*/ 1029518 h 1584176"/>
                <a:gd name="connsiteX5" fmla="*/ 1614647 w 1878682"/>
                <a:gd name="connsiteY5" fmla="*/ 1584176 h 1584176"/>
                <a:gd name="connsiteX6" fmla="*/ 468983 w 1878682"/>
                <a:gd name="connsiteY6" fmla="*/ 1569999 h 1584176"/>
                <a:gd name="connsiteX7" fmla="*/ 6474 w 1878682"/>
                <a:gd name="connsiteY7" fmla="*/ 1022429 h 1584176"/>
                <a:gd name="connsiteX8" fmla="*/ 6474 w 1878682"/>
                <a:gd name="connsiteY8" fmla="*/ 264035 h 1584176"/>
                <a:gd name="connsiteX0" fmla="*/ 6474 w 1814887"/>
                <a:gd name="connsiteY0" fmla="*/ 264035 h 1584176"/>
                <a:gd name="connsiteX1" fmla="*/ 270509 w 1814887"/>
                <a:gd name="connsiteY1" fmla="*/ 0 h 1584176"/>
                <a:gd name="connsiteX2" fmla="*/ 1614647 w 1814887"/>
                <a:gd name="connsiteY2" fmla="*/ 0 h 1584176"/>
                <a:gd name="connsiteX3" fmla="*/ 1814887 w 1814887"/>
                <a:gd name="connsiteY3" fmla="*/ 483774 h 1584176"/>
                <a:gd name="connsiteX4" fmla="*/ 1666030 w 1814887"/>
                <a:gd name="connsiteY4" fmla="*/ 1029518 h 1584176"/>
                <a:gd name="connsiteX5" fmla="*/ 1614647 w 1814887"/>
                <a:gd name="connsiteY5" fmla="*/ 1584176 h 1584176"/>
                <a:gd name="connsiteX6" fmla="*/ 468983 w 1814887"/>
                <a:gd name="connsiteY6" fmla="*/ 1569999 h 1584176"/>
                <a:gd name="connsiteX7" fmla="*/ 6474 w 1814887"/>
                <a:gd name="connsiteY7" fmla="*/ 1022429 h 1584176"/>
                <a:gd name="connsiteX8" fmla="*/ 6474 w 1814887"/>
                <a:gd name="connsiteY8" fmla="*/ 264035 h 1584176"/>
                <a:gd name="connsiteX0" fmla="*/ 6474 w 1814887"/>
                <a:gd name="connsiteY0" fmla="*/ 264035 h 1584176"/>
                <a:gd name="connsiteX1" fmla="*/ 270509 w 1814887"/>
                <a:gd name="connsiteY1" fmla="*/ 0 h 1584176"/>
                <a:gd name="connsiteX2" fmla="*/ 1416173 w 1814887"/>
                <a:gd name="connsiteY2" fmla="*/ 28353 h 1584176"/>
                <a:gd name="connsiteX3" fmla="*/ 1814887 w 1814887"/>
                <a:gd name="connsiteY3" fmla="*/ 483774 h 1584176"/>
                <a:gd name="connsiteX4" fmla="*/ 1666030 w 1814887"/>
                <a:gd name="connsiteY4" fmla="*/ 1029518 h 1584176"/>
                <a:gd name="connsiteX5" fmla="*/ 1614647 w 1814887"/>
                <a:gd name="connsiteY5" fmla="*/ 1584176 h 1584176"/>
                <a:gd name="connsiteX6" fmla="*/ 468983 w 1814887"/>
                <a:gd name="connsiteY6" fmla="*/ 1569999 h 1584176"/>
                <a:gd name="connsiteX7" fmla="*/ 6474 w 1814887"/>
                <a:gd name="connsiteY7" fmla="*/ 1022429 h 1584176"/>
                <a:gd name="connsiteX8" fmla="*/ 6474 w 1814887"/>
                <a:gd name="connsiteY8" fmla="*/ 264035 h 1584176"/>
                <a:gd name="connsiteX0" fmla="*/ 6474 w 1814887"/>
                <a:gd name="connsiteY0" fmla="*/ 270815 h 1590956"/>
                <a:gd name="connsiteX1" fmla="*/ 532779 w 1814887"/>
                <a:gd name="connsiteY1" fmla="*/ 0 h 1590956"/>
                <a:gd name="connsiteX2" fmla="*/ 1416173 w 1814887"/>
                <a:gd name="connsiteY2" fmla="*/ 35133 h 1590956"/>
                <a:gd name="connsiteX3" fmla="*/ 1814887 w 1814887"/>
                <a:gd name="connsiteY3" fmla="*/ 490554 h 1590956"/>
                <a:gd name="connsiteX4" fmla="*/ 1666030 w 1814887"/>
                <a:gd name="connsiteY4" fmla="*/ 1036298 h 1590956"/>
                <a:gd name="connsiteX5" fmla="*/ 1614647 w 1814887"/>
                <a:gd name="connsiteY5" fmla="*/ 1590956 h 1590956"/>
                <a:gd name="connsiteX6" fmla="*/ 468983 w 1814887"/>
                <a:gd name="connsiteY6" fmla="*/ 1576779 h 1590956"/>
                <a:gd name="connsiteX7" fmla="*/ 6474 w 1814887"/>
                <a:gd name="connsiteY7" fmla="*/ 1029209 h 1590956"/>
                <a:gd name="connsiteX8" fmla="*/ 6474 w 1814887"/>
                <a:gd name="connsiteY8" fmla="*/ 270815 h 1590956"/>
                <a:gd name="connsiteX0" fmla="*/ 6474 w 1814887"/>
                <a:gd name="connsiteY0" fmla="*/ 275852 h 1595993"/>
                <a:gd name="connsiteX1" fmla="*/ 532779 w 1814887"/>
                <a:gd name="connsiteY1" fmla="*/ 5037 h 1595993"/>
                <a:gd name="connsiteX2" fmla="*/ 1416173 w 1814887"/>
                <a:gd name="connsiteY2" fmla="*/ 40170 h 1595993"/>
                <a:gd name="connsiteX3" fmla="*/ 1814887 w 1814887"/>
                <a:gd name="connsiteY3" fmla="*/ 495591 h 1595993"/>
                <a:gd name="connsiteX4" fmla="*/ 1666030 w 1814887"/>
                <a:gd name="connsiteY4" fmla="*/ 1041335 h 1595993"/>
                <a:gd name="connsiteX5" fmla="*/ 1614647 w 1814887"/>
                <a:gd name="connsiteY5" fmla="*/ 1595993 h 1595993"/>
                <a:gd name="connsiteX6" fmla="*/ 468983 w 1814887"/>
                <a:gd name="connsiteY6" fmla="*/ 1581816 h 1595993"/>
                <a:gd name="connsiteX7" fmla="*/ 6474 w 1814887"/>
                <a:gd name="connsiteY7" fmla="*/ 1034246 h 1595993"/>
                <a:gd name="connsiteX8" fmla="*/ 6474 w 1814887"/>
                <a:gd name="connsiteY8" fmla="*/ 275852 h 1595993"/>
                <a:gd name="connsiteX0" fmla="*/ 8074 w 1816487"/>
                <a:gd name="connsiteY0" fmla="*/ 272912 h 1593053"/>
                <a:gd name="connsiteX1" fmla="*/ 534379 w 1816487"/>
                <a:gd name="connsiteY1" fmla="*/ 2097 h 1593053"/>
                <a:gd name="connsiteX2" fmla="*/ 1417773 w 1816487"/>
                <a:gd name="connsiteY2" fmla="*/ 37230 h 1593053"/>
                <a:gd name="connsiteX3" fmla="*/ 1816487 w 1816487"/>
                <a:gd name="connsiteY3" fmla="*/ 492651 h 1593053"/>
                <a:gd name="connsiteX4" fmla="*/ 1667630 w 1816487"/>
                <a:gd name="connsiteY4" fmla="*/ 1038395 h 1593053"/>
                <a:gd name="connsiteX5" fmla="*/ 1616247 w 1816487"/>
                <a:gd name="connsiteY5" fmla="*/ 1593053 h 1593053"/>
                <a:gd name="connsiteX6" fmla="*/ 470583 w 1816487"/>
                <a:gd name="connsiteY6" fmla="*/ 1578876 h 1593053"/>
                <a:gd name="connsiteX7" fmla="*/ 8074 w 1816487"/>
                <a:gd name="connsiteY7" fmla="*/ 1031306 h 1593053"/>
                <a:gd name="connsiteX8" fmla="*/ 8074 w 1816487"/>
                <a:gd name="connsiteY8" fmla="*/ 272912 h 1593053"/>
                <a:gd name="connsiteX0" fmla="*/ 10332 w 1818745"/>
                <a:gd name="connsiteY0" fmla="*/ 235682 h 1555823"/>
                <a:gd name="connsiteX1" fmla="*/ 522460 w 1818745"/>
                <a:gd name="connsiteY1" fmla="*/ 19108 h 1555823"/>
                <a:gd name="connsiteX2" fmla="*/ 1420031 w 1818745"/>
                <a:gd name="connsiteY2" fmla="*/ 0 h 1555823"/>
                <a:gd name="connsiteX3" fmla="*/ 1818745 w 1818745"/>
                <a:gd name="connsiteY3" fmla="*/ 455421 h 1555823"/>
                <a:gd name="connsiteX4" fmla="*/ 1669888 w 1818745"/>
                <a:gd name="connsiteY4" fmla="*/ 1001165 h 1555823"/>
                <a:gd name="connsiteX5" fmla="*/ 1618505 w 1818745"/>
                <a:gd name="connsiteY5" fmla="*/ 1555823 h 1555823"/>
                <a:gd name="connsiteX6" fmla="*/ 472841 w 1818745"/>
                <a:gd name="connsiteY6" fmla="*/ 1541646 h 1555823"/>
                <a:gd name="connsiteX7" fmla="*/ 10332 w 1818745"/>
                <a:gd name="connsiteY7" fmla="*/ 994076 h 1555823"/>
                <a:gd name="connsiteX8" fmla="*/ 10332 w 1818745"/>
                <a:gd name="connsiteY8" fmla="*/ 235682 h 1555823"/>
                <a:gd name="connsiteX0" fmla="*/ 10332 w 1818745"/>
                <a:gd name="connsiteY0" fmla="*/ 298461 h 1618602"/>
                <a:gd name="connsiteX1" fmla="*/ 522460 w 1818745"/>
                <a:gd name="connsiteY1" fmla="*/ 81887 h 1618602"/>
                <a:gd name="connsiteX2" fmla="*/ 1420031 w 1818745"/>
                <a:gd name="connsiteY2" fmla="*/ 62779 h 1618602"/>
                <a:gd name="connsiteX3" fmla="*/ 1818745 w 1818745"/>
                <a:gd name="connsiteY3" fmla="*/ 518200 h 1618602"/>
                <a:gd name="connsiteX4" fmla="*/ 1669888 w 1818745"/>
                <a:gd name="connsiteY4" fmla="*/ 1063944 h 1618602"/>
                <a:gd name="connsiteX5" fmla="*/ 1618505 w 1818745"/>
                <a:gd name="connsiteY5" fmla="*/ 1618602 h 1618602"/>
                <a:gd name="connsiteX6" fmla="*/ 472841 w 1818745"/>
                <a:gd name="connsiteY6" fmla="*/ 1604425 h 1618602"/>
                <a:gd name="connsiteX7" fmla="*/ 10332 w 1818745"/>
                <a:gd name="connsiteY7" fmla="*/ 1056855 h 1618602"/>
                <a:gd name="connsiteX8" fmla="*/ 10332 w 1818745"/>
                <a:gd name="connsiteY8" fmla="*/ 298461 h 161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8745" h="1618602">
                  <a:moveTo>
                    <a:pt x="10332" y="298461"/>
                  </a:moveTo>
                  <a:cubicBezTo>
                    <a:pt x="3244" y="-37207"/>
                    <a:pt x="-98284" y="88668"/>
                    <a:pt x="522460" y="81887"/>
                  </a:cubicBezTo>
                  <a:cubicBezTo>
                    <a:pt x="1608459" y="-93986"/>
                    <a:pt x="1120841" y="69148"/>
                    <a:pt x="1420031" y="62779"/>
                  </a:cubicBezTo>
                  <a:cubicBezTo>
                    <a:pt x="1565854" y="62779"/>
                    <a:pt x="1818745" y="372377"/>
                    <a:pt x="1818745" y="518200"/>
                  </a:cubicBezTo>
                  <a:lnTo>
                    <a:pt x="1669888" y="1063944"/>
                  </a:lnTo>
                  <a:cubicBezTo>
                    <a:pt x="1669888" y="1209767"/>
                    <a:pt x="1764328" y="1618602"/>
                    <a:pt x="1618505" y="1618602"/>
                  </a:cubicBezTo>
                  <a:lnTo>
                    <a:pt x="472841" y="1604425"/>
                  </a:lnTo>
                  <a:cubicBezTo>
                    <a:pt x="78924" y="1597337"/>
                    <a:pt x="-25110" y="1273562"/>
                    <a:pt x="10332" y="1056855"/>
                  </a:cubicBezTo>
                  <a:lnTo>
                    <a:pt x="10332" y="298461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Forma livre 14"/>
            <p:cNvSpPr/>
            <p:nvPr/>
          </p:nvSpPr>
          <p:spPr>
            <a:xfrm>
              <a:off x="6017804" y="2067694"/>
              <a:ext cx="1512168" cy="1347395"/>
            </a:xfrm>
            <a:custGeom>
              <a:avLst/>
              <a:gdLst>
                <a:gd name="connsiteX0" fmla="*/ 293407 w 1838672"/>
                <a:gd name="connsiteY0" fmla="*/ 219739 h 1542661"/>
                <a:gd name="connsiteX1" fmla="*/ 293407 w 1838672"/>
                <a:gd name="connsiteY1" fmla="*/ 219739 h 1542661"/>
                <a:gd name="connsiteX2" fmla="*/ 158728 w 1838672"/>
                <a:gd name="connsiteY2" fmla="*/ 297711 h 1542661"/>
                <a:gd name="connsiteX3" fmla="*/ 130375 w 1838672"/>
                <a:gd name="connsiteY3" fmla="*/ 311888 h 1542661"/>
                <a:gd name="connsiteX4" fmla="*/ 116198 w 1838672"/>
                <a:gd name="connsiteY4" fmla="*/ 333153 h 1542661"/>
                <a:gd name="connsiteX5" fmla="*/ 66579 w 1838672"/>
                <a:gd name="connsiteY5" fmla="*/ 382772 h 1542661"/>
                <a:gd name="connsiteX6" fmla="*/ 38226 w 1838672"/>
                <a:gd name="connsiteY6" fmla="*/ 425302 h 1542661"/>
                <a:gd name="connsiteX7" fmla="*/ 24049 w 1838672"/>
                <a:gd name="connsiteY7" fmla="*/ 446567 h 1542661"/>
                <a:gd name="connsiteX8" fmla="*/ 9872 w 1838672"/>
                <a:gd name="connsiteY8" fmla="*/ 474921 h 1542661"/>
                <a:gd name="connsiteX9" fmla="*/ 9872 w 1838672"/>
                <a:gd name="connsiteY9" fmla="*/ 645042 h 1542661"/>
                <a:gd name="connsiteX10" fmla="*/ 31137 w 1838672"/>
                <a:gd name="connsiteY10" fmla="*/ 701749 h 1542661"/>
                <a:gd name="connsiteX11" fmla="*/ 52403 w 1838672"/>
                <a:gd name="connsiteY11" fmla="*/ 715925 h 1542661"/>
                <a:gd name="connsiteX12" fmla="*/ 109110 w 1838672"/>
                <a:gd name="connsiteY12" fmla="*/ 779721 h 1542661"/>
                <a:gd name="connsiteX13" fmla="*/ 137463 w 1838672"/>
                <a:gd name="connsiteY13" fmla="*/ 793897 h 1542661"/>
                <a:gd name="connsiteX14" fmla="*/ 187082 w 1838672"/>
                <a:gd name="connsiteY14" fmla="*/ 815163 h 1542661"/>
                <a:gd name="connsiteX15" fmla="*/ 236700 w 1838672"/>
                <a:gd name="connsiteY15" fmla="*/ 843516 h 1542661"/>
                <a:gd name="connsiteX16" fmla="*/ 314672 w 1838672"/>
                <a:gd name="connsiteY16" fmla="*/ 900223 h 1542661"/>
                <a:gd name="connsiteX17" fmla="*/ 357203 w 1838672"/>
                <a:gd name="connsiteY17" fmla="*/ 956930 h 1542661"/>
                <a:gd name="connsiteX18" fmla="*/ 378468 w 1838672"/>
                <a:gd name="connsiteY18" fmla="*/ 985283 h 1542661"/>
                <a:gd name="connsiteX19" fmla="*/ 399733 w 1838672"/>
                <a:gd name="connsiteY19" fmla="*/ 999460 h 1542661"/>
                <a:gd name="connsiteX20" fmla="*/ 406821 w 1838672"/>
                <a:gd name="connsiteY20" fmla="*/ 1041990 h 1542661"/>
                <a:gd name="connsiteX21" fmla="*/ 413910 w 1838672"/>
                <a:gd name="connsiteY21" fmla="*/ 1063256 h 1542661"/>
                <a:gd name="connsiteX22" fmla="*/ 420998 w 1838672"/>
                <a:gd name="connsiteY22" fmla="*/ 1169581 h 1542661"/>
                <a:gd name="connsiteX23" fmla="*/ 435175 w 1838672"/>
                <a:gd name="connsiteY23" fmla="*/ 1282995 h 1542661"/>
                <a:gd name="connsiteX24" fmla="*/ 442263 w 1838672"/>
                <a:gd name="connsiteY24" fmla="*/ 1318437 h 1542661"/>
                <a:gd name="connsiteX25" fmla="*/ 484793 w 1838672"/>
                <a:gd name="connsiteY25" fmla="*/ 1375144 h 1542661"/>
                <a:gd name="connsiteX26" fmla="*/ 513147 w 1838672"/>
                <a:gd name="connsiteY26" fmla="*/ 1410586 h 1542661"/>
                <a:gd name="connsiteX27" fmla="*/ 534412 w 1838672"/>
                <a:gd name="connsiteY27" fmla="*/ 1438939 h 1542661"/>
                <a:gd name="connsiteX28" fmla="*/ 548589 w 1838672"/>
                <a:gd name="connsiteY28" fmla="*/ 1460204 h 1542661"/>
                <a:gd name="connsiteX29" fmla="*/ 576942 w 1838672"/>
                <a:gd name="connsiteY29" fmla="*/ 1474381 h 1542661"/>
                <a:gd name="connsiteX30" fmla="*/ 598207 w 1838672"/>
                <a:gd name="connsiteY30" fmla="*/ 1488558 h 1542661"/>
                <a:gd name="connsiteX31" fmla="*/ 647826 w 1838672"/>
                <a:gd name="connsiteY31" fmla="*/ 1502735 h 1542661"/>
                <a:gd name="connsiteX32" fmla="*/ 690356 w 1838672"/>
                <a:gd name="connsiteY32" fmla="*/ 1516911 h 1542661"/>
                <a:gd name="connsiteX33" fmla="*/ 803770 w 1838672"/>
                <a:gd name="connsiteY33" fmla="*/ 1531088 h 1542661"/>
                <a:gd name="connsiteX34" fmla="*/ 1080217 w 1838672"/>
                <a:gd name="connsiteY34" fmla="*/ 1531088 h 1542661"/>
                <a:gd name="connsiteX35" fmla="*/ 1172365 w 1838672"/>
                <a:gd name="connsiteY35" fmla="*/ 1516911 h 1542661"/>
                <a:gd name="connsiteX36" fmla="*/ 1236161 w 1838672"/>
                <a:gd name="connsiteY36" fmla="*/ 1509823 h 1542661"/>
                <a:gd name="connsiteX37" fmla="*/ 1604756 w 1838672"/>
                <a:gd name="connsiteY37" fmla="*/ 1502735 h 1542661"/>
                <a:gd name="connsiteX38" fmla="*/ 1661463 w 1838672"/>
                <a:gd name="connsiteY38" fmla="*/ 1481469 h 1542661"/>
                <a:gd name="connsiteX39" fmla="*/ 1703993 w 1838672"/>
                <a:gd name="connsiteY39" fmla="*/ 1460204 h 1542661"/>
                <a:gd name="connsiteX40" fmla="*/ 1725258 w 1838672"/>
                <a:gd name="connsiteY40" fmla="*/ 1431851 h 1542661"/>
                <a:gd name="connsiteX41" fmla="*/ 1767789 w 1838672"/>
                <a:gd name="connsiteY41" fmla="*/ 1410586 h 1542661"/>
                <a:gd name="connsiteX42" fmla="*/ 1781965 w 1838672"/>
                <a:gd name="connsiteY42" fmla="*/ 1382232 h 1542661"/>
                <a:gd name="connsiteX43" fmla="*/ 1803231 w 1838672"/>
                <a:gd name="connsiteY43" fmla="*/ 1325525 h 1542661"/>
                <a:gd name="connsiteX44" fmla="*/ 1810319 w 1838672"/>
                <a:gd name="connsiteY44" fmla="*/ 1304260 h 1542661"/>
                <a:gd name="connsiteX45" fmla="*/ 1824496 w 1838672"/>
                <a:gd name="connsiteY45" fmla="*/ 1275907 h 1542661"/>
                <a:gd name="connsiteX46" fmla="*/ 1838672 w 1838672"/>
                <a:gd name="connsiteY46" fmla="*/ 1212111 h 1542661"/>
                <a:gd name="connsiteX47" fmla="*/ 1831584 w 1838672"/>
                <a:gd name="connsiteY47" fmla="*/ 949842 h 1542661"/>
                <a:gd name="connsiteX48" fmla="*/ 1817407 w 1838672"/>
                <a:gd name="connsiteY48" fmla="*/ 928576 h 1542661"/>
                <a:gd name="connsiteX49" fmla="*/ 1796142 w 1838672"/>
                <a:gd name="connsiteY49" fmla="*/ 886046 h 1542661"/>
                <a:gd name="connsiteX50" fmla="*/ 1774877 w 1838672"/>
                <a:gd name="connsiteY50" fmla="*/ 871869 h 1542661"/>
                <a:gd name="connsiteX51" fmla="*/ 1753612 w 1838672"/>
                <a:gd name="connsiteY51" fmla="*/ 843516 h 1542661"/>
                <a:gd name="connsiteX52" fmla="*/ 1732347 w 1838672"/>
                <a:gd name="connsiteY52" fmla="*/ 829339 h 1542661"/>
                <a:gd name="connsiteX53" fmla="*/ 1711082 w 1838672"/>
                <a:gd name="connsiteY53" fmla="*/ 808074 h 1542661"/>
                <a:gd name="connsiteX54" fmla="*/ 1654375 w 1838672"/>
                <a:gd name="connsiteY54" fmla="*/ 779721 h 1542661"/>
                <a:gd name="connsiteX55" fmla="*/ 1633110 w 1838672"/>
                <a:gd name="connsiteY55" fmla="*/ 758456 h 1542661"/>
                <a:gd name="connsiteX56" fmla="*/ 1611844 w 1838672"/>
                <a:gd name="connsiteY56" fmla="*/ 751367 h 1542661"/>
                <a:gd name="connsiteX57" fmla="*/ 1590579 w 1838672"/>
                <a:gd name="connsiteY57" fmla="*/ 737190 h 1542661"/>
                <a:gd name="connsiteX58" fmla="*/ 1526784 w 1838672"/>
                <a:gd name="connsiteY58" fmla="*/ 694660 h 1542661"/>
                <a:gd name="connsiteX59" fmla="*/ 1498431 w 1838672"/>
                <a:gd name="connsiteY59" fmla="*/ 687572 h 1542661"/>
                <a:gd name="connsiteX60" fmla="*/ 1441724 w 1838672"/>
                <a:gd name="connsiteY60" fmla="*/ 659218 h 1542661"/>
                <a:gd name="connsiteX61" fmla="*/ 1420458 w 1838672"/>
                <a:gd name="connsiteY61" fmla="*/ 645042 h 1542661"/>
                <a:gd name="connsiteX62" fmla="*/ 1392105 w 1838672"/>
                <a:gd name="connsiteY62" fmla="*/ 630865 h 1542661"/>
                <a:gd name="connsiteX63" fmla="*/ 1370840 w 1838672"/>
                <a:gd name="connsiteY63" fmla="*/ 623776 h 1542661"/>
                <a:gd name="connsiteX64" fmla="*/ 1349575 w 1838672"/>
                <a:gd name="connsiteY64" fmla="*/ 609600 h 1542661"/>
                <a:gd name="connsiteX65" fmla="*/ 1321221 w 1838672"/>
                <a:gd name="connsiteY65" fmla="*/ 595423 h 1542661"/>
                <a:gd name="connsiteX66" fmla="*/ 1299956 w 1838672"/>
                <a:gd name="connsiteY66" fmla="*/ 567069 h 1542661"/>
                <a:gd name="connsiteX67" fmla="*/ 1271603 w 1838672"/>
                <a:gd name="connsiteY67" fmla="*/ 552893 h 1542661"/>
                <a:gd name="connsiteX68" fmla="*/ 1257426 w 1838672"/>
                <a:gd name="connsiteY68" fmla="*/ 524539 h 1542661"/>
                <a:gd name="connsiteX69" fmla="*/ 1243249 w 1838672"/>
                <a:gd name="connsiteY69" fmla="*/ 503274 h 1542661"/>
                <a:gd name="connsiteX70" fmla="*/ 1229072 w 1838672"/>
                <a:gd name="connsiteY70" fmla="*/ 474921 h 1542661"/>
                <a:gd name="connsiteX71" fmla="*/ 1207807 w 1838672"/>
                <a:gd name="connsiteY71" fmla="*/ 439479 h 1542661"/>
                <a:gd name="connsiteX72" fmla="*/ 1200719 w 1838672"/>
                <a:gd name="connsiteY72" fmla="*/ 418214 h 1542661"/>
                <a:gd name="connsiteX73" fmla="*/ 1186542 w 1838672"/>
                <a:gd name="connsiteY73" fmla="*/ 382772 h 1542661"/>
                <a:gd name="connsiteX74" fmla="*/ 1172365 w 1838672"/>
                <a:gd name="connsiteY74" fmla="*/ 361507 h 1542661"/>
                <a:gd name="connsiteX75" fmla="*/ 1165277 w 1838672"/>
                <a:gd name="connsiteY75" fmla="*/ 340242 h 1542661"/>
                <a:gd name="connsiteX76" fmla="*/ 1151100 w 1838672"/>
                <a:gd name="connsiteY76" fmla="*/ 283535 h 1542661"/>
                <a:gd name="connsiteX77" fmla="*/ 1136924 w 1838672"/>
                <a:gd name="connsiteY77" fmla="*/ 262269 h 1542661"/>
                <a:gd name="connsiteX78" fmla="*/ 1129835 w 1838672"/>
                <a:gd name="connsiteY78" fmla="*/ 241004 h 1542661"/>
                <a:gd name="connsiteX79" fmla="*/ 1080217 w 1838672"/>
                <a:gd name="connsiteY79" fmla="*/ 170121 h 1542661"/>
                <a:gd name="connsiteX80" fmla="*/ 1073128 w 1838672"/>
                <a:gd name="connsiteY80" fmla="*/ 148856 h 1542661"/>
                <a:gd name="connsiteX81" fmla="*/ 973891 w 1838672"/>
                <a:gd name="connsiteY81" fmla="*/ 113414 h 1542661"/>
                <a:gd name="connsiteX82" fmla="*/ 917184 w 1838672"/>
                <a:gd name="connsiteY82" fmla="*/ 85060 h 1542661"/>
                <a:gd name="connsiteX83" fmla="*/ 881742 w 1838672"/>
                <a:gd name="connsiteY83" fmla="*/ 63795 h 1542661"/>
                <a:gd name="connsiteX84" fmla="*/ 825035 w 1838672"/>
                <a:gd name="connsiteY84" fmla="*/ 35442 h 1542661"/>
                <a:gd name="connsiteX85" fmla="*/ 789593 w 1838672"/>
                <a:gd name="connsiteY85" fmla="*/ 21265 h 1542661"/>
                <a:gd name="connsiteX86" fmla="*/ 747063 w 1838672"/>
                <a:gd name="connsiteY86" fmla="*/ 0 h 1542661"/>
                <a:gd name="connsiteX87" fmla="*/ 612384 w 1838672"/>
                <a:gd name="connsiteY87" fmla="*/ 7088 h 1542661"/>
                <a:gd name="connsiteX88" fmla="*/ 541500 w 1838672"/>
                <a:gd name="connsiteY88" fmla="*/ 35442 h 1542661"/>
                <a:gd name="connsiteX89" fmla="*/ 520235 w 1838672"/>
                <a:gd name="connsiteY89" fmla="*/ 42530 h 1542661"/>
                <a:gd name="connsiteX90" fmla="*/ 491882 w 1838672"/>
                <a:gd name="connsiteY90" fmla="*/ 56707 h 1542661"/>
                <a:gd name="connsiteX91" fmla="*/ 449351 w 1838672"/>
                <a:gd name="connsiteY91" fmla="*/ 70883 h 1542661"/>
                <a:gd name="connsiteX92" fmla="*/ 428086 w 1838672"/>
                <a:gd name="connsiteY92" fmla="*/ 85060 h 1542661"/>
                <a:gd name="connsiteX93" fmla="*/ 406821 w 1838672"/>
                <a:gd name="connsiteY93" fmla="*/ 92149 h 1542661"/>
                <a:gd name="connsiteX94" fmla="*/ 364291 w 1838672"/>
                <a:gd name="connsiteY94" fmla="*/ 120502 h 1542661"/>
                <a:gd name="connsiteX95" fmla="*/ 293407 w 1838672"/>
                <a:gd name="connsiteY95" fmla="*/ 219739 h 154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838672" h="1542661">
                  <a:moveTo>
                    <a:pt x="293407" y="219739"/>
                  </a:moveTo>
                  <a:lnTo>
                    <a:pt x="293407" y="219739"/>
                  </a:lnTo>
                  <a:lnTo>
                    <a:pt x="158728" y="297711"/>
                  </a:lnTo>
                  <a:cubicBezTo>
                    <a:pt x="149529" y="302910"/>
                    <a:pt x="138492" y="305123"/>
                    <a:pt x="130375" y="311888"/>
                  </a:cubicBezTo>
                  <a:cubicBezTo>
                    <a:pt x="123830" y="317342"/>
                    <a:pt x="121897" y="326821"/>
                    <a:pt x="116198" y="333153"/>
                  </a:cubicBezTo>
                  <a:cubicBezTo>
                    <a:pt x="100550" y="350539"/>
                    <a:pt x="79554" y="363310"/>
                    <a:pt x="66579" y="382772"/>
                  </a:cubicBezTo>
                  <a:lnTo>
                    <a:pt x="38226" y="425302"/>
                  </a:lnTo>
                  <a:cubicBezTo>
                    <a:pt x="33500" y="432390"/>
                    <a:pt x="27859" y="438947"/>
                    <a:pt x="24049" y="446567"/>
                  </a:cubicBezTo>
                  <a:lnTo>
                    <a:pt x="9872" y="474921"/>
                  </a:lnTo>
                  <a:cubicBezTo>
                    <a:pt x="-5091" y="549741"/>
                    <a:pt x="-1359" y="515884"/>
                    <a:pt x="9872" y="645042"/>
                  </a:cubicBezTo>
                  <a:cubicBezTo>
                    <a:pt x="11168" y="659948"/>
                    <a:pt x="21668" y="690386"/>
                    <a:pt x="31137" y="701749"/>
                  </a:cubicBezTo>
                  <a:cubicBezTo>
                    <a:pt x="36591" y="708294"/>
                    <a:pt x="45314" y="711200"/>
                    <a:pt x="52403" y="715925"/>
                  </a:cubicBezTo>
                  <a:cubicBezTo>
                    <a:pt x="67385" y="738399"/>
                    <a:pt x="84831" y="767582"/>
                    <a:pt x="109110" y="779721"/>
                  </a:cubicBezTo>
                  <a:cubicBezTo>
                    <a:pt x="118561" y="784446"/>
                    <a:pt x="127751" y="789735"/>
                    <a:pt x="137463" y="793897"/>
                  </a:cubicBezTo>
                  <a:cubicBezTo>
                    <a:pt x="168153" y="807050"/>
                    <a:pt x="152893" y="793795"/>
                    <a:pt x="187082" y="815163"/>
                  </a:cubicBezTo>
                  <a:cubicBezTo>
                    <a:pt x="236125" y="845815"/>
                    <a:pt x="194922" y="829591"/>
                    <a:pt x="236700" y="843516"/>
                  </a:cubicBezTo>
                  <a:cubicBezTo>
                    <a:pt x="257583" y="857439"/>
                    <a:pt x="306733" y="889638"/>
                    <a:pt x="314672" y="900223"/>
                  </a:cubicBezTo>
                  <a:lnTo>
                    <a:pt x="357203" y="956930"/>
                  </a:lnTo>
                  <a:cubicBezTo>
                    <a:pt x="364291" y="966381"/>
                    <a:pt x="368638" y="978730"/>
                    <a:pt x="378468" y="985283"/>
                  </a:cubicBezTo>
                  <a:lnTo>
                    <a:pt x="399733" y="999460"/>
                  </a:lnTo>
                  <a:cubicBezTo>
                    <a:pt x="402096" y="1013637"/>
                    <a:pt x="403703" y="1027960"/>
                    <a:pt x="406821" y="1041990"/>
                  </a:cubicBezTo>
                  <a:cubicBezTo>
                    <a:pt x="408442" y="1049284"/>
                    <a:pt x="413085" y="1055830"/>
                    <a:pt x="413910" y="1063256"/>
                  </a:cubicBezTo>
                  <a:cubicBezTo>
                    <a:pt x="417833" y="1098559"/>
                    <a:pt x="418048" y="1134183"/>
                    <a:pt x="420998" y="1169581"/>
                  </a:cubicBezTo>
                  <a:cubicBezTo>
                    <a:pt x="423307" y="1197292"/>
                    <a:pt x="430232" y="1253339"/>
                    <a:pt x="435175" y="1282995"/>
                  </a:cubicBezTo>
                  <a:cubicBezTo>
                    <a:pt x="437156" y="1294879"/>
                    <a:pt x="436551" y="1307829"/>
                    <a:pt x="442263" y="1318437"/>
                  </a:cubicBezTo>
                  <a:cubicBezTo>
                    <a:pt x="453465" y="1339241"/>
                    <a:pt x="484793" y="1375144"/>
                    <a:pt x="484793" y="1375144"/>
                  </a:cubicBezTo>
                  <a:cubicBezTo>
                    <a:pt x="498594" y="1416543"/>
                    <a:pt x="481084" y="1378523"/>
                    <a:pt x="513147" y="1410586"/>
                  </a:cubicBezTo>
                  <a:cubicBezTo>
                    <a:pt x="521501" y="1418940"/>
                    <a:pt x="527545" y="1429326"/>
                    <a:pt x="534412" y="1438939"/>
                  </a:cubicBezTo>
                  <a:cubicBezTo>
                    <a:pt x="539364" y="1445871"/>
                    <a:pt x="542044" y="1454750"/>
                    <a:pt x="548589" y="1460204"/>
                  </a:cubicBezTo>
                  <a:cubicBezTo>
                    <a:pt x="556706" y="1466969"/>
                    <a:pt x="567768" y="1469138"/>
                    <a:pt x="576942" y="1474381"/>
                  </a:cubicBezTo>
                  <a:cubicBezTo>
                    <a:pt x="584339" y="1478608"/>
                    <a:pt x="590587" y="1484748"/>
                    <a:pt x="598207" y="1488558"/>
                  </a:cubicBezTo>
                  <a:cubicBezTo>
                    <a:pt x="610113" y="1494511"/>
                    <a:pt x="636478" y="1499330"/>
                    <a:pt x="647826" y="1502735"/>
                  </a:cubicBezTo>
                  <a:cubicBezTo>
                    <a:pt x="662139" y="1507029"/>
                    <a:pt x="676179" y="1512185"/>
                    <a:pt x="690356" y="1516911"/>
                  </a:cubicBezTo>
                  <a:cubicBezTo>
                    <a:pt x="740853" y="1533743"/>
                    <a:pt x="704146" y="1523425"/>
                    <a:pt x="803770" y="1531088"/>
                  </a:cubicBezTo>
                  <a:cubicBezTo>
                    <a:pt x="919324" y="1550346"/>
                    <a:pt x="853228" y="1542160"/>
                    <a:pt x="1080217" y="1531088"/>
                  </a:cubicBezTo>
                  <a:cubicBezTo>
                    <a:pt x="1145249" y="1527916"/>
                    <a:pt x="1120540" y="1524315"/>
                    <a:pt x="1172365" y="1516911"/>
                  </a:cubicBezTo>
                  <a:cubicBezTo>
                    <a:pt x="1193546" y="1513885"/>
                    <a:pt x="1214776" y="1510524"/>
                    <a:pt x="1236161" y="1509823"/>
                  </a:cubicBezTo>
                  <a:cubicBezTo>
                    <a:pt x="1358983" y="1505796"/>
                    <a:pt x="1481891" y="1505098"/>
                    <a:pt x="1604756" y="1502735"/>
                  </a:cubicBezTo>
                  <a:lnTo>
                    <a:pt x="1661463" y="1481469"/>
                  </a:lnTo>
                  <a:cubicBezTo>
                    <a:pt x="1679584" y="1474880"/>
                    <a:pt x="1689311" y="1474886"/>
                    <a:pt x="1703993" y="1460204"/>
                  </a:cubicBezTo>
                  <a:cubicBezTo>
                    <a:pt x="1712347" y="1451850"/>
                    <a:pt x="1716904" y="1440205"/>
                    <a:pt x="1725258" y="1431851"/>
                  </a:cubicBezTo>
                  <a:cubicBezTo>
                    <a:pt x="1739000" y="1418110"/>
                    <a:pt x="1750493" y="1416351"/>
                    <a:pt x="1767789" y="1410586"/>
                  </a:cubicBezTo>
                  <a:cubicBezTo>
                    <a:pt x="1772514" y="1401135"/>
                    <a:pt x="1777901" y="1391986"/>
                    <a:pt x="1781965" y="1382232"/>
                  </a:cubicBezTo>
                  <a:cubicBezTo>
                    <a:pt x="1789730" y="1363597"/>
                    <a:pt x="1796332" y="1344497"/>
                    <a:pt x="1803231" y="1325525"/>
                  </a:cubicBezTo>
                  <a:cubicBezTo>
                    <a:pt x="1805784" y="1318503"/>
                    <a:pt x="1807376" y="1311128"/>
                    <a:pt x="1810319" y="1304260"/>
                  </a:cubicBezTo>
                  <a:cubicBezTo>
                    <a:pt x="1814481" y="1294548"/>
                    <a:pt x="1819770" y="1285358"/>
                    <a:pt x="1824496" y="1275907"/>
                  </a:cubicBezTo>
                  <a:cubicBezTo>
                    <a:pt x="1827230" y="1264972"/>
                    <a:pt x="1838672" y="1221109"/>
                    <a:pt x="1838672" y="1212111"/>
                  </a:cubicBezTo>
                  <a:cubicBezTo>
                    <a:pt x="1838672" y="1124656"/>
                    <a:pt x="1838125" y="1037052"/>
                    <a:pt x="1831584" y="949842"/>
                  </a:cubicBezTo>
                  <a:cubicBezTo>
                    <a:pt x="1830947" y="941346"/>
                    <a:pt x="1822133" y="935665"/>
                    <a:pt x="1817407" y="928576"/>
                  </a:cubicBezTo>
                  <a:cubicBezTo>
                    <a:pt x="1811642" y="911280"/>
                    <a:pt x="1809884" y="899788"/>
                    <a:pt x="1796142" y="886046"/>
                  </a:cubicBezTo>
                  <a:cubicBezTo>
                    <a:pt x="1790118" y="880022"/>
                    <a:pt x="1780901" y="877893"/>
                    <a:pt x="1774877" y="871869"/>
                  </a:cubicBezTo>
                  <a:cubicBezTo>
                    <a:pt x="1766523" y="863515"/>
                    <a:pt x="1761966" y="851870"/>
                    <a:pt x="1753612" y="843516"/>
                  </a:cubicBezTo>
                  <a:cubicBezTo>
                    <a:pt x="1747588" y="837492"/>
                    <a:pt x="1738892" y="834793"/>
                    <a:pt x="1732347" y="829339"/>
                  </a:cubicBezTo>
                  <a:cubicBezTo>
                    <a:pt x="1724646" y="822921"/>
                    <a:pt x="1719102" y="814089"/>
                    <a:pt x="1711082" y="808074"/>
                  </a:cubicBezTo>
                  <a:cubicBezTo>
                    <a:pt x="1684298" y="787986"/>
                    <a:pt x="1680540" y="788442"/>
                    <a:pt x="1654375" y="779721"/>
                  </a:cubicBezTo>
                  <a:cubicBezTo>
                    <a:pt x="1647287" y="772633"/>
                    <a:pt x="1641451" y="764017"/>
                    <a:pt x="1633110" y="758456"/>
                  </a:cubicBezTo>
                  <a:cubicBezTo>
                    <a:pt x="1626893" y="754311"/>
                    <a:pt x="1618527" y="754709"/>
                    <a:pt x="1611844" y="751367"/>
                  </a:cubicBezTo>
                  <a:cubicBezTo>
                    <a:pt x="1604224" y="747557"/>
                    <a:pt x="1597511" y="742142"/>
                    <a:pt x="1590579" y="737190"/>
                  </a:cubicBezTo>
                  <a:cubicBezTo>
                    <a:pt x="1568519" y="721433"/>
                    <a:pt x="1552164" y="705940"/>
                    <a:pt x="1526784" y="694660"/>
                  </a:cubicBezTo>
                  <a:cubicBezTo>
                    <a:pt x="1517882" y="690703"/>
                    <a:pt x="1507882" y="689935"/>
                    <a:pt x="1498431" y="687572"/>
                  </a:cubicBezTo>
                  <a:cubicBezTo>
                    <a:pt x="1449166" y="654729"/>
                    <a:pt x="1511080" y="693895"/>
                    <a:pt x="1441724" y="659218"/>
                  </a:cubicBezTo>
                  <a:cubicBezTo>
                    <a:pt x="1434104" y="655408"/>
                    <a:pt x="1427855" y="649269"/>
                    <a:pt x="1420458" y="645042"/>
                  </a:cubicBezTo>
                  <a:cubicBezTo>
                    <a:pt x="1411284" y="639800"/>
                    <a:pt x="1401817" y="635028"/>
                    <a:pt x="1392105" y="630865"/>
                  </a:cubicBezTo>
                  <a:cubicBezTo>
                    <a:pt x="1385237" y="627922"/>
                    <a:pt x="1377523" y="627118"/>
                    <a:pt x="1370840" y="623776"/>
                  </a:cubicBezTo>
                  <a:cubicBezTo>
                    <a:pt x="1363220" y="619966"/>
                    <a:pt x="1356972" y="613827"/>
                    <a:pt x="1349575" y="609600"/>
                  </a:cubicBezTo>
                  <a:cubicBezTo>
                    <a:pt x="1340400" y="604357"/>
                    <a:pt x="1330672" y="600149"/>
                    <a:pt x="1321221" y="595423"/>
                  </a:cubicBezTo>
                  <a:cubicBezTo>
                    <a:pt x="1314133" y="585972"/>
                    <a:pt x="1308926" y="574758"/>
                    <a:pt x="1299956" y="567069"/>
                  </a:cubicBezTo>
                  <a:cubicBezTo>
                    <a:pt x="1291933" y="560192"/>
                    <a:pt x="1279075" y="560365"/>
                    <a:pt x="1271603" y="552893"/>
                  </a:cubicBezTo>
                  <a:cubicBezTo>
                    <a:pt x="1264131" y="545421"/>
                    <a:pt x="1262669" y="533714"/>
                    <a:pt x="1257426" y="524539"/>
                  </a:cubicBezTo>
                  <a:cubicBezTo>
                    <a:pt x="1253199" y="517142"/>
                    <a:pt x="1247476" y="510671"/>
                    <a:pt x="1243249" y="503274"/>
                  </a:cubicBezTo>
                  <a:cubicBezTo>
                    <a:pt x="1238006" y="494100"/>
                    <a:pt x="1234204" y="484158"/>
                    <a:pt x="1229072" y="474921"/>
                  </a:cubicBezTo>
                  <a:cubicBezTo>
                    <a:pt x="1222381" y="462877"/>
                    <a:pt x="1213968" y="451802"/>
                    <a:pt x="1207807" y="439479"/>
                  </a:cubicBezTo>
                  <a:cubicBezTo>
                    <a:pt x="1204466" y="432796"/>
                    <a:pt x="1203342" y="425210"/>
                    <a:pt x="1200719" y="418214"/>
                  </a:cubicBezTo>
                  <a:cubicBezTo>
                    <a:pt x="1196251" y="406300"/>
                    <a:pt x="1192232" y="394153"/>
                    <a:pt x="1186542" y="382772"/>
                  </a:cubicBezTo>
                  <a:cubicBezTo>
                    <a:pt x="1182732" y="375152"/>
                    <a:pt x="1177091" y="368595"/>
                    <a:pt x="1172365" y="361507"/>
                  </a:cubicBezTo>
                  <a:cubicBezTo>
                    <a:pt x="1170002" y="354419"/>
                    <a:pt x="1167243" y="347450"/>
                    <a:pt x="1165277" y="340242"/>
                  </a:cubicBezTo>
                  <a:cubicBezTo>
                    <a:pt x="1160150" y="321444"/>
                    <a:pt x="1161907" y="299747"/>
                    <a:pt x="1151100" y="283535"/>
                  </a:cubicBezTo>
                  <a:cubicBezTo>
                    <a:pt x="1146375" y="276446"/>
                    <a:pt x="1140734" y="269889"/>
                    <a:pt x="1136924" y="262269"/>
                  </a:cubicBezTo>
                  <a:cubicBezTo>
                    <a:pt x="1133583" y="255586"/>
                    <a:pt x="1133464" y="247536"/>
                    <a:pt x="1129835" y="241004"/>
                  </a:cubicBezTo>
                  <a:cubicBezTo>
                    <a:pt x="1117366" y="218560"/>
                    <a:pt x="1096148" y="191362"/>
                    <a:pt x="1080217" y="170121"/>
                  </a:cubicBezTo>
                  <a:cubicBezTo>
                    <a:pt x="1077854" y="163033"/>
                    <a:pt x="1076470" y="155539"/>
                    <a:pt x="1073128" y="148856"/>
                  </a:cubicBezTo>
                  <a:cubicBezTo>
                    <a:pt x="1051220" y="105042"/>
                    <a:pt x="1039642" y="124372"/>
                    <a:pt x="973891" y="113414"/>
                  </a:cubicBezTo>
                  <a:cubicBezTo>
                    <a:pt x="954989" y="103963"/>
                    <a:pt x="935306" y="95933"/>
                    <a:pt x="917184" y="85060"/>
                  </a:cubicBezTo>
                  <a:cubicBezTo>
                    <a:pt x="905370" y="77972"/>
                    <a:pt x="893873" y="70327"/>
                    <a:pt x="881742" y="63795"/>
                  </a:cubicBezTo>
                  <a:cubicBezTo>
                    <a:pt x="863135" y="53776"/>
                    <a:pt x="844657" y="43291"/>
                    <a:pt x="825035" y="35442"/>
                  </a:cubicBezTo>
                  <a:cubicBezTo>
                    <a:pt x="813221" y="30716"/>
                    <a:pt x="800974" y="26955"/>
                    <a:pt x="789593" y="21265"/>
                  </a:cubicBezTo>
                  <a:cubicBezTo>
                    <a:pt x="734632" y="-6216"/>
                    <a:pt x="800510" y="17815"/>
                    <a:pt x="747063" y="0"/>
                  </a:cubicBezTo>
                  <a:cubicBezTo>
                    <a:pt x="702170" y="2363"/>
                    <a:pt x="657019" y="1732"/>
                    <a:pt x="612384" y="7088"/>
                  </a:cubicBezTo>
                  <a:cubicBezTo>
                    <a:pt x="582507" y="10673"/>
                    <a:pt x="567184" y="24435"/>
                    <a:pt x="541500" y="35442"/>
                  </a:cubicBezTo>
                  <a:cubicBezTo>
                    <a:pt x="534632" y="38385"/>
                    <a:pt x="527103" y="39587"/>
                    <a:pt x="520235" y="42530"/>
                  </a:cubicBezTo>
                  <a:cubicBezTo>
                    <a:pt x="510523" y="46692"/>
                    <a:pt x="501693" y="52783"/>
                    <a:pt x="491882" y="56707"/>
                  </a:cubicBezTo>
                  <a:cubicBezTo>
                    <a:pt x="478007" y="62257"/>
                    <a:pt x="449351" y="70883"/>
                    <a:pt x="449351" y="70883"/>
                  </a:cubicBezTo>
                  <a:cubicBezTo>
                    <a:pt x="442263" y="75609"/>
                    <a:pt x="435706" y="81250"/>
                    <a:pt x="428086" y="85060"/>
                  </a:cubicBezTo>
                  <a:cubicBezTo>
                    <a:pt x="421403" y="88402"/>
                    <a:pt x="413038" y="88004"/>
                    <a:pt x="406821" y="92149"/>
                  </a:cubicBezTo>
                  <a:cubicBezTo>
                    <a:pt x="353728" y="127545"/>
                    <a:pt x="414851" y="103649"/>
                    <a:pt x="364291" y="120502"/>
                  </a:cubicBezTo>
                  <a:lnTo>
                    <a:pt x="293407" y="219739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4747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5137731" y="1419622"/>
            <a:ext cx="3250693" cy="2743392"/>
            <a:chOff x="2604678" y="2403053"/>
            <a:chExt cx="3250693" cy="2743392"/>
          </a:xfrm>
        </p:grpSpPr>
        <p:grpSp>
          <p:nvGrpSpPr>
            <p:cNvPr id="7" name="Grupo 6"/>
            <p:cNvGrpSpPr/>
            <p:nvPr/>
          </p:nvGrpSpPr>
          <p:grpSpPr>
            <a:xfrm>
              <a:off x="2604678" y="2403053"/>
              <a:ext cx="3250693" cy="2743392"/>
              <a:chOff x="5140553" y="1412533"/>
              <a:chExt cx="3250693" cy="2743392"/>
            </a:xfrm>
          </p:grpSpPr>
          <p:sp>
            <p:nvSpPr>
              <p:cNvPr id="19" name="Retângulo de cantos arredondados 18"/>
              <p:cNvSpPr/>
              <p:nvPr/>
            </p:nvSpPr>
            <p:spPr>
              <a:xfrm>
                <a:off x="5150886" y="1412533"/>
                <a:ext cx="3240360" cy="273630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0" name="Retângulo de cantos arredondados 9"/>
              <p:cNvSpPr/>
              <p:nvPr/>
            </p:nvSpPr>
            <p:spPr>
              <a:xfrm>
                <a:off x="6231006" y="1628558"/>
                <a:ext cx="2160240" cy="2527367"/>
              </a:xfrm>
              <a:custGeom>
                <a:avLst/>
                <a:gdLst>
                  <a:gd name="connsiteX0" fmla="*/ 0 w 2160240"/>
                  <a:gd name="connsiteY0" fmla="*/ 360047 h 2520279"/>
                  <a:gd name="connsiteX1" fmla="*/ 360047 w 2160240"/>
                  <a:gd name="connsiteY1" fmla="*/ 0 h 2520279"/>
                  <a:gd name="connsiteX2" fmla="*/ 1800193 w 2160240"/>
                  <a:gd name="connsiteY2" fmla="*/ 0 h 2520279"/>
                  <a:gd name="connsiteX3" fmla="*/ 2160240 w 2160240"/>
                  <a:gd name="connsiteY3" fmla="*/ 360047 h 2520279"/>
                  <a:gd name="connsiteX4" fmla="*/ 2160240 w 2160240"/>
                  <a:gd name="connsiteY4" fmla="*/ 2160232 h 2520279"/>
                  <a:gd name="connsiteX5" fmla="*/ 1800193 w 2160240"/>
                  <a:gd name="connsiteY5" fmla="*/ 2520279 h 2520279"/>
                  <a:gd name="connsiteX6" fmla="*/ 360047 w 2160240"/>
                  <a:gd name="connsiteY6" fmla="*/ 2520279 h 2520279"/>
                  <a:gd name="connsiteX7" fmla="*/ 0 w 2160240"/>
                  <a:gd name="connsiteY7" fmla="*/ 2160232 h 2520279"/>
                  <a:gd name="connsiteX8" fmla="*/ 0 w 2160240"/>
                  <a:gd name="connsiteY8" fmla="*/ 360047 h 2520279"/>
                  <a:gd name="connsiteX0" fmla="*/ 0 w 2160240"/>
                  <a:gd name="connsiteY0" fmla="*/ 360047 h 2520279"/>
                  <a:gd name="connsiteX1" fmla="*/ 360047 w 2160240"/>
                  <a:gd name="connsiteY1" fmla="*/ 0 h 2520279"/>
                  <a:gd name="connsiteX2" fmla="*/ 1800193 w 2160240"/>
                  <a:gd name="connsiteY2" fmla="*/ 0 h 2520279"/>
                  <a:gd name="connsiteX3" fmla="*/ 2160240 w 2160240"/>
                  <a:gd name="connsiteY3" fmla="*/ 360047 h 2520279"/>
                  <a:gd name="connsiteX4" fmla="*/ 2160240 w 2160240"/>
                  <a:gd name="connsiteY4" fmla="*/ 2160232 h 2520279"/>
                  <a:gd name="connsiteX5" fmla="*/ 1566277 w 2160240"/>
                  <a:gd name="connsiteY5" fmla="*/ 2520279 h 2520279"/>
                  <a:gd name="connsiteX6" fmla="*/ 360047 w 2160240"/>
                  <a:gd name="connsiteY6" fmla="*/ 2520279 h 2520279"/>
                  <a:gd name="connsiteX7" fmla="*/ 0 w 2160240"/>
                  <a:gd name="connsiteY7" fmla="*/ 2160232 h 2520279"/>
                  <a:gd name="connsiteX8" fmla="*/ 0 w 2160240"/>
                  <a:gd name="connsiteY8" fmla="*/ 360047 h 2520279"/>
                  <a:gd name="connsiteX0" fmla="*/ 0 w 2160240"/>
                  <a:gd name="connsiteY0" fmla="*/ 360047 h 2527367"/>
                  <a:gd name="connsiteX1" fmla="*/ 360047 w 2160240"/>
                  <a:gd name="connsiteY1" fmla="*/ 0 h 2527367"/>
                  <a:gd name="connsiteX2" fmla="*/ 1800193 w 2160240"/>
                  <a:gd name="connsiteY2" fmla="*/ 0 h 2527367"/>
                  <a:gd name="connsiteX3" fmla="*/ 2160240 w 2160240"/>
                  <a:gd name="connsiteY3" fmla="*/ 360047 h 2527367"/>
                  <a:gd name="connsiteX4" fmla="*/ 2160240 w 2160240"/>
                  <a:gd name="connsiteY4" fmla="*/ 2160232 h 2527367"/>
                  <a:gd name="connsiteX5" fmla="*/ 1630073 w 2160240"/>
                  <a:gd name="connsiteY5" fmla="*/ 2527367 h 2527367"/>
                  <a:gd name="connsiteX6" fmla="*/ 360047 w 2160240"/>
                  <a:gd name="connsiteY6" fmla="*/ 2520279 h 2527367"/>
                  <a:gd name="connsiteX7" fmla="*/ 0 w 2160240"/>
                  <a:gd name="connsiteY7" fmla="*/ 2160232 h 2527367"/>
                  <a:gd name="connsiteX8" fmla="*/ 0 w 2160240"/>
                  <a:gd name="connsiteY8" fmla="*/ 360047 h 2527367"/>
                  <a:gd name="connsiteX0" fmla="*/ 0 w 2160240"/>
                  <a:gd name="connsiteY0" fmla="*/ 360047 h 2527367"/>
                  <a:gd name="connsiteX1" fmla="*/ 360047 w 2160240"/>
                  <a:gd name="connsiteY1" fmla="*/ 0 h 2527367"/>
                  <a:gd name="connsiteX2" fmla="*/ 1800193 w 2160240"/>
                  <a:gd name="connsiteY2" fmla="*/ 0 h 2527367"/>
                  <a:gd name="connsiteX3" fmla="*/ 2160240 w 2160240"/>
                  <a:gd name="connsiteY3" fmla="*/ 360047 h 2527367"/>
                  <a:gd name="connsiteX4" fmla="*/ 2011384 w 2160240"/>
                  <a:gd name="connsiteY4" fmla="*/ 2160232 h 2527367"/>
                  <a:gd name="connsiteX5" fmla="*/ 1630073 w 2160240"/>
                  <a:gd name="connsiteY5" fmla="*/ 2527367 h 2527367"/>
                  <a:gd name="connsiteX6" fmla="*/ 360047 w 2160240"/>
                  <a:gd name="connsiteY6" fmla="*/ 2520279 h 2527367"/>
                  <a:gd name="connsiteX7" fmla="*/ 0 w 2160240"/>
                  <a:gd name="connsiteY7" fmla="*/ 2160232 h 2527367"/>
                  <a:gd name="connsiteX8" fmla="*/ 0 w 2160240"/>
                  <a:gd name="connsiteY8" fmla="*/ 360047 h 2527367"/>
                  <a:gd name="connsiteX0" fmla="*/ 0 w 2160240"/>
                  <a:gd name="connsiteY0" fmla="*/ 360047 h 2527367"/>
                  <a:gd name="connsiteX1" fmla="*/ 360047 w 2160240"/>
                  <a:gd name="connsiteY1" fmla="*/ 0 h 2527367"/>
                  <a:gd name="connsiteX2" fmla="*/ 1800193 w 2160240"/>
                  <a:gd name="connsiteY2" fmla="*/ 0 h 2527367"/>
                  <a:gd name="connsiteX3" fmla="*/ 2160240 w 2160240"/>
                  <a:gd name="connsiteY3" fmla="*/ 360047 h 2527367"/>
                  <a:gd name="connsiteX4" fmla="*/ 2146063 w 2160240"/>
                  <a:gd name="connsiteY4" fmla="*/ 2124790 h 2527367"/>
                  <a:gd name="connsiteX5" fmla="*/ 1630073 w 2160240"/>
                  <a:gd name="connsiteY5" fmla="*/ 2527367 h 2527367"/>
                  <a:gd name="connsiteX6" fmla="*/ 360047 w 2160240"/>
                  <a:gd name="connsiteY6" fmla="*/ 2520279 h 2527367"/>
                  <a:gd name="connsiteX7" fmla="*/ 0 w 2160240"/>
                  <a:gd name="connsiteY7" fmla="*/ 2160232 h 2527367"/>
                  <a:gd name="connsiteX8" fmla="*/ 0 w 2160240"/>
                  <a:gd name="connsiteY8" fmla="*/ 360047 h 2527367"/>
                  <a:gd name="connsiteX0" fmla="*/ 0 w 2160240"/>
                  <a:gd name="connsiteY0" fmla="*/ 360047 h 2527367"/>
                  <a:gd name="connsiteX1" fmla="*/ 360047 w 2160240"/>
                  <a:gd name="connsiteY1" fmla="*/ 0 h 2527367"/>
                  <a:gd name="connsiteX2" fmla="*/ 1800193 w 2160240"/>
                  <a:gd name="connsiteY2" fmla="*/ 0 h 2527367"/>
                  <a:gd name="connsiteX3" fmla="*/ 2160240 w 2160240"/>
                  <a:gd name="connsiteY3" fmla="*/ 360047 h 2527367"/>
                  <a:gd name="connsiteX4" fmla="*/ 2146063 w 2160240"/>
                  <a:gd name="connsiteY4" fmla="*/ 2124790 h 2527367"/>
                  <a:gd name="connsiteX5" fmla="*/ 1630073 w 2160240"/>
                  <a:gd name="connsiteY5" fmla="*/ 2527367 h 2527367"/>
                  <a:gd name="connsiteX6" fmla="*/ 360047 w 2160240"/>
                  <a:gd name="connsiteY6" fmla="*/ 2520279 h 2527367"/>
                  <a:gd name="connsiteX7" fmla="*/ 0 w 2160240"/>
                  <a:gd name="connsiteY7" fmla="*/ 2160232 h 2527367"/>
                  <a:gd name="connsiteX8" fmla="*/ 0 w 2160240"/>
                  <a:gd name="connsiteY8" fmla="*/ 360047 h 2527367"/>
                  <a:gd name="connsiteX0" fmla="*/ 0 w 2160240"/>
                  <a:gd name="connsiteY0" fmla="*/ 360047 h 2527367"/>
                  <a:gd name="connsiteX1" fmla="*/ 360047 w 2160240"/>
                  <a:gd name="connsiteY1" fmla="*/ 0 h 2527367"/>
                  <a:gd name="connsiteX2" fmla="*/ 1800193 w 2160240"/>
                  <a:gd name="connsiteY2" fmla="*/ 0 h 2527367"/>
                  <a:gd name="connsiteX3" fmla="*/ 2160240 w 2160240"/>
                  <a:gd name="connsiteY3" fmla="*/ 360047 h 2527367"/>
                  <a:gd name="connsiteX4" fmla="*/ 2146063 w 2160240"/>
                  <a:gd name="connsiteY4" fmla="*/ 2124790 h 2527367"/>
                  <a:gd name="connsiteX5" fmla="*/ 1630073 w 2160240"/>
                  <a:gd name="connsiteY5" fmla="*/ 2527367 h 2527367"/>
                  <a:gd name="connsiteX6" fmla="*/ 360047 w 2160240"/>
                  <a:gd name="connsiteY6" fmla="*/ 2520279 h 2527367"/>
                  <a:gd name="connsiteX7" fmla="*/ 0 w 2160240"/>
                  <a:gd name="connsiteY7" fmla="*/ 2160232 h 2527367"/>
                  <a:gd name="connsiteX8" fmla="*/ 0 w 2160240"/>
                  <a:gd name="connsiteY8" fmla="*/ 360047 h 2527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60240" h="2527367">
                    <a:moveTo>
                      <a:pt x="0" y="360047"/>
                    </a:moveTo>
                    <a:cubicBezTo>
                      <a:pt x="0" y="161199"/>
                      <a:pt x="161199" y="0"/>
                      <a:pt x="360047" y="0"/>
                    </a:cubicBezTo>
                    <a:lnTo>
                      <a:pt x="1800193" y="0"/>
                    </a:lnTo>
                    <a:cubicBezTo>
                      <a:pt x="1999041" y="0"/>
                      <a:pt x="2160240" y="161199"/>
                      <a:pt x="2160240" y="360047"/>
                    </a:cubicBezTo>
                    <a:lnTo>
                      <a:pt x="2146063" y="2124790"/>
                    </a:lnTo>
                    <a:cubicBezTo>
                      <a:pt x="2146063" y="2387434"/>
                      <a:pt x="1828921" y="2527367"/>
                      <a:pt x="1630073" y="2527367"/>
                    </a:cubicBezTo>
                    <a:lnTo>
                      <a:pt x="360047" y="2520279"/>
                    </a:lnTo>
                    <a:cubicBezTo>
                      <a:pt x="161199" y="2520279"/>
                      <a:pt x="0" y="2359080"/>
                      <a:pt x="0" y="2160232"/>
                    </a:cubicBezTo>
                    <a:lnTo>
                      <a:pt x="0" y="360047"/>
                    </a:lnTo>
                    <a:close/>
                  </a:path>
                </a:pathLst>
              </a:custGeom>
              <a:solidFill>
                <a:srgbClr val="FF0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Retângulo de cantos arredondados 7"/>
              <p:cNvSpPr/>
              <p:nvPr/>
            </p:nvSpPr>
            <p:spPr>
              <a:xfrm>
                <a:off x="5150886" y="1412533"/>
                <a:ext cx="3240360" cy="1497544"/>
              </a:xfrm>
              <a:custGeom>
                <a:avLst/>
                <a:gdLst>
                  <a:gd name="connsiteX0" fmla="*/ 0 w 3240360"/>
                  <a:gd name="connsiteY0" fmla="*/ 502299 h 1440160"/>
                  <a:gd name="connsiteX1" fmla="*/ 502299 w 3240360"/>
                  <a:gd name="connsiteY1" fmla="*/ 0 h 1440160"/>
                  <a:gd name="connsiteX2" fmla="*/ 2738061 w 3240360"/>
                  <a:gd name="connsiteY2" fmla="*/ 0 h 1440160"/>
                  <a:gd name="connsiteX3" fmla="*/ 3240360 w 3240360"/>
                  <a:gd name="connsiteY3" fmla="*/ 502299 h 1440160"/>
                  <a:gd name="connsiteX4" fmla="*/ 3240360 w 3240360"/>
                  <a:gd name="connsiteY4" fmla="*/ 937861 h 1440160"/>
                  <a:gd name="connsiteX5" fmla="*/ 2738061 w 3240360"/>
                  <a:gd name="connsiteY5" fmla="*/ 1440160 h 1440160"/>
                  <a:gd name="connsiteX6" fmla="*/ 502299 w 3240360"/>
                  <a:gd name="connsiteY6" fmla="*/ 1440160 h 1440160"/>
                  <a:gd name="connsiteX7" fmla="*/ 0 w 3240360"/>
                  <a:gd name="connsiteY7" fmla="*/ 937861 h 1440160"/>
                  <a:gd name="connsiteX8" fmla="*/ 0 w 3240360"/>
                  <a:gd name="connsiteY8" fmla="*/ 502299 h 1440160"/>
                  <a:gd name="connsiteX0" fmla="*/ 0 w 3240360"/>
                  <a:gd name="connsiteY0" fmla="*/ 502299 h 1548653"/>
                  <a:gd name="connsiteX1" fmla="*/ 502299 w 3240360"/>
                  <a:gd name="connsiteY1" fmla="*/ 0 h 1548653"/>
                  <a:gd name="connsiteX2" fmla="*/ 2738061 w 3240360"/>
                  <a:gd name="connsiteY2" fmla="*/ 0 h 1548653"/>
                  <a:gd name="connsiteX3" fmla="*/ 3240360 w 3240360"/>
                  <a:gd name="connsiteY3" fmla="*/ 502299 h 1548653"/>
                  <a:gd name="connsiteX4" fmla="*/ 3240360 w 3240360"/>
                  <a:gd name="connsiteY4" fmla="*/ 937861 h 1548653"/>
                  <a:gd name="connsiteX5" fmla="*/ 2738061 w 3240360"/>
                  <a:gd name="connsiteY5" fmla="*/ 1440160 h 1548653"/>
                  <a:gd name="connsiteX6" fmla="*/ 502299 w 3240360"/>
                  <a:gd name="connsiteY6" fmla="*/ 1440160 h 1548653"/>
                  <a:gd name="connsiteX7" fmla="*/ 0 w 3240360"/>
                  <a:gd name="connsiteY7" fmla="*/ 1419870 h 1548653"/>
                  <a:gd name="connsiteX8" fmla="*/ 0 w 3240360"/>
                  <a:gd name="connsiteY8" fmla="*/ 502299 h 1548653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3240360 w 3240360"/>
                  <a:gd name="connsiteY4" fmla="*/ 937861 h 1497544"/>
                  <a:gd name="connsiteX5" fmla="*/ 2738061 w 3240360"/>
                  <a:gd name="connsiteY5" fmla="*/ 1440160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3240360 w 3240360"/>
                  <a:gd name="connsiteY4" fmla="*/ 937861 h 1497544"/>
                  <a:gd name="connsiteX5" fmla="*/ 2525410 w 3240360"/>
                  <a:gd name="connsiteY5" fmla="*/ 1213332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3240360 w 3240360"/>
                  <a:gd name="connsiteY4" fmla="*/ 937861 h 1497544"/>
                  <a:gd name="connsiteX5" fmla="*/ 2525410 w 3240360"/>
                  <a:gd name="connsiteY5" fmla="*/ 1213332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3056063 w 3240360"/>
                  <a:gd name="connsiteY4" fmla="*/ 859889 h 1497544"/>
                  <a:gd name="connsiteX5" fmla="*/ 2525410 w 3240360"/>
                  <a:gd name="connsiteY5" fmla="*/ 1213332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3056063 w 3240360"/>
                  <a:gd name="connsiteY4" fmla="*/ 859889 h 1497544"/>
                  <a:gd name="connsiteX5" fmla="*/ 2404907 w 3240360"/>
                  <a:gd name="connsiteY5" fmla="*/ 1092829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3056063 w 3240360"/>
                  <a:gd name="connsiteY4" fmla="*/ 859889 h 1497544"/>
                  <a:gd name="connsiteX5" fmla="*/ 2404907 w 3240360"/>
                  <a:gd name="connsiteY5" fmla="*/ 1092829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42649 w 3240360"/>
                  <a:gd name="connsiteY4" fmla="*/ 859889 h 1497544"/>
                  <a:gd name="connsiteX5" fmla="*/ 2404907 w 3240360"/>
                  <a:gd name="connsiteY5" fmla="*/ 1092829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42649 w 3240360"/>
                  <a:gd name="connsiteY4" fmla="*/ 859889 h 1497544"/>
                  <a:gd name="connsiteX5" fmla="*/ 2404907 w 3240360"/>
                  <a:gd name="connsiteY5" fmla="*/ 1092829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42649 w 3240360"/>
                  <a:gd name="connsiteY4" fmla="*/ 859889 h 1497544"/>
                  <a:gd name="connsiteX5" fmla="*/ 2404907 w 3240360"/>
                  <a:gd name="connsiteY5" fmla="*/ 1128271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42649 w 3240360"/>
                  <a:gd name="connsiteY4" fmla="*/ 859889 h 1497544"/>
                  <a:gd name="connsiteX5" fmla="*/ 2404907 w 3240360"/>
                  <a:gd name="connsiteY5" fmla="*/ 1128271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92268 w 3240360"/>
                  <a:gd name="connsiteY4" fmla="*/ 838624 h 1497544"/>
                  <a:gd name="connsiteX5" fmla="*/ 2404907 w 3240360"/>
                  <a:gd name="connsiteY5" fmla="*/ 1128271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92268 w 3240360"/>
                  <a:gd name="connsiteY4" fmla="*/ 838624 h 1497544"/>
                  <a:gd name="connsiteX5" fmla="*/ 2404907 w 3240360"/>
                  <a:gd name="connsiteY5" fmla="*/ 1128271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92268 w 3240360"/>
                  <a:gd name="connsiteY4" fmla="*/ 838624 h 1497544"/>
                  <a:gd name="connsiteX5" fmla="*/ 2433261 w 3240360"/>
                  <a:gd name="connsiteY5" fmla="*/ 1163713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92268 w 3240360"/>
                  <a:gd name="connsiteY4" fmla="*/ 838624 h 1497544"/>
                  <a:gd name="connsiteX5" fmla="*/ 2433261 w 3240360"/>
                  <a:gd name="connsiteY5" fmla="*/ 1163713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92268 w 3240360"/>
                  <a:gd name="connsiteY4" fmla="*/ 838624 h 1497544"/>
                  <a:gd name="connsiteX5" fmla="*/ 2397819 w 3240360"/>
                  <a:gd name="connsiteY5" fmla="*/ 1092830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  <a:gd name="connsiteX0" fmla="*/ 0 w 3240360"/>
                  <a:gd name="connsiteY0" fmla="*/ 502299 h 1497544"/>
                  <a:gd name="connsiteX1" fmla="*/ 502299 w 3240360"/>
                  <a:gd name="connsiteY1" fmla="*/ 0 h 1497544"/>
                  <a:gd name="connsiteX2" fmla="*/ 2738061 w 3240360"/>
                  <a:gd name="connsiteY2" fmla="*/ 0 h 1497544"/>
                  <a:gd name="connsiteX3" fmla="*/ 3240360 w 3240360"/>
                  <a:gd name="connsiteY3" fmla="*/ 502299 h 1497544"/>
                  <a:gd name="connsiteX4" fmla="*/ 2992268 w 3240360"/>
                  <a:gd name="connsiteY4" fmla="*/ 838624 h 1497544"/>
                  <a:gd name="connsiteX5" fmla="*/ 2397819 w 3240360"/>
                  <a:gd name="connsiteY5" fmla="*/ 1092830 h 1497544"/>
                  <a:gd name="connsiteX6" fmla="*/ 920513 w 3240360"/>
                  <a:gd name="connsiteY6" fmla="*/ 1142448 h 1497544"/>
                  <a:gd name="connsiteX7" fmla="*/ 0 w 3240360"/>
                  <a:gd name="connsiteY7" fmla="*/ 1419870 h 1497544"/>
                  <a:gd name="connsiteX8" fmla="*/ 0 w 3240360"/>
                  <a:gd name="connsiteY8" fmla="*/ 502299 h 149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0360" h="1497544">
                    <a:moveTo>
                      <a:pt x="0" y="502299"/>
                    </a:moveTo>
                    <a:cubicBezTo>
                      <a:pt x="0" y="224887"/>
                      <a:pt x="224887" y="0"/>
                      <a:pt x="502299" y="0"/>
                    </a:cubicBezTo>
                    <a:lnTo>
                      <a:pt x="2738061" y="0"/>
                    </a:lnTo>
                    <a:cubicBezTo>
                      <a:pt x="3015473" y="0"/>
                      <a:pt x="3240360" y="224887"/>
                      <a:pt x="3240360" y="502299"/>
                    </a:cubicBezTo>
                    <a:lnTo>
                      <a:pt x="2992268" y="838624"/>
                    </a:lnTo>
                    <a:cubicBezTo>
                      <a:pt x="2630761" y="1073506"/>
                      <a:pt x="2632702" y="1021948"/>
                      <a:pt x="2397819" y="1092830"/>
                    </a:cubicBezTo>
                    <a:lnTo>
                      <a:pt x="920513" y="1142448"/>
                    </a:lnTo>
                    <a:cubicBezTo>
                      <a:pt x="643101" y="1142448"/>
                      <a:pt x="0" y="1697282"/>
                      <a:pt x="0" y="1419870"/>
                    </a:cubicBezTo>
                    <a:lnTo>
                      <a:pt x="0" y="502299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Retângulo de cantos arredondados 8"/>
              <p:cNvSpPr/>
              <p:nvPr/>
            </p:nvSpPr>
            <p:spPr>
              <a:xfrm>
                <a:off x="5140553" y="2456661"/>
                <a:ext cx="1818745" cy="1692175"/>
              </a:xfrm>
              <a:custGeom>
                <a:avLst/>
                <a:gdLst>
                  <a:gd name="connsiteX0" fmla="*/ 0 w 1872208"/>
                  <a:gd name="connsiteY0" fmla="*/ 264035 h 1584176"/>
                  <a:gd name="connsiteX1" fmla="*/ 264035 w 1872208"/>
                  <a:gd name="connsiteY1" fmla="*/ 0 h 1584176"/>
                  <a:gd name="connsiteX2" fmla="*/ 1608173 w 1872208"/>
                  <a:gd name="connsiteY2" fmla="*/ 0 h 1584176"/>
                  <a:gd name="connsiteX3" fmla="*/ 1872208 w 1872208"/>
                  <a:gd name="connsiteY3" fmla="*/ 264035 h 1584176"/>
                  <a:gd name="connsiteX4" fmla="*/ 1872208 w 1872208"/>
                  <a:gd name="connsiteY4" fmla="*/ 1320141 h 1584176"/>
                  <a:gd name="connsiteX5" fmla="*/ 1608173 w 1872208"/>
                  <a:gd name="connsiteY5" fmla="*/ 1584176 h 1584176"/>
                  <a:gd name="connsiteX6" fmla="*/ 264035 w 1872208"/>
                  <a:gd name="connsiteY6" fmla="*/ 1584176 h 1584176"/>
                  <a:gd name="connsiteX7" fmla="*/ 0 w 1872208"/>
                  <a:gd name="connsiteY7" fmla="*/ 1320141 h 1584176"/>
                  <a:gd name="connsiteX8" fmla="*/ 0 w 1872208"/>
                  <a:gd name="connsiteY8" fmla="*/ 264035 h 1584176"/>
                  <a:gd name="connsiteX0" fmla="*/ 0 w 1872208"/>
                  <a:gd name="connsiteY0" fmla="*/ 264035 h 1584176"/>
                  <a:gd name="connsiteX1" fmla="*/ 264035 w 1872208"/>
                  <a:gd name="connsiteY1" fmla="*/ 0 h 1584176"/>
                  <a:gd name="connsiteX2" fmla="*/ 1608173 w 1872208"/>
                  <a:gd name="connsiteY2" fmla="*/ 0 h 1584176"/>
                  <a:gd name="connsiteX3" fmla="*/ 1872208 w 1872208"/>
                  <a:gd name="connsiteY3" fmla="*/ 264035 h 1584176"/>
                  <a:gd name="connsiteX4" fmla="*/ 1872208 w 1872208"/>
                  <a:gd name="connsiteY4" fmla="*/ 1320141 h 1584176"/>
                  <a:gd name="connsiteX5" fmla="*/ 1608173 w 1872208"/>
                  <a:gd name="connsiteY5" fmla="*/ 1584176 h 1584176"/>
                  <a:gd name="connsiteX6" fmla="*/ 264035 w 1872208"/>
                  <a:gd name="connsiteY6" fmla="*/ 1584176 h 1584176"/>
                  <a:gd name="connsiteX7" fmla="*/ 14177 w 1872208"/>
                  <a:gd name="connsiteY7" fmla="*/ 1029517 h 1584176"/>
                  <a:gd name="connsiteX8" fmla="*/ 0 w 1872208"/>
                  <a:gd name="connsiteY8" fmla="*/ 264035 h 1584176"/>
                  <a:gd name="connsiteX0" fmla="*/ 0 w 1872208"/>
                  <a:gd name="connsiteY0" fmla="*/ 264035 h 1584176"/>
                  <a:gd name="connsiteX1" fmla="*/ 264035 w 1872208"/>
                  <a:gd name="connsiteY1" fmla="*/ 0 h 1584176"/>
                  <a:gd name="connsiteX2" fmla="*/ 1608173 w 1872208"/>
                  <a:gd name="connsiteY2" fmla="*/ 0 h 1584176"/>
                  <a:gd name="connsiteX3" fmla="*/ 1872208 w 1872208"/>
                  <a:gd name="connsiteY3" fmla="*/ 264035 h 1584176"/>
                  <a:gd name="connsiteX4" fmla="*/ 1872208 w 1872208"/>
                  <a:gd name="connsiteY4" fmla="*/ 1320141 h 1584176"/>
                  <a:gd name="connsiteX5" fmla="*/ 1608173 w 1872208"/>
                  <a:gd name="connsiteY5" fmla="*/ 1584176 h 1584176"/>
                  <a:gd name="connsiteX6" fmla="*/ 462509 w 1872208"/>
                  <a:gd name="connsiteY6" fmla="*/ 1569999 h 1584176"/>
                  <a:gd name="connsiteX7" fmla="*/ 14177 w 1872208"/>
                  <a:gd name="connsiteY7" fmla="*/ 1029517 h 1584176"/>
                  <a:gd name="connsiteX8" fmla="*/ 0 w 1872208"/>
                  <a:gd name="connsiteY8" fmla="*/ 264035 h 1584176"/>
                  <a:gd name="connsiteX0" fmla="*/ 0 w 1872208"/>
                  <a:gd name="connsiteY0" fmla="*/ 264035 h 1584176"/>
                  <a:gd name="connsiteX1" fmla="*/ 264035 w 1872208"/>
                  <a:gd name="connsiteY1" fmla="*/ 0 h 1584176"/>
                  <a:gd name="connsiteX2" fmla="*/ 1608173 w 1872208"/>
                  <a:gd name="connsiteY2" fmla="*/ 0 h 1584176"/>
                  <a:gd name="connsiteX3" fmla="*/ 1872208 w 1872208"/>
                  <a:gd name="connsiteY3" fmla="*/ 264035 h 1584176"/>
                  <a:gd name="connsiteX4" fmla="*/ 1872208 w 1872208"/>
                  <a:gd name="connsiteY4" fmla="*/ 1320141 h 1584176"/>
                  <a:gd name="connsiteX5" fmla="*/ 1608173 w 1872208"/>
                  <a:gd name="connsiteY5" fmla="*/ 1584176 h 1584176"/>
                  <a:gd name="connsiteX6" fmla="*/ 462509 w 1872208"/>
                  <a:gd name="connsiteY6" fmla="*/ 1569999 h 1584176"/>
                  <a:gd name="connsiteX7" fmla="*/ 14177 w 1872208"/>
                  <a:gd name="connsiteY7" fmla="*/ 1029517 h 1584176"/>
                  <a:gd name="connsiteX8" fmla="*/ 0 w 1872208"/>
                  <a:gd name="connsiteY8" fmla="*/ 264035 h 1584176"/>
                  <a:gd name="connsiteX0" fmla="*/ 0 w 1872208"/>
                  <a:gd name="connsiteY0" fmla="*/ 264035 h 1584176"/>
                  <a:gd name="connsiteX1" fmla="*/ 264035 w 1872208"/>
                  <a:gd name="connsiteY1" fmla="*/ 0 h 1584176"/>
                  <a:gd name="connsiteX2" fmla="*/ 1608173 w 1872208"/>
                  <a:gd name="connsiteY2" fmla="*/ 0 h 1584176"/>
                  <a:gd name="connsiteX3" fmla="*/ 1872208 w 1872208"/>
                  <a:gd name="connsiteY3" fmla="*/ 264035 h 1584176"/>
                  <a:gd name="connsiteX4" fmla="*/ 1872208 w 1872208"/>
                  <a:gd name="connsiteY4" fmla="*/ 1320141 h 1584176"/>
                  <a:gd name="connsiteX5" fmla="*/ 1608173 w 1872208"/>
                  <a:gd name="connsiteY5" fmla="*/ 1584176 h 1584176"/>
                  <a:gd name="connsiteX6" fmla="*/ 462509 w 1872208"/>
                  <a:gd name="connsiteY6" fmla="*/ 1569999 h 1584176"/>
                  <a:gd name="connsiteX7" fmla="*/ 14177 w 1872208"/>
                  <a:gd name="connsiteY7" fmla="*/ 1029517 h 1584176"/>
                  <a:gd name="connsiteX8" fmla="*/ 0 w 1872208"/>
                  <a:gd name="connsiteY8" fmla="*/ 264035 h 1584176"/>
                  <a:gd name="connsiteX0" fmla="*/ 6474 w 1878682"/>
                  <a:gd name="connsiteY0" fmla="*/ 264035 h 1584176"/>
                  <a:gd name="connsiteX1" fmla="*/ 270509 w 1878682"/>
                  <a:gd name="connsiteY1" fmla="*/ 0 h 1584176"/>
                  <a:gd name="connsiteX2" fmla="*/ 1614647 w 1878682"/>
                  <a:gd name="connsiteY2" fmla="*/ 0 h 1584176"/>
                  <a:gd name="connsiteX3" fmla="*/ 1878682 w 1878682"/>
                  <a:gd name="connsiteY3" fmla="*/ 264035 h 1584176"/>
                  <a:gd name="connsiteX4" fmla="*/ 1878682 w 1878682"/>
                  <a:gd name="connsiteY4" fmla="*/ 1320141 h 1584176"/>
                  <a:gd name="connsiteX5" fmla="*/ 1614647 w 1878682"/>
                  <a:gd name="connsiteY5" fmla="*/ 1584176 h 1584176"/>
                  <a:gd name="connsiteX6" fmla="*/ 468983 w 1878682"/>
                  <a:gd name="connsiteY6" fmla="*/ 1569999 h 1584176"/>
                  <a:gd name="connsiteX7" fmla="*/ 6474 w 1878682"/>
                  <a:gd name="connsiteY7" fmla="*/ 1022429 h 1584176"/>
                  <a:gd name="connsiteX8" fmla="*/ 6474 w 1878682"/>
                  <a:gd name="connsiteY8" fmla="*/ 264035 h 1584176"/>
                  <a:gd name="connsiteX0" fmla="*/ 6474 w 1878682"/>
                  <a:gd name="connsiteY0" fmla="*/ 264035 h 1584176"/>
                  <a:gd name="connsiteX1" fmla="*/ 270509 w 1878682"/>
                  <a:gd name="connsiteY1" fmla="*/ 0 h 1584176"/>
                  <a:gd name="connsiteX2" fmla="*/ 1614647 w 1878682"/>
                  <a:gd name="connsiteY2" fmla="*/ 0 h 1584176"/>
                  <a:gd name="connsiteX3" fmla="*/ 1878682 w 1878682"/>
                  <a:gd name="connsiteY3" fmla="*/ 264035 h 1584176"/>
                  <a:gd name="connsiteX4" fmla="*/ 1666030 w 1878682"/>
                  <a:gd name="connsiteY4" fmla="*/ 1029518 h 1584176"/>
                  <a:gd name="connsiteX5" fmla="*/ 1614647 w 1878682"/>
                  <a:gd name="connsiteY5" fmla="*/ 1584176 h 1584176"/>
                  <a:gd name="connsiteX6" fmla="*/ 468983 w 1878682"/>
                  <a:gd name="connsiteY6" fmla="*/ 1569999 h 1584176"/>
                  <a:gd name="connsiteX7" fmla="*/ 6474 w 1878682"/>
                  <a:gd name="connsiteY7" fmla="*/ 1022429 h 1584176"/>
                  <a:gd name="connsiteX8" fmla="*/ 6474 w 1878682"/>
                  <a:gd name="connsiteY8" fmla="*/ 264035 h 1584176"/>
                  <a:gd name="connsiteX0" fmla="*/ 6474 w 1814887"/>
                  <a:gd name="connsiteY0" fmla="*/ 264035 h 1584176"/>
                  <a:gd name="connsiteX1" fmla="*/ 270509 w 1814887"/>
                  <a:gd name="connsiteY1" fmla="*/ 0 h 1584176"/>
                  <a:gd name="connsiteX2" fmla="*/ 1614647 w 1814887"/>
                  <a:gd name="connsiteY2" fmla="*/ 0 h 1584176"/>
                  <a:gd name="connsiteX3" fmla="*/ 1814887 w 1814887"/>
                  <a:gd name="connsiteY3" fmla="*/ 483774 h 1584176"/>
                  <a:gd name="connsiteX4" fmla="*/ 1666030 w 1814887"/>
                  <a:gd name="connsiteY4" fmla="*/ 1029518 h 1584176"/>
                  <a:gd name="connsiteX5" fmla="*/ 1614647 w 1814887"/>
                  <a:gd name="connsiteY5" fmla="*/ 1584176 h 1584176"/>
                  <a:gd name="connsiteX6" fmla="*/ 468983 w 1814887"/>
                  <a:gd name="connsiteY6" fmla="*/ 1569999 h 1584176"/>
                  <a:gd name="connsiteX7" fmla="*/ 6474 w 1814887"/>
                  <a:gd name="connsiteY7" fmla="*/ 1022429 h 1584176"/>
                  <a:gd name="connsiteX8" fmla="*/ 6474 w 1814887"/>
                  <a:gd name="connsiteY8" fmla="*/ 264035 h 1584176"/>
                  <a:gd name="connsiteX0" fmla="*/ 6474 w 1814887"/>
                  <a:gd name="connsiteY0" fmla="*/ 264035 h 1584176"/>
                  <a:gd name="connsiteX1" fmla="*/ 270509 w 1814887"/>
                  <a:gd name="connsiteY1" fmla="*/ 0 h 1584176"/>
                  <a:gd name="connsiteX2" fmla="*/ 1416173 w 1814887"/>
                  <a:gd name="connsiteY2" fmla="*/ 28353 h 1584176"/>
                  <a:gd name="connsiteX3" fmla="*/ 1814887 w 1814887"/>
                  <a:gd name="connsiteY3" fmla="*/ 483774 h 1584176"/>
                  <a:gd name="connsiteX4" fmla="*/ 1666030 w 1814887"/>
                  <a:gd name="connsiteY4" fmla="*/ 1029518 h 1584176"/>
                  <a:gd name="connsiteX5" fmla="*/ 1614647 w 1814887"/>
                  <a:gd name="connsiteY5" fmla="*/ 1584176 h 1584176"/>
                  <a:gd name="connsiteX6" fmla="*/ 468983 w 1814887"/>
                  <a:gd name="connsiteY6" fmla="*/ 1569999 h 1584176"/>
                  <a:gd name="connsiteX7" fmla="*/ 6474 w 1814887"/>
                  <a:gd name="connsiteY7" fmla="*/ 1022429 h 1584176"/>
                  <a:gd name="connsiteX8" fmla="*/ 6474 w 1814887"/>
                  <a:gd name="connsiteY8" fmla="*/ 264035 h 1584176"/>
                  <a:gd name="connsiteX0" fmla="*/ 6474 w 1814887"/>
                  <a:gd name="connsiteY0" fmla="*/ 270815 h 1590956"/>
                  <a:gd name="connsiteX1" fmla="*/ 532779 w 1814887"/>
                  <a:gd name="connsiteY1" fmla="*/ 0 h 1590956"/>
                  <a:gd name="connsiteX2" fmla="*/ 1416173 w 1814887"/>
                  <a:gd name="connsiteY2" fmla="*/ 35133 h 1590956"/>
                  <a:gd name="connsiteX3" fmla="*/ 1814887 w 1814887"/>
                  <a:gd name="connsiteY3" fmla="*/ 490554 h 1590956"/>
                  <a:gd name="connsiteX4" fmla="*/ 1666030 w 1814887"/>
                  <a:gd name="connsiteY4" fmla="*/ 1036298 h 1590956"/>
                  <a:gd name="connsiteX5" fmla="*/ 1614647 w 1814887"/>
                  <a:gd name="connsiteY5" fmla="*/ 1590956 h 1590956"/>
                  <a:gd name="connsiteX6" fmla="*/ 468983 w 1814887"/>
                  <a:gd name="connsiteY6" fmla="*/ 1576779 h 1590956"/>
                  <a:gd name="connsiteX7" fmla="*/ 6474 w 1814887"/>
                  <a:gd name="connsiteY7" fmla="*/ 1029209 h 1590956"/>
                  <a:gd name="connsiteX8" fmla="*/ 6474 w 1814887"/>
                  <a:gd name="connsiteY8" fmla="*/ 270815 h 1590956"/>
                  <a:gd name="connsiteX0" fmla="*/ 6474 w 1814887"/>
                  <a:gd name="connsiteY0" fmla="*/ 275852 h 1595993"/>
                  <a:gd name="connsiteX1" fmla="*/ 532779 w 1814887"/>
                  <a:gd name="connsiteY1" fmla="*/ 5037 h 1595993"/>
                  <a:gd name="connsiteX2" fmla="*/ 1416173 w 1814887"/>
                  <a:gd name="connsiteY2" fmla="*/ 40170 h 1595993"/>
                  <a:gd name="connsiteX3" fmla="*/ 1814887 w 1814887"/>
                  <a:gd name="connsiteY3" fmla="*/ 495591 h 1595993"/>
                  <a:gd name="connsiteX4" fmla="*/ 1666030 w 1814887"/>
                  <a:gd name="connsiteY4" fmla="*/ 1041335 h 1595993"/>
                  <a:gd name="connsiteX5" fmla="*/ 1614647 w 1814887"/>
                  <a:gd name="connsiteY5" fmla="*/ 1595993 h 1595993"/>
                  <a:gd name="connsiteX6" fmla="*/ 468983 w 1814887"/>
                  <a:gd name="connsiteY6" fmla="*/ 1581816 h 1595993"/>
                  <a:gd name="connsiteX7" fmla="*/ 6474 w 1814887"/>
                  <a:gd name="connsiteY7" fmla="*/ 1034246 h 1595993"/>
                  <a:gd name="connsiteX8" fmla="*/ 6474 w 1814887"/>
                  <a:gd name="connsiteY8" fmla="*/ 275852 h 1595993"/>
                  <a:gd name="connsiteX0" fmla="*/ 8074 w 1816487"/>
                  <a:gd name="connsiteY0" fmla="*/ 272912 h 1593053"/>
                  <a:gd name="connsiteX1" fmla="*/ 534379 w 1816487"/>
                  <a:gd name="connsiteY1" fmla="*/ 2097 h 1593053"/>
                  <a:gd name="connsiteX2" fmla="*/ 1417773 w 1816487"/>
                  <a:gd name="connsiteY2" fmla="*/ 37230 h 1593053"/>
                  <a:gd name="connsiteX3" fmla="*/ 1816487 w 1816487"/>
                  <a:gd name="connsiteY3" fmla="*/ 492651 h 1593053"/>
                  <a:gd name="connsiteX4" fmla="*/ 1667630 w 1816487"/>
                  <a:gd name="connsiteY4" fmla="*/ 1038395 h 1593053"/>
                  <a:gd name="connsiteX5" fmla="*/ 1616247 w 1816487"/>
                  <a:gd name="connsiteY5" fmla="*/ 1593053 h 1593053"/>
                  <a:gd name="connsiteX6" fmla="*/ 470583 w 1816487"/>
                  <a:gd name="connsiteY6" fmla="*/ 1578876 h 1593053"/>
                  <a:gd name="connsiteX7" fmla="*/ 8074 w 1816487"/>
                  <a:gd name="connsiteY7" fmla="*/ 1031306 h 1593053"/>
                  <a:gd name="connsiteX8" fmla="*/ 8074 w 1816487"/>
                  <a:gd name="connsiteY8" fmla="*/ 272912 h 1593053"/>
                  <a:gd name="connsiteX0" fmla="*/ 10332 w 1818745"/>
                  <a:gd name="connsiteY0" fmla="*/ 235682 h 1555823"/>
                  <a:gd name="connsiteX1" fmla="*/ 522460 w 1818745"/>
                  <a:gd name="connsiteY1" fmla="*/ 19108 h 1555823"/>
                  <a:gd name="connsiteX2" fmla="*/ 1420031 w 1818745"/>
                  <a:gd name="connsiteY2" fmla="*/ 0 h 1555823"/>
                  <a:gd name="connsiteX3" fmla="*/ 1818745 w 1818745"/>
                  <a:gd name="connsiteY3" fmla="*/ 455421 h 1555823"/>
                  <a:gd name="connsiteX4" fmla="*/ 1669888 w 1818745"/>
                  <a:gd name="connsiteY4" fmla="*/ 1001165 h 1555823"/>
                  <a:gd name="connsiteX5" fmla="*/ 1618505 w 1818745"/>
                  <a:gd name="connsiteY5" fmla="*/ 1555823 h 1555823"/>
                  <a:gd name="connsiteX6" fmla="*/ 472841 w 1818745"/>
                  <a:gd name="connsiteY6" fmla="*/ 1541646 h 1555823"/>
                  <a:gd name="connsiteX7" fmla="*/ 10332 w 1818745"/>
                  <a:gd name="connsiteY7" fmla="*/ 994076 h 1555823"/>
                  <a:gd name="connsiteX8" fmla="*/ 10332 w 1818745"/>
                  <a:gd name="connsiteY8" fmla="*/ 235682 h 1555823"/>
                  <a:gd name="connsiteX0" fmla="*/ 10332 w 1818745"/>
                  <a:gd name="connsiteY0" fmla="*/ 298461 h 1618602"/>
                  <a:gd name="connsiteX1" fmla="*/ 522460 w 1818745"/>
                  <a:gd name="connsiteY1" fmla="*/ 81887 h 1618602"/>
                  <a:gd name="connsiteX2" fmla="*/ 1420031 w 1818745"/>
                  <a:gd name="connsiteY2" fmla="*/ 62779 h 1618602"/>
                  <a:gd name="connsiteX3" fmla="*/ 1818745 w 1818745"/>
                  <a:gd name="connsiteY3" fmla="*/ 518200 h 1618602"/>
                  <a:gd name="connsiteX4" fmla="*/ 1669888 w 1818745"/>
                  <a:gd name="connsiteY4" fmla="*/ 1063944 h 1618602"/>
                  <a:gd name="connsiteX5" fmla="*/ 1618505 w 1818745"/>
                  <a:gd name="connsiteY5" fmla="*/ 1618602 h 1618602"/>
                  <a:gd name="connsiteX6" fmla="*/ 472841 w 1818745"/>
                  <a:gd name="connsiteY6" fmla="*/ 1604425 h 1618602"/>
                  <a:gd name="connsiteX7" fmla="*/ 10332 w 1818745"/>
                  <a:gd name="connsiteY7" fmla="*/ 1056855 h 1618602"/>
                  <a:gd name="connsiteX8" fmla="*/ 10332 w 1818745"/>
                  <a:gd name="connsiteY8" fmla="*/ 298461 h 1618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18745" h="1618602">
                    <a:moveTo>
                      <a:pt x="10332" y="298461"/>
                    </a:moveTo>
                    <a:cubicBezTo>
                      <a:pt x="3244" y="-37207"/>
                      <a:pt x="-98284" y="88668"/>
                      <a:pt x="522460" y="81887"/>
                    </a:cubicBezTo>
                    <a:cubicBezTo>
                      <a:pt x="1608459" y="-93986"/>
                      <a:pt x="1120841" y="69148"/>
                      <a:pt x="1420031" y="62779"/>
                    </a:cubicBezTo>
                    <a:cubicBezTo>
                      <a:pt x="1565854" y="62779"/>
                      <a:pt x="1818745" y="372377"/>
                      <a:pt x="1818745" y="518200"/>
                    </a:cubicBezTo>
                    <a:lnTo>
                      <a:pt x="1669888" y="1063944"/>
                    </a:lnTo>
                    <a:cubicBezTo>
                      <a:pt x="1669888" y="1209767"/>
                      <a:pt x="1764328" y="1618602"/>
                      <a:pt x="1618505" y="1618602"/>
                    </a:cubicBezTo>
                    <a:lnTo>
                      <a:pt x="472841" y="1604425"/>
                    </a:lnTo>
                    <a:cubicBezTo>
                      <a:pt x="78924" y="1597337"/>
                      <a:pt x="-25110" y="1273562"/>
                      <a:pt x="10332" y="1056855"/>
                    </a:cubicBezTo>
                    <a:lnTo>
                      <a:pt x="10332" y="298461"/>
                    </a:lnTo>
                    <a:close/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Forma livre 22"/>
              <p:cNvSpPr/>
              <p:nvPr/>
            </p:nvSpPr>
            <p:spPr>
              <a:xfrm>
                <a:off x="6014982" y="2060605"/>
                <a:ext cx="1512168" cy="1347395"/>
              </a:xfrm>
              <a:custGeom>
                <a:avLst/>
                <a:gdLst>
                  <a:gd name="connsiteX0" fmla="*/ 293407 w 1838672"/>
                  <a:gd name="connsiteY0" fmla="*/ 219739 h 1542661"/>
                  <a:gd name="connsiteX1" fmla="*/ 293407 w 1838672"/>
                  <a:gd name="connsiteY1" fmla="*/ 219739 h 1542661"/>
                  <a:gd name="connsiteX2" fmla="*/ 158728 w 1838672"/>
                  <a:gd name="connsiteY2" fmla="*/ 297711 h 1542661"/>
                  <a:gd name="connsiteX3" fmla="*/ 130375 w 1838672"/>
                  <a:gd name="connsiteY3" fmla="*/ 311888 h 1542661"/>
                  <a:gd name="connsiteX4" fmla="*/ 116198 w 1838672"/>
                  <a:gd name="connsiteY4" fmla="*/ 333153 h 1542661"/>
                  <a:gd name="connsiteX5" fmla="*/ 66579 w 1838672"/>
                  <a:gd name="connsiteY5" fmla="*/ 382772 h 1542661"/>
                  <a:gd name="connsiteX6" fmla="*/ 38226 w 1838672"/>
                  <a:gd name="connsiteY6" fmla="*/ 425302 h 1542661"/>
                  <a:gd name="connsiteX7" fmla="*/ 24049 w 1838672"/>
                  <a:gd name="connsiteY7" fmla="*/ 446567 h 1542661"/>
                  <a:gd name="connsiteX8" fmla="*/ 9872 w 1838672"/>
                  <a:gd name="connsiteY8" fmla="*/ 474921 h 1542661"/>
                  <a:gd name="connsiteX9" fmla="*/ 9872 w 1838672"/>
                  <a:gd name="connsiteY9" fmla="*/ 645042 h 1542661"/>
                  <a:gd name="connsiteX10" fmla="*/ 31137 w 1838672"/>
                  <a:gd name="connsiteY10" fmla="*/ 701749 h 1542661"/>
                  <a:gd name="connsiteX11" fmla="*/ 52403 w 1838672"/>
                  <a:gd name="connsiteY11" fmla="*/ 715925 h 1542661"/>
                  <a:gd name="connsiteX12" fmla="*/ 109110 w 1838672"/>
                  <a:gd name="connsiteY12" fmla="*/ 779721 h 1542661"/>
                  <a:gd name="connsiteX13" fmla="*/ 137463 w 1838672"/>
                  <a:gd name="connsiteY13" fmla="*/ 793897 h 1542661"/>
                  <a:gd name="connsiteX14" fmla="*/ 187082 w 1838672"/>
                  <a:gd name="connsiteY14" fmla="*/ 815163 h 1542661"/>
                  <a:gd name="connsiteX15" fmla="*/ 236700 w 1838672"/>
                  <a:gd name="connsiteY15" fmla="*/ 843516 h 1542661"/>
                  <a:gd name="connsiteX16" fmla="*/ 314672 w 1838672"/>
                  <a:gd name="connsiteY16" fmla="*/ 900223 h 1542661"/>
                  <a:gd name="connsiteX17" fmla="*/ 357203 w 1838672"/>
                  <a:gd name="connsiteY17" fmla="*/ 956930 h 1542661"/>
                  <a:gd name="connsiteX18" fmla="*/ 378468 w 1838672"/>
                  <a:gd name="connsiteY18" fmla="*/ 985283 h 1542661"/>
                  <a:gd name="connsiteX19" fmla="*/ 399733 w 1838672"/>
                  <a:gd name="connsiteY19" fmla="*/ 999460 h 1542661"/>
                  <a:gd name="connsiteX20" fmla="*/ 406821 w 1838672"/>
                  <a:gd name="connsiteY20" fmla="*/ 1041990 h 1542661"/>
                  <a:gd name="connsiteX21" fmla="*/ 413910 w 1838672"/>
                  <a:gd name="connsiteY21" fmla="*/ 1063256 h 1542661"/>
                  <a:gd name="connsiteX22" fmla="*/ 420998 w 1838672"/>
                  <a:gd name="connsiteY22" fmla="*/ 1169581 h 1542661"/>
                  <a:gd name="connsiteX23" fmla="*/ 435175 w 1838672"/>
                  <a:gd name="connsiteY23" fmla="*/ 1282995 h 1542661"/>
                  <a:gd name="connsiteX24" fmla="*/ 442263 w 1838672"/>
                  <a:gd name="connsiteY24" fmla="*/ 1318437 h 1542661"/>
                  <a:gd name="connsiteX25" fmla="*/ 484793 w 1838672"/>
                  <a:gd name="connsiteY25" fmla="*/ 1375144 h 1542661"/>
                  <a:gd name="connsiteX26" fmla="*/ 513147 w 1838672"/>
                  <a:gd name="connsiteY26" fmla="*/ 1410586 h 1542661"/>
                  <a:gd name="connsiteX27" fmla="*/ 534412 w 1838672"/>
                  <a:gd name="connsiteY27" fmla="*/ 1438939 h 1542661"/>
                  <a:gd name="connsiteX28" fmla="*/ 548589 w 1838672"/>
                  <a:gd name="connsiteY28" fmla="*/ 1460204 h 1542661"/>
                  <a:gd name="connsiteX29" fmla="*/ 576942 w 1838672"/>
                  <a:gd name="connsiteY29" fmla="*/ 1474381 h 1542661"/>
                  <a:gd name="connsiteX30" fmla="*/ 598207 w 1838672"/>
                  <a:gd name="connsiteY30" fmla="*/ 1488558 h 1542661"/>
                  <a:gd name="connsiteX31" fmla="*/ 647826 w 1838672"/>
                  <a:gd name="connsiteY31" fmla="*/ 1502735 h 1542661"/>
                  <a:gd name="connsiteX32" fmla="*/ 690356 w 1838672"/>
                  <a:gd name="connsiteY32" fmla="*/ 1516911 h 1542661"/>
                  <a:gd name="connsiteX33" fmla="*/ 803770 w 1838672"/>
                  <a:gd name="connsiteY33" fmla="*/ 1531088 h 1542661"/>
                  <a:gd name="connsiteX34" fmla="*/ 1080217 w 1838672"/>
                  <a:gd name="connsiteY34" fmla="*/ 1531088 h 1542661"/>
                  <a:gd name="connsiteX35" fmla="*/ 1172365 w 1838672"/>
                  <a:gd name="connsiteY35" fmla="*/ 1516911 h 1542661"/>
                  <a:gd name="connsiteX36" fmla="*/ 1236161 w 1838672"/>
                  <a:gd name="connsiteY36" fmla="*/ 1509823 h 1542661"/>
                  <a:gd name="connsiteX37" fmla="*/ 1604756 w 1838672"/>
                  <a:gd name="connsiteY37" fmla="*/ 1502735 h 1542661"/>
                  <a:gd name="connsiteX38" fmla="*/ 1661463 w 1838672"/>
                  <a:gd name="connsiteY38" fmla="*/ 1481469 h 1542661"/>
                  <a:gd name="connsiteX39" fmla="*/ 1703993 w 1838672"/>
                  <a:gd name="connsiteY39" fmla="*/ 1460204 h 1542661"/>
                  <a:gd name="connsiteX40" fmla="*/ 1725258 w 1838672"/>
                  <a:gd name="connsiteY40" fmla="*/ 1431851 h 1542661"/>
                  <a:gd name="connsiteX41" fmla="*/ 1767789 w 1838672"/>
                  <a:gd name="connsiteY41" fmla="*/ 1410586 h 1542661"/>
                  <a:gd name="connsiteX42" fmla="*/ 1781965 w 1838672"/>
                  <a:gd name="connsiteY42" fmla="*/ 1382232 h 1542661"/>
                  <a:gd name="connsiteX43" fmla="*/ 1803231 w 1838672"/>
                  <a:gd name="connsiteY43" fmla="*/ 1325525 h 1542661"/>
                  <a:gd name="connsiteX44" fmla="*/ 1810319 w 1838672"/>
                  <a:gd name="connsiteY44" fmla="*/ 1304260 h 1542661"/>
                  <a:gd name="connsiteX45" fmla="*/ 1824496 w 1838672"/>
                  <a:gd name="connsiteY45" fmla="*/ 1275907 h 1542661"/>
                  <a:gd name="connsiteX46" fmla="*/ 1838672 w 1838672"/>
                  <a:gd name="connsiteY46" fmla="*/ 1212111 h 1542661"/>
                  <a:gd name="connsiteX47" fmla="*/ 1831584 w 1838672"/>
                  <a:gd name="connsiteY47" fmla="*/ 949842 h 1542661"/>
                  <a:gd name="connsiteX48" fmla="*/ 1817407 w 1838672"/>
                  <a:gd name="connsiteY48" fmla="*/ 928576 h 1542661"/>
                  <a:gd name="connsiteX49" fmla="*/ 1796142 w 1838672"/>
                  <a:gd name="connsiteY49" fmla="*/ 886046 h 1542661"/>
                  <a:gd name="connsiteX50" fmla="*/ 1774877 w 1838672"/>
                  <a:gd name="connsiteY50" fmla="*/ 871869 h 1542661"/>
                  <a:gd name="connsiteX51" fmla="*/ 1753612 w 1838672"/>
                  <a:gd name="connsiteY51" fmla="*/ 843516 h 1542661"/>
                  <a:gd name="connsiteX52" fmla="*/ 1732347 w 1838672"/>
                  <a:gd name="connsiteY52" fmla="*/ 829339 h 1542661"/>
                  <a:gd name="connsiteX53" fmla="*/ 1711082 w 1838672"/>
                  <a:gd name="connsiteY53" fmla="*/ 808074 h 1542661"/>
                  <a:gd name="connsiteX54" fmla="*/ 1654375 w 1838672"/>
                  <a:gd name="connsiteY54" fmla="*/ 779721 h 1542661"/>
                  <a:gd name="connsiteX55" fmla="*/ 1633110 w 1838672"/>
                  <a:gd name="connsiteY55" fmla="*/ 758456 h 1542661"/>
                  <a:gd name="connsiteX56" fmla="*/ 1611844 w 1838672"/>
                  <a:gd name="connsiteY56" fmla="*/ 751367 h 1542661"/>
                  <a:gd name="connsiteX57" fmla="*/ 1590579 w 1838672"/>
                  <a:gd name="connsiteY57" fmla="*/ 737190 h 1542661"/>
                  <a:gd name="connsiteX58" fmla="*/ 1526784 w 1838672"/>
                  <a:gd name="connsiteY58" fmla="*/ 694660 h 1542661"/>
                  <a:gd name="connsiteX59" fmla="*/ 1498431 w 1838672"/>
                  <a:gd name="connsiteY59" fmla="*/ 687572 h 1542661"/>
                  <a:gd name="connsiteX60" fmla="*/ 1441724 w 1838672"/>
                  <a:gd name="connsiteY60" fmla="*/ 659218 h 1542661"/>
                  <a:gd name="connsiteX61" fmla="*/ 1420458 w 1838672"/>
                  <a:gd name="connsiteY61" fmla="*/ 645042 h 1542661"/>
                  <a:gd name="connsiteX62" fmla="*/ 1392105 w 1838672"/>
                  <a:gd name="connsiteY62" fmla="*/ 630865 h 1542661"/>
                  <a:gd name="connsiteX63" fmla="*/ 1370840 w 1838672"/>
                  <a:gd name="connsiteY63" fmla="*/ 623776 h 1542661"/>
                  <a:gd name="connsiteX64" fmla="*/ 1349575 w 1838672"/>
                  <a:gd name="connsiteY64" fmla="*/ 609600 h 1542661"/>
                  <a:gd name="connsiteX65" fmla="*/ 1321221 w 1838672"/>
                  <a:gd name="connsiteY65" fmla="*/ 595423 h 1542661"/>
                  <a:gd name="connsiteX66" fmla="*/ 1299956 w 1838672"/>
                  <a:gd name="connsiteY66" fmla="*/ 567069 h 1542661"/>
                  <a:gd name="connsiteX67" fmla="*/ 1271603 w 1838672"/>
                  <a:gd name="connsiteY67" fmla="*/ 552893 h 1542661"/>
                  <a:gd name="connsiteX68" fmla="*/ 1257426 w 1838672"/>
                  <a:gd name="connsiteY68" fmla="*/ 524539 h 1542661"/>
                  <a:gd name="connsiteX69" fmla="*/ 1243249 w 1838672"/>
                  <a:gd name="connsiteY69" fmla="*/ 503274 h 1542661"/>
                  <a:gd name="connsiteX70" fmla="*/ 1229072 w 1838672"/>
                  <a:gd name="connsiteY70" fmla="*/ 474921 h 1542661"/>
                  <a:gd name="connsiteX71" fmla="*/ 1207807 w 1838672"/>
                  <a:gd name="connsiteY71" fmla="*/ 439479 h 1542661"/>
                  <a:gd name="connsiteX72" fmla="*/ 1200719 w 1838672"/>
                  <a:gd name="connsiteY72" fmla="*/ 418214 h 1542661"/>
                  <a:gd name="connsiteX73" fmla="*/ 1186542 w 1838672"/>
                  <a:gd name="connsiteY73" fmla="*/ 382772 h 1542661"/>
                  <a:gd name="connsiteX74" fmla="*/ 1172365 w 1838672"/>
                  <a:gd name="connsiteY74" fmla="*/ 361507 h 1542661"/>
                  <a:gd name="connsiteX75" fmla="*/ 1165277 w 1838672"/>
                  <a:gd name="connsiteY75" fmla="*/ 340242 h 1542661"/>
                  <a:gd name="connsiteX76" fmla="*/ 1151100 w 1838672"/>
                  <a:gd name="connsiteY76" fmla="*/ 283535 h 1542661"/>
                  <a:gd name="connsiteX77" fmla="*/ 1136924 w 1838672"/>
                  <a:gd name="connsiteY77" fmla="*/ 262269 h 1542661"/>
                  <a:gd name="connsiteX78" fmla="*/ 1129835 w 1838672"/>
                  <a:gd name="connsiteY78" fmla="*/ 241004 h 1542661"/>
                  <a:gd name="connsiteX79" fmla="*/ 1080217 w 1838672"/>
                  <a:gd name="connsiteY79" fmla="*/ 170121 h 1542661"/>
                  <a:gd name="connsiteX80" fmla="*/ 1073128 w 1838672"/>
                  <a:gd name="connsiteY80" fmla="*/ 148856 h 1542661"/>
                  <a:gd name="connsiteX81" fmla="*/ 973891 w 1838672"/>
                  <a:gd name="connsiteY81" fmla="*/ 113414 h 1542661"/>
                  <a:gd name="connsiteX82" fmla="*/ 917184 w 1838672"/>
                  <a:gd name="connsiteY82" fmla="*/ 85060 h 1542661"/>
                  <a:gd name="connsiteX83" fmla="*/ 881742 w 1838672"/>
                  <a:gd name="connsiteY83" fmla="*/ 63795 h 1542661"/>
                  <a:gd name="connsiteX84" fmla="*/ 825035 w 1838672"/>
                  <a:gd name="connsiteY84" fmla="*/ 35442 h 1542661"/>
                  <a:gd name="connsiteX85" fmla="*/ 789593 w 1838672"/>
                  <a:gd name="connsiteY85" fmla="*/ 21265 h 1542661"/>
                  <a:gd name="connsiteX86" fmla="*/ 747063 w 1838672"/>
                  <a:gd name="connsiteY86" fmla="*/ 0 h 1542661"/>
                  <a:gd name="connsiteX87" fmla="*/ 612384 w 1838672"/>
                  <a:gd name="connsiteY87" fmla="*/ 7088 h 1542661"/>
                  <a:gd name="connsiteX88" fmla="*/ 541500 w 1838672"/>
                  <a:gd name="connsiteY88" fmla="*/ 35442 h 1542661"/>
                  <a:gd name="connsiteX89" fmla="*/ 520235 w 1838672"/>
                  <a:gd name="connsiteY89" fmla="*/ 42530 h 1542661"/>
                  <a:gd name="connsiteX90" fmla="*/ 491882 w 1838672"/>
                  <a:gd name="connsiteY90" fmla="*/ 56707 h 1542661"/>
                  <a:gd name="connsiteX91" fmla="*/ 449351 w 1838672"/>
                  <a:gd name="connsiteY91" fmla="*/ 70883 h 1542661"/>
                  <a:gd name="connsiteX92" fmla="*/ 428086 w 1838672"/>
                  <a:gd name="connsiteY92" fmla="*/ 85060 h 1542661"/>
                  <a:gd name="connsiteX93" fmla="*/ 406821 w 1838672"/>
                  <a:gd name="connsiteY93" fmla="*/ 92149 h 1542661"/>
                  <a:gd name="connsiteX94" fmla="*/ 364291 w 1838672"/>
                  <a:gd name="connsiteY94" fmla="*/ 120502 h 1542661"/>
                  <a:gd name="connsiteX95" fmla="*/ 293407 w 1838672"/>
                  <a:gd name="connsiteY95" fmla="*/ 219739 h 1542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838672" h="1542661">
                    <a:moveTo>
                      <a:pt x="293407" y="219739"/>
                    </a:moveTo>
                    <a:lnTo>
                      <a:pt x="293407" y="219739"/>
                    </a:lnTo>
                    <a:lnTo>
                      <a:pt x="158728" y="297711"/>
                    </a:lnTo>
                    <a:cubicBezTo>
                      <a:pt x="149529" y="302910"/>
                      <a:pt x="138492" y="305123"/>
                      <a:pt x="130375" y="311888"/>
                    </a:cubicBezTo>
                    <a:cubicBezTo>
                      <a:pt x="123830" y="317342"/>
                      <a:pt x="121897" y="326821"/>
                      <a:pt x="116198" y="333153"/>
                    </a:cubicBezTo>
                    <a:cubicBezTo>
                      <a:pt x="100550" y="350539"/>
                      <a:pt x="79554" y="363310"/>
                      <a:pt x="66579" y="382772"/>
                    </a:cubicBezTo>
                    <a:lnTo>
                      <a:pt x="38226" y="425302"/>
                    </a:lnTo>
                    <a:cubicBezTo>
                      <a:pt x="33500" y="432390"/>
                      <a:pt x="27859" y="438947"/>
                      <a:pt x="24049" y="446567"/>
                    </a:cubicBezTo>
                    <a:lnTo>
                      <a:pt x="9872" y="474921"/>
                    </a:lnTo>
                    <a:cubicBezTo>
                      <a:pt x="-5091" y="549741"/>
                      <a:pt x="-1359" y="515884"/>
                      <a:pt x="9872" y="645042"/>
                    </a:cubicBezTo>
                    <a:cubicBezTo>
                      <a:pt x="11168" y="659948"/>
                      <a:pt x="21668" y="690386"/>
                      <a:pt x="31137" y="701749"/>
                    </a:cubicBezTo>
                    <a:cubicBezTo>
                      <a:pt x="36591" y="708294"/>
                      <a:pt x="45314" y="711200"/>
                      <a:pt x="52403" y="715925"/>
                    </a:cubicBezTo>
                    <a:cubicBezTo>
                      <a:pt x="67385" y="738399"/>
                      <a:pt x="84831" y="767582"/>
                      <a:pt x="109110" y="779721"/>
                    </a:cubicBezTo>
                    <a:cubicBezTo>
                      <a:pt x="118561" y="784446"/>
                      <a:pt x="127751" y="789735"/>
                      <a:pt x="137463" y="793897"/>
                    </a:cubicBezTo>
                    <a:cubicBezTo>
                      <a:pt x="168153" y="807050"/>
                      <a:pt x="152893" y="793795"/>
                      <a:pt x="187082" y="815163"/>
                    </a:cubicBezTo>
                    <a:cubicBezTo>
                      <a:pt x="236125" y="845815"/>
                      <a:pt x="194922" y="829591"/>
                      <a:pt x="236700" y="843516"/>
                    </a:cubicBezTo>
                    <a:cubicBezTo>
                      <a:pt x="257583" y="857439"/>
                      <a:pt x="306733" y="889638"/>
                      <a:pt x="314672" y="900223"/>
                    </a:cubicBezTo>
                    <a:lnTo>
                      <a:pt x="357203" y="956930"/>
                    </a:lnTo>
                    <a:cubicBezTo>
                      <a:pt x="364291" y="966381"/>
                      <a:pt x="368638" y="978730"/>
                      <a:pt x="378468" y="985283"/>
                    </a:cubicBezTo>
                    <a:lnTo>
                      <a:pt x="399733" y="999460"/>
                    </a:lnTo>
                    <a:cubicBezTo>
                      <a:pt x="402096" y="1013637"/>
                      <a:pt x="403703" y="1027960"/>
                      <a:pt x="406821" y="1041990"/>
                    </a:cubicBezTo>
                    <a:cubicBezTo>
                      <a:pt x="408442" y="1049284"/>
                      <a:pt x="413085" y="1055830"/>
                      <a:pt x="413910" y="1063256"/>
                    </a:cubicBezTo>
                    <a:cubicBezTo>
                      <a:pt x="417833" y="1098559"/>
                      <a:pt x="418048" y="1134183"/>
                      <a:pt x="420998" y="1169581"/>
                    </a:cubicBezTo>
                    <a:cubicBezTo>
                      <a:pt x="423307" y="1197292"/>
                      <a:pt x="430232" y="1253339"/>
                      <a:pt x="435175" y="1282995"/>
                    </a:cubicBezTo>
                    <a:cubicBezTo>
                      <a:pt x="437156" y="1294879"/>
                      <a:pt x="436551" y="1307829"/>
                      <a:pt x="442263" y="1318437"/>
                    </a:cubicBezTo>
                    <a:cubicBezTo>
                      <a:pt x="453465" y="1339241"/>
                      <a:pt x="484793" y="1375144"/>
                      <a:pt x="484793" y="1375144"/>
                    </a:cubicBezTo>
                    <a:cubicBezTo>
                      <a:pt x="498594" y="1416543"/>
                      <a:pt x="481084" y="1378523"/>
                      <a:pt x="513147" y="1410586"/>
                    </a:cubicBezTo>
                    <a:cubicBezTo>
                      <a:pt x="521501" y="1418940"/>
                      <a:pt x="527545" y="1429326"/>
                      <a:pt x="534412" y="1438939"/>
                    </a:cubicBezTo>
                    <a:cubicBezTo>
                      <a:pt x="539364" y="1445871"/>
                      <a:pt x="542044" y="1454750"/>
                      <a:pt x="548589" y="1460204"/>
                    </a:cubicBezTo>
                    <a:cubicBezTo>
                      <a:pt x="556706" y="1466969"/>
                      <a:pt x="567768" y="1469138"/>
                      <a:pt x="576942" y="1474381"/>
                    </a:cubicBezTo>
                    <a:cubicBezTo>
                      <a:pt x="584339" y="1478608"/>
                      <a:pt x="590587" y="1484748"/>
                      <a:pt x="598207" y="1488558"/>
                    </a:cubicBezTo>
                    <a:cubicBezTo>
                      <a:pt x="610113" y="1494511"/>
                      <a:pt x="636478" y="1499330"/>
                      <a:pt x="647826" y="1502735"/>
                    </a:cubicBezTo>
                    <a:cubicBezTo>
                      <a:pt x="662139" y="1507029"/>
                      <a:pt x="676179" y="1512185"/>
                      <a:pt x="690356" y="1516911"/>
                    </a:cubicBezTo>
                    <a:cubicBezTo>
                      <a:pt x="740853" y="1533743"/>
                      <a:pt x="704146" y="1523425"/>
                      <a:pt x="803770" y="1531088"/>
                    </a:cubicBezTo>
                    <a:cubicBezTo>
                      <a:pt x="919324" y="1550346"/>
                      <a:pt x="853228" y="1542160"/>
                      <a:pt x="1080217" y="1531088"/>
                    </a:cubicBezTo>
                    <a:cubicBezTo>
                      <a:pt x="1145249" y="1527916"/>
                      <a:pt x="1120540" y="1524315"/>
                      <a:pt x="1172365" y="1516911"/>
                    </a:cubicBezTo>
                    <a:cubicBezTo>
                      <a:pt x="1193546" y="1513885"/>
                      <a:pt x="1214776" y="1510524"/>
                      <a:pt x="1236161" y="1509823"/>
                    </a:cubicBezTo>
                    <a:cubicBezTo>
                      <a:pt x="1358983" y="1505796"/>
                      <a:pt x="1481891" y="1505098"/>
                      <a:pt x="1604756" y="1502735"/>
                    </a:cubicBezTo>
                    <a:lnTo>
                      <a:pt x="1661463" y="1481469"/>
                    </a:lnTo>
                    <a:cubicBezTo>
                      <a:pt x="1679584" y="1474880"/>
                      <a:pt x="1689311" y="1474886"/>
                      <a:pt x="1703993" y="1460204"/>
                    </a:cubicBezTo>
                    <a:cubicBezTo>
                      <a:pt x="1712347" y="1451850"/>
                      <a:pt x="1716904" y="1440205"/>
                      <a:pt x="1725258" y="1431851"/>
                    </a:cubicBezTo>
                    <a:cubicBezTo>
                      <a:pt x="1739000" y="1418110"/>
                      <a:pt x="1750493" y="1416351"/>
                      <a:pt x="1767789" y="1410586"/>
                    </a:cubicBezTo>
                    <a:cubicBezTo>
                      <a:pt x="1772514" y="1401135"/>
                      <a:pt x="1777901" y="1391986"/>
                      <a:pt x="1781965" y="1382232"/>
                    </a:cubicBezTo>
                    <a:cubicBezTo>
                      <a:pt x="1789730" y="1363597"/>
                      <a:pt x="1796332" y="1344497"/>
                      <a:pt x="1803231" y="1325525"/>
                    </a:cubicBezTo>
                    <a:cubicBezTo>
                      <a:pt x="1805784" y="1318503"/>
                      <a:pt x="1807376" y="1311128"/>
                      <a:pt x="1810319" y="1304260"/>
                    </a:cubicBezTo>
                    <a:cubicBezTo>
                      <a:pt x="1814481" y="1294548"/>
                      <a:pt x="1819770" y="1285358"/>
                      <a:pt x="1824496" y="1275907"/>
                    </a:cubicBezTo>
                    <a:cubicBezTo>
                      <a:pt x="1827230" y="1264972"/>
                      <a:pt x="1838672" y="1221109"/>
                      <a:pt x="1838672" y="1212111"/>
                    </a:cubicBezTo>
                    <a:cubicBezTo>
                      <a:pt x="1838672" y="1124656"/>
                      <a:pt x="1838125" y="1037052"/>
                      <a:pt x="1831584" y="949842"/>
                    </a:cubicBezTo>
                    <a:cubicBezTo>
                      <a:pt x="1830947" y="941346"/>
                      <a:pt x="1822133" y="935665"/>
                      <a:pt x="1817407" y="928576"/>
                    </a:cubicBezTo>
                    <a:cubicBezTo>
                      <a:pt x="1811642" y="911280"/>
                      <a:pt x="1809884" y="899788"/>
                      <a:pt x="1796142" y="886046"/>
                    </a:cubicBezTo>
                    <a:cubicBezTo>
                      <a:pt x="1790118" y="880022"/>
                      <a:pt x="1780901" y="877893"/>
                      <a:pt x="1774877" y="871869"/>
                    </a:cubicBezTo>
                    <a:cubicBezTo>
                      <a:pt x="1766523" y="863515"/>
                      <a:pt x="1761966" y="851870"/>
                      <a:pt x="1753612" y="843516"/>
                    </a:cubicBezTo>
                    <a:cubicBezTo>
                      <a:pt x="1747588" y="837492"/>
                      <a:pt x="1738892" y="834793"/>
                      <a:pt x="1732347" y="829339"/>
                    </a:cubicBezTo>
                    <a:cubicBezTo>
                      <a:pt x="1724646" y="822921"/>
                      <a:pt x="1719102" y="814089"/>
                      <a:pt x="1711082" y="808074"/>
                    </a:cubicBezTo>
                    <a:cubicBezTo>
                      <a:pt x="1684298" y="787986"/>
                      <a:pt x="1680540" y="788442"/>
                      <a:pt x="1654375" y="779721"/>
                    </a:cubicBezTo>
                    <a:cubicBezTo>
                      <a:pt x="1647287" y="772633"/>
                      <a:pt x="1641451" y="764017"/>
                      <a:pt x="1633110" y="758456"/>
                    </a:cubicBezTo>
                    <a:cubicBezTo>
                      <a:pt x="1626893" y="754311"/>
                      <a:pt x="1618527" y="754709"/>
                      <a:pt x="1611844" y="751367"/>
                    </a:cubicBezTo>
                    <a:cubicBezTo>
                      <a:pt x="1604224" y="747557"/>
                      <a:pt x="1597511" y="742142"/>
                      <a:pt x="1590579" y="737190"/>
                    </a:cubicBezTo>
                    <a:cubicBezTo>
                      <a:pt x="1568519" y="721433"/>
                      <a:pt x="1552164" y="705940"/>
                      <a:pt x="1526784" y="694660"/>
                    </a:cubicBezTo>
                    <a:cubicBezTo>
                      <a:pt x="1517882" y="690703"/>
                      <a:pt x="1507882" y="689935"/>
                      <a:pt x="1498431" y="687572"/>
                    </a:cubicBezTo>
                    <a:cubicBezTo>
                      <a:pt x="1449166" y="654729"/>
                      <a:pt x="1511080" y="693895"/>
                      <a:pt x="1441724" y="659218"/>
                    </a:cubicBezTo>
                    <a:cubicBezTo>
                      <a:pt x="1434104" y="655408"/>
                      <a:pt x="1427855" y="649269"/>
                      <a:pt x="1420458" y="645042"/>
                    </a:cubicBezTo>
                    <a:cubicBezTo>
                      <a:pt x="1411284" y="639800"/>
                      <a:pt x="1401817" y="635028"/>
                      <a:pt x="1392105" y="630865"/>
                    </a:cubicBezTo>
                    <a:cubicBezTo>
                      <a:pt x="1385237" y="627922"/>
                      <a:pt x="1377523" y="627118"/>
                      <a:pt x="1370840" y="623776"/>
                    </a:cubicBezTo>
                    <a:cubicBezTo>
                      <a:pt x="1363220" y="619966"/>
                      <a:pt x="1356972" y="613827"/>
                      <a:pt x="1349575" y="609600"/>
                    </a:cubicBezTo>
                    <a:cubicBezTo>
                      <a:pt x="1340400" y="604357"/>
                      <a:pt x="1330672" y="600149"/>
                      <a:pt x="1321221" y="595423"/>
                    </a:cubicBezTo>
                    <a:cubicBezTo>
                      <a:pt x="1314133" y="585972"/>
                      <a:pt x="1308926" y="574758"/>
                      <a:pt x="1299956" y="567069"/>
                    </a:cubicBezTo>
                    <a:cubicBezTo>
                      <a:pt x="1291933" y="560192"/>
                      <a:pt x="1279075" y="560365"/>
                      <a:pt x="1271603" y="552893"/>
                    </a:cubicBezTo>
                    <a:cubicBezTo>
                      <a:pt x="1264131" y="545421"/>
                      <a:pt x="1262669" y="533714"/>
                      <a:pt x="1257426" y="524539"/>
                    </a:cubicBezTo>
                    <a:cubicBezTo>
                      <a:pt x="1253199" y="517142"/>
                      <a:pt x="1247476" y="510671"/>
                      <a:pt x="1243249" y="503274"/>
                    </a:cubicBezTo>
                    <a:cubicBezTo>
                      <a:pt x="1238006" y="494100"/>
                      <a:pt x="1234204" y="484158"/>
                      <a:pt x="1229072" y="474921"/>
                    </a:cubicBezTo>
                    <a:cubicBezTo>
                      <a:pt x="1222381" y="462877"/>
                      <a:pt x="1213968" y="451802"/>
                      <a:pt x="1207807" y="439479"/>
                    </a:cubicBezTo>
                    <a:cubicBezTo>
                      <a:pt x="1204466" y="432796"/>
                      <a:pt x="1203342" y="425210"/>
                      <a:pt x="1200719" y="418214"/>
                    </a:cubicBezTo>
                    <a:cubicBezTo>
                      <a:pt x="1196251" y="406300"/>
                      <a:pt x="1192232" y="394153"/>
                      <a:pt x="1186542" y="382772"/>
                    </a:cubicBezTo>
                    <a:cubicBezTo>
                      <a:pt x="1182732" y="375152"/>
                      <a:pt x="1177091" y="368595"/>
                      <a:pt x="1172365" y="361507"/>
                    </a:cubicBezTo>
                    <a:cubicBezTo>
                      <a:pt x="1170002" y="354419"/>
                      <a:pt x="1167243" y="347450"/>
                      <a:pt x="1165277" y="340242"/>
                    </a:cubicBezTo>
                    <a:cubicBezTo>
                      <a:pt x="1160150" y="321444"/>
                      <a:pt x="1161907" y="299747"/>
                      <a:pt x="1151100" y="283535"/>
                    </a:cubicBezTo>
                    <a:cubicBezTo>
                      <a:pt x="1146375" y="276446"/>
                      <a:pt x="1140734" y="269889"/>
                      <a:pt x="1136924" y="262269"/>
                    </a:cubicBezTo>
                    <a:cubicBezTo>
                      <a:pt x="1133583" y="255586"/>
                      <a:pt x="1133464" y="247536"/>
                      <a:pt x="1129835" y="241004"/>
                    </a:cubicBezTo>
                    <a:cubicBezTo>
                      <a:pt x="1117366" y="218560"/>
                      <a:pt x="1096148" y="191362"/>
                      <a:pt x="1080217" y="170121"/>
                    </a:cubicBezTo>
                    <a:cubicBezTo>
                      <a:pt x="1077854" y="163033"/>
                      <a:pt x="1076470" y="155539"/>
                      <a:pt x="1073128" y="148856"/>
                    </a:cubicBezTo>
                    <a:cubicBezTo>
                      <a:pt x="1051220" y="105042"/>
                      <a:pt x="1039642" y="124372"/>
                      <a:pt x="973891" y="113414"/>
                    </a:cubicBezTo>
                    <a:cubicBezTo>
                      <a:pt x="954989" y="103963"/>
                      <a:pt x="935306" y="95933"/>
                      <a:pt x="917184" y="85060"/>
                    </a:cubicBezTo>
                    <a:cubicBezTo>
                      <a:pt x="905370" y="77972"/>
                      <a:pt x="893873" y="70327"/>
                      <a:pt x="881742" y="63795"/>
                    </a:cubicBezTo>
                    <a:cubicBezTo>
                      <a:pt x="863135" y="53776"/>
                      <a:pt x="844657" y="43291"/>
                      <a:pt x="825035" y="35442"/>
                    </a:cubicBezTo>
                    <a:cubicBezTo>
                      <a:pt x="813221" y="30716"/>
                      <a:pt x="800974" y="26955"/>
                      <a:pt x="789593" y="21265"/>
                    </a:cubicBezTo>
                    <a:cubicBezTo>
                      <a:pt x="734632" y="-6216"/>
                      <a:pt x="800510" y="17815"/>
                      <a:pt x="747063" y="0"/>
                    </a:cubicBezTo>
                    <a:cubicBezTo>
                      <a:pt x="702170" y="2363"/>
                      <a:pt x="657019" y="1732"/>
                      <a:pt x="612384" y="7088"/>
                    </a:cubicBezTo>
                    <a:cubicBezTo>
                      <a:pt x="582507" y="10673"/>
                      <a:pt x="567184" y="24435"/>
                      <a:pt x="541500" y="35442"/>
                    </a:cubicBezTo>
                    <a:cubicBezTo>
                      <a:pt x="534632" y="38385"/>
                      <a:pt x="527103" y="39587"/>
                      <a:pt x="520235" y="42530"/>
                    </a:cubicBezTo>
                    <a:cubicBezTo>
                      <a:pt x="510523" y="46692"/>
                      <a:pt x="501693" y="52783"/>
                      <a:pt x="491882" y="56707"/>
                    </a:cubicBezTo>
                    <a:cubicBezTo>
                      <a:pt x="478007" y="62257"/>
                      <a:pt x="449351" y="70883"/>
                      <a:pt x="449351" y="70883"/>
                    </a:cubicBezTo>
                    <a:cubicBezTo>
                      <a:pt x="442263" y="75609"/>
                      <a:pt x="435706" y="81250"/>
                      <a:pt x="428086" y="85060"/>
                    </a:cubicBezTo>
                    <a:cubicBezTo>
                      <a:pt x="421403" y="88402"/>
                      <a:pt x="413038" y="88004"/>
                      <a:pt x="406821" y="92149"/>
                    </a:cubicBezTo>
                    <a:cubicBezTo>
                      <a:pt x="353728" y="127545"/>
                      <a:pt x="414851" y="103649"/>
                      <a:pt x="364291" y="120502"/>
                    </a:cubicBezTo>
                    <a:lnTo>
                      <a:pt x="293407" y="219739"/>
                    </a:ln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rgbClr val="4747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4" name="Retângulo 3"/>
            <p:cNvSpPr/>
            <p:nvPr/>
          </p:nvSpPr>
          <p:spPr>
            <a:xfrm>
              <a:off x="4014353" y="3365815"/>
              <a:ext cx="409070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rPr>
                <a:t>?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5143375" y="1419622"/>
            <a:ext cx="3250693" cy="2743392"/>
            <a:chOff x="5137731" y="1419622"/>
            <a:chExt cx="3250693" cy="2743392"/>
          </a:xfrm>
        </p:grpSpPr>
        <p:sp>
          <p:nvSpPr>
            <p:cNvPr id="5" name="Retângulo de cantos arredondados 4"/>
            <p:cNvSpPr/>
            <p:nvPr/>
          </p:nvSpPr>
          <p:spPr>
            <a:xfrm>
              <a:off x="5148064" y="1419622"/>
              <a:ext cx="3240360" cy="27363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6228184" y="1635647"/>
              <a:ext cx="2160240" cy="2527367"/>
            </a:xfrm>
            <a:custGeom>
              <a:avLst/>
              <a:gdLst>
                <a:gd name="connsiteX0" fmla="*/ 0 w 2160240"/>
                <a:gd name="connsiteY0" fmla="*/ 360047 h 2520279"/>
                <a:gd name="connsiteX1" fmla="*/ 360047 w 2160240"/>
                <a:gd name="connsiteY1" fmla="*/ 0 h 2520279"/>
                <a:gd name="connsiteX2" fmla="*/ 1800193 w 2160240"/>
                <a:gd name="connsiteY2" fmla="*/ 0 h 2520279"/>
                <a:gd name="connsiteX3" fmla="*/ 2160240 w 2160240"/>
                <a:gd name="connsiteY3" fmla="*/ 360047 h 2520279"/>
                <a:gd name="connsiteX4" fmla="*/ 2160240 w 2160240"/>
                <a:gd name="connsiteY4" fmla="*/ 2160232 h 2520279"/>
                <a:gd name="connsiteX5" fmla="*/ 1800193 w 2160240"/>
                <a:gd name="connsiteY5" fmla="*/ 2520279 h 2520279"/>
                <a:gd name="connsiteX6" fmla="*/ 360047 w 2160240"/>
                <a:gd name="connsiteY6" fmla="*/ 2520279 h 2520279"/>
                <a:gd name="connsiteX7" fmla="*/ 0 w 2160240"/>
                <a:gd name="connsiteY7" fmla="*/ 2160232 h 2520279"/>
                <a:gd name="connsiteX8" fmla="*/ 0 w 2160240"/>
                <a:gd name="connsiteY8" fmla="*/ 360047 h 2520279"/>
                <a:gd name="connsiteX0" fmla="*/ 0 w 2160240"/>
                <a:gd name="connsiteY0" fmla="*/ 360047 h 2520279"/>
                <a:gd name="connsiteX1" fmla="*/ 360047 w 2160240"/>
                <a:gd name="connsiteY1" fmla="*/ 0 h 2520279"/>
                <a:gd name="connsiteX2" fmla="*/ 1800193 w 2160240"/>
                <a:gd name="connsiteY2" fmla="*/ 0 h 2520279"/>
                <a:gd name="connsiteX3" fmla="*/ 2160240 w 2160240"/>
                <a:gd name="connsiteY3" fmla="*/ 360047 h 2520279"/>
                <a:gd name="connsiteX4" fmla="*/ 2160240 w 2160240"/>
                <a:gd name="connsiteY4" fmla="*/ 2160232 h 2520279"/>
                <a:gd name="connsiteX5" fmla="*/ 1566277 w 2160240"/>
                <a:gd name="connsiteY5" fmla="*/ 2520279 h 2520279"/>
                <a:gd name="connsiteX6" fmla="*/ 360047 w 2160240"/>
                <a:gd name="connsiteY6" fmla="*/ 2520279 h 2520279"/>
                <a:gd name="connsiteX7" fmla="*/ 0 w 2160240"/>
                <a:gd name="connsiteY7" fmla="*/ 2160232 h 2520279"/>
                <a:gd name="connsiteX8" fmla="*/ 0 w 2160240"/>
                <a:gd name="connsiteY8" fmla="*/ 360047 h 2520279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60240 w 2160240"/>
                <a:gd name="connsiteY4" fmla="*/ 2160232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011384 w 2160240"/>
                <a:gd name="connsiteY4" fmla="*/ 2160232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46063 w 2160240"/>
                <a:gd name="connsiteY4" fmla="*/ 2124790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46063 w 2160240"/>
                <a:gd name="connsiteY4" fmla="*/ 2124790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  <a:gd name="connsiteX0" fmla="*/ 0 w 2160240"/>
                <a:gd name="connsiteY0" fmla="*/ 360047 h 2527367"/>
                <a:gd name="connsiteX1" fmla="*/ 360047 w 2160240"/>
                <a:gd name="connsiteY1" fmla="*/ 0 h 2527367"/>
                <a:gd name="connsiteX2" fmla="*/ 1800193 w 2160240"/>
                <a:gd name="connsiteY2" fmla="*/ 0 h 2527367"/>
                <a:gd name="connsiteX3" fmla="*/ 2160240 w 2160240"/>
                <a:gd name="connsiteY3" fmla="*/ 360047 h 2527367"/>
                <a:gd name="connsiteX4" fmla="*/ 2146063 w 2160240"/>
                <a:gd name="connsiteY4" fmla="*/ 2124790 h 2527367"/>
                <a:gd name="connsiteX5" fmla="*/ 1630073 w 2160240"/>
                <a:gd name="connsiteY5" fmla="*/ 2527367 h 2527367"/>
                <a:gd name="connsiteX6" fmla="*/ 360047 w 2160240"/>
                <a:gd name="connsiteY6" fmla="*/ 2520279 h 2527367"/>
                <a:gd name="connsiteX7" fmla="*/ 0 w 2160240"/>
                <a:gd name="connsiteY7" fmla="*/ 2160232 h 2527367"/>
                <a:gd name="connsiteX8" fmla="*/ 0 w 2160240"/>
                <a:gd name="connsiteY8" fmla="*/ 360047 h 2527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240" h="2527367">
                  <a:moveTo>
                    <a:pt x="0" y="360047"/>
                  </a:moveTo>
                  <a:cubicBezTo>
                    <a:pt x="0" y="161199"/>
                    <a:pt x="161199" y="0"/>
                    <a:pt x="360047" y="0"/>
                  </a:cubicBezTo>
                  <a:lnTo>
                    <a:pt x="1800193" y="0"/>
                  </a:lnTo>
                  <a:cubicBezTo>
                    <a:pt x="1999041" y="0"/>
                    <a:pt x="2160240" y="161199"/>
                    <a:pt x="2160240" y="360047"/>
                  </a:cubicBezTo>
                  <a:lnTo>
                    <a:pt x="2146063" y="2124790"/>
                  </a:lnTo>
                  <a:cubicBezTo>
                    <a:pt x="2146063" y="2387434"/>
                    <a:pt x="1828921" y="2527367"/>
                    <a:pt x="1630073" y="2527367"/>
                  </a:cubicBezTo>
                  <a:lnTo>
                    <a:pt x="360047" y="2520279"/>
                  </a:lnTo>
                  <a:cubicBezTo>
                    <a:pt x="161199" y="2520279"/>
                    <a:pt x="0" y="2359080"/>
                    <a:pt x="0" y="2160232"/>
                  </a:cubicBezTo>
                  <a:lnTo>
                    <a:pt x="0" y="360047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5148064" y="1419622"/>
              <a:ext cx="3240360" cy="1497544"/>
            </a:xfrm>
            <a:custGeom>
              <a:avLst/>
              <a:gdLst>
                <a:gd name="connsiteX0" fmla="*/ 0 w 3240360"/>
                <a:gd name="connsiteY0" fmla="*/ 502299 h 1440160"/>
                <a:gd name="connsiteX1" fmla="*/ 502299 w 3240360"/>
                <a:gd name="connsiteY1" fmla="*/ 0 h 1440160"/>
                <a:gd name="connsiteX2" fmla="*/ 2738061 w 3240360"/>
                <a:gd name="connsiteY2" fmla="*/ 0 h 1440160"/>
                <a:gd name="connsiteX3" fmla="*/ 3240360 w 3240360"/>
                <a:gd name="connsiteY3" fmla="*/ 502299 h 1440160"/>
                <a:gd name="connsiteX4" fmla="*/ 3240360 w 3240360"/>
                <a:gd name="connsiteY4" fmla="*/ 937861 h 1440160"/>
                <a:gd name="connsiteX5" fmla="*/ 2738061 w 3240360"/>
                <a:gd name="connsiteY5" fmla="*/ 1440160 h 1440160"/>
                <a:gd name="connsiteX6" fmla="*/ 502299 w 3240360"/>
                <a:gd name="connsiteY6" fmla="*/ 1440160 h 1440160"/>
                <a:gd name="connsiteX7" fmla="*/ 0 w 3240360"/>
                <a:gd name="connsiteY7" fmla="*/ 937861 h 1440160"/>
                <a:gd name="connsiteX8" fmla="*/ 0 w 3240360"/>
                <a:gd name="connsiteY8" fmla="*/ 502299 h 1440160"/>
                <a:gd name="connsiteX0" fmla="*/ 0 w 3240360"/>
                <a:gd name="connsiteY0" fmla="*/ 502299 h 1548653"/>
                <a:gd name="connsiteX1" fmla="*/ 502299 w 3240360"/>
                <a:gd name="connsiteY1" fmla="*/ 0 h 1548653"/>
                <a:gd name="connsiteX2" fmla="*/ 2738061 w 3240360"/>
                <a:gd name="connsiteY2" fmla="*/ 0 h 1548653"/>
                <a:gd name="connsiteX3" fmla="*/ 3240360 w 3240360"/>
                <a:gd name="connsiteY3" fmla="*/ 502299 h 1548653"/>
                <a:gd name="connsiteX4" fmla="*/ 3240360 w 3240360"/>
                <a:gd name="connsiteY4" fmla="*/ 937861 h 1548653"/>
                <a:gd name="connsiteX5" fmla="*/ 2738061 w 3240360"/>
                <a:gd name="connsiteY5" fmla="*/ 1440160 h 1548653"/>
                <a:gd name="connsiteX6" fmla="*/ 502299 w 3240360"/>
                <a:gd name="connsiteY6" fmla="*/ 1440160 h 1548653"/>
                <a:gd name="connsiteX7" fmla="*/ 0 w 3240360"/>
                <a:gd name="connsiteY7" fmla="*/ 1419870 h 1548653"/>
                <a:gd name="connsiteX8" fmla="*/ 0 w 3240360"/>
                <a:gd name="connsiteY8" fmla="*/ 502299 h 1548653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240360 w 3240360"/>
                <a:gd name="connsiteY4" fmla="*/ 937861 h 1497544"/>
                <a:gd name="connsiteX5" fmla="*/ 2738061 w 3240360"/>
                <a:gd name="connsiteY5" fmla="*/ 1440160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240360 w 3240360"/>
                <a:gd name="connsiteY4" fmla="*/ 937861 h 1497544"/>
                <a:gd name="connsiteX5" fmla="*/ 2525410 w 3240360"/>
                <a:gd name="connsiteY5" fmla="*/ 1213332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240360 w 3240360"/>
                <a:gd name="connsiteY4" fmla="*/ 937861 h 1497544"/>
                <a:gd name="connsiteX5" fmla="*/ 2525410 w 3240360"/>
                <a:gd name="connsiteY5" fmla="*/ 1213332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056063 w 3240360"/>
                <a:gd name="connsiteY4" fmla="*/ 859889 h 1497544"/>
                <a:gd name="connsiteX5" fmla="*/ 2525410 w 3240360"/>
                <a:gd name="connsiteY5" fmla="*/ 1213332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056063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3056063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092829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42649 w 3240360"/>
                <a:gd name="connsiteY4" fmla="*/ 859889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04907 w 3240360"/>
                <a:gd name="connsiteY5" fmla="*/ 1128271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33261 w 3240360"/>
                <a:gd name="connsiteY5" fmla="*/ 1163713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433261 w 3240360"/>
                <a:gd name="connsiteY5" fmla="*/ 1163713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397819 w 3240360"/>
                <a:gd name="connsiteY5" fmla="*/ 1092830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  <a:gd name="connsiteX0" fmla="*/ 0 w 3240360"/>
                <a:gd name="connsiteY0" fmla="*/ 502299 h 1497544"/>
                <a:gd name="connsiteX1" fmla="*/ 502299 w 3240360"/>
                <a:gd name="connsiteY1" fmla="*/ 0 h 1497544"/>
                <a:gd name="connsiteX2" fmla="*/ 2738061 w 3240360"/>
                <a:gd name="connsiteY2" fmla="*/ 0 h 1497544"/>
                <a:gd name="connsiteX3" fmla="*/ 3240360 w 3240360"/>
                <a:gd name="connsiteY3" fmla="*/ 502299 h 1497544"/>
                <a:gd name="connsiteX4" fmla="*/ 2992268 w 3240360"/>
                <a:gd name="connsiteY4" fmla="*/ 838624 h 1497544"/>
                <a:gd name="connsiteX5" fmla="*/ 2397819 w 3240360"/>
                <a:gd name="connsiteY5" fmla="*/ 1092830 h 1497544"/>
                <a:gd name="connsiteX6" fmla="*/ 920513 w 3240360"/>
                <a:gd name="connsiteY6" fmla="*/ 1142448 h 1497544"/>
                <a:gd name="connsiteX7" fmla="*/ 0 w 3240360"/>
                <a:gd name="connsiteY7" fmla="*/ 1419870 h 1497544"/>
                <a:gd name="connsiteX8" fmla="*/ 0 w 3240360"/>
                <a:gd name="connsiteY8" fmla="*/ 502299 h 149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40360" h="1497544">
                  <a:moveTo>
                    <a:pt x="0" y="502299"/>
                  </a:moveTo>
                  <a:cubicBezTo>
                    <a:pt x="0" y="224887"/>
                    <a:pt x="224887" y="0"/>
                    <a:pt x="502299" y="0"/>
                  </a:cubicBezTo>
                  <a:lnTo>
                    <a:pt x="2738061" y="0"/>
                  </a:lnTo>
                  <a:cubicBezTo>
                    <a:pt x="3015473" y="0"/>
                    <a:pt x="3240360" y="224887"/>
                    <a:pt x="3240360" y="502299"/>
                  </a:cubicBezTo>
                  <a:lnTo>
                    <a:pt x="2992268" y="838624"/>
                  </a:lnTo>
                  <a:cubicBezTo>
                    <a:pt x="2630761" y="1073506"/>
                    <a:pt x="2632702" y="1021948"/>
                    <a:pt x="2397819" y="1092830"/>
                  </a:cubicBezTo>
                  <a:lnTo>
                    <a:pt x="920513" y="1142448"/>
                  </a:lnTo>
                  <a:cubicBezTo>
                    <a:pt x="643101" y="1142448"/>
                    <a:pt x="0" y="1697282"/>
                    <a:pt x="0" y="1419870"/>
                  </a:cubicBezTo>
                  <a:lnTo>
                    <a:pt x="0" y="502299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5137731" y="2463750"/>
              <a:ext cx="1818745" cy="1692175"/>
            </a:xfrm>
            <a:custGeom>
              <a:avLst/>
              <a:gdLst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264035 w 1872208"/>
                <a:gd name="connsiteY6" fmla="*/ 1584176 h 1584176"/>
                <a:gd name="connsiteX7" fmla="*/ 0 w 1872208"/>
                <a:gd name="connsiteY7" fmla="*/ 1320141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264035 w 1872208"/>
                <a:gd name="connsiteY6" fmla="*/ 1584176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462509 w 1872208"/>
                <a:gd name="connsiteY6" fmla="*/ 1569999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462509 w 1872208"/>
                <a:gd name="connsiteY6" fmla="*/ 1569999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0 w 1872208"/>
                <a:gd name="connsiteY0" fmla="*/ 264035 h 1584176"/>
                <a:gd name="connsiteX1" fmla="*/ 264035 w 1872208"/>
                <a:gd name="connsiteY1" fmla="*/ 0 h 1584176"/>
                <a:gd name="connsiteX2" fmla="*/ 1608173 w 1872208"/>
                <a:gd name="connsiteY2" fmla="*/ 0 h 1584176"/>
                <a:gd name="connsiteX3" fmla="*/ 1872208 w 1872208"/>
                <a:gd name="connsiteY3" fmla="*/ 264035 h 1584176"/>
                <a:gd name="connsiteX4" fmla="*/ 1872208 w 1872208"/>
                <a:gd name="connsiteY4" fmla="*/ 1320141 h 1584176"/>
                <a:gd name="connsiteX5" fmla="*/ 1608173 w 1872208"/>
                <a:gd name="connsiteY5" fmla="*/ 1584176 h 1584176"/>
                <a:gd name="connsiteX6" fmla="*/ 462509 w 1872208"/>
                <a:gd name="connsiteY6" fmla="*/ 1569999 h 1584176"/>
                <a:gd name="connsiteX7" fmla="*/ 14177 w 1872208"/>
                <a:gd name="connsiteY7" fmla="*/ 1029517 h 1584176"/>
                <a:gd name="connsiteX8" fmla="*/ 0 w 1872208"/>
                <a:gd name="connsiteY8" fmla="*/ 264035 h 1584176"/>
                <a:gd name="connsiteX0" fmla="*/ 6474 w 1878682"/>
                <a:gd name="connsiteY0" fmla="*/ 264035 h 1584176"/>
                <a:gd name="connsiteX1" fmla="*/ 270509 w 1878682"/>
                <a:gd name="connsiteY1" fmla="*/ 0 h 1584176"/>
                <a:gd name="connsiteX2" fmla="*/ 1614647 w 1878682"/>
                <a:gd name="connsiteY2" fmla="*/ 0 h 1584176"/>
                <a:gd name="connsiteX3" fmla="*/ 1878682 w 1878682"/>
                <a:gd name="connsiteY3" fmla="*/ 264035 h 1584176"/>
                <a:gd name="connsiteX4" fmla="*/ 1878682 w 1878682"/>
                <a:gd name="connsiteY4" fmla="*/ 1320141 h 1584176"/>
                <a:gd name="connsiteX5" fmla="*/ 1614647 w 1878682"/>
                <a:gd name="connsiteY5" fmla="*/ 1584176 h 1584176"/>
                <a:gd name="connsiteX6" fmla="*/ 468983 w 1878682"/>
                <a:gd name="connsiteY6" fmla="*/ 1569999 h 1584176"/>
                <a:gd name="connsiteX7" fmla="*/ 6474 w 1878682"/>
                <a:gd name="connsiteY7" fmla="*/ 1022429 h 1584176"/>
                <a:gd name="connsiteX8" fmla="*/ 6474 w 1878682"/>
                <a:gd name="connsiteY8" fmla="*/ 264035 h 1584176"/>
                <a:gd name="connsiteX0" fmla="*/ 6474 w 1878682"/>
                <a:gd name="connsiteY0" fmla="*/ 264035 h 1584176"/>
                <a:gd name="connsiteX1" fmla="*/ 270509 w 1878682"/>
                <a:gd name="connsiteY1" fmla="*/ 0 h 1584176"/>
                <a:gd name="connsiteX2" fmla="*/ 1614647 w 1878682"/>
                <a:gd name="connsiteY2" fmla="*/ 0 h 1584176"/>
                <a:gd name="connsiteX3" fmla="*/ 1878682 w 1878682"/>
                <a:gd name="connsiteY3" fmla="*/ 264035 h 1584176"/>
                <a:gd name="connsiteX4" fmla="*/ 1666030 w 1878682"/>
                <a:gd name="connsiteY4" fmla="*/ 1029518 h 1584176"/>
                <a:gd name="connsiteX5" fmla="*/ 1614647 w 1878682"/>
                <a:gd name="connsiteY5" fmla="*/ 1584176 h 1584176"/>
                <a:gd name="connsiteX6" fmla="*/ 468983 w 1878682"/>
                <a:gd name="connsiteY6" fmla="*/ 1569999 h 1584176"/>
                <a:gd name="connsiteX7" fmla="*/ 6474 w 1878682"/>
                <a:gd name="connsiteY7" fmla="*/ 1022429 h 1584176"/>
                <a:gd name="connsiteX8" fmla="*/ 6474 w 1878682"/>
                <a:gd name="connsiteY8" fmla="*/ 264035 h 1584176"/>
                <a:gd name="connsiteX0" fmla="*/ 6474 w 1814887"/>
                <a:gd name="connsiteY0" fmla="*/ 264035 h 1584176"/>
                <a:gd name="connsiteX1" fmla="*/ 270509 w 1814887"/>
                <a:gd name="connsiteY1" fmla="*/ 0 h 1584176"/>
                <a:gd name="connsiteX2" fmla="*/ 1614647 w 1814887"/>
                <a:gd name="connsiteY2" fmla="*/ 0 h 1584176"/>
                <a:gd name="connsiteX3" fmla="*/ 1814887 w 1814887"/>
                <a:gd name="connsiteY3" fmla="*/ 483774 h 1584176"/>
                <a:gd name="connsiteX4" fmla="*/ 1666030 w 1814887"/>
                <a:gd name="connsiteY4" fmla="*/ 1029518 h 1584176"/>
                <a:gd name="connsiteX5" fmla="*/ 1614647 w 1814887"/>
                <a:gd name="connsiteY5" fmla="*/ 1584176 h 1584176"/>
                <a:gd name="connsiteX6" fmla="*/ 468983 w 1814887"/>
                <a:gd name="connsiteY6" fmla="*/ 1569999 h 1584176"/>
                <a:gd name="connsiteX7" fmla="*/ 6474 w 1814887"/>
                <a:gd name="connsiteY7" fmla="*/ 1022429 h 1584176"/>
                <a:gd name="connsiteX8" fmla="*/ 6474 w 1814887"/>
                <a:gd name="connsiteY8" fmla="*/ 264035 h 1584176"/>
                <a:gd name="connsiteX0" fmla="*/ 6474 w 1814887"/>
                <a:gd name="connsiteY0" fmla="*/ 264035 h 1584176"/>
                <a:gd name="connsiteX1" fmla="*/ 270509 w 1814887"/>
                <a:gd name="connsiteY1" fmla="*/ 0 h 1584176"/>
                <a:gd name="connsiteX2" fmla="*/ 1416173 w 1814887"/>
                <a:gd name="connsiteY2" fmla="*/ 28353 h 1584176"/>
                <a:gd name="connsiteX3" fmla="*/ 1814887 w 1814887"/>
                <a:gd name="connsiteY3" fmla="*/ 483774 h 1584176"/>
                <a:gd name="connsiteX4" fmla="*/ 1666030 w 1814887"/>
                <a:gd name="connsiteY4" fmla="*/ 1029518 h 1584176"/>
                <a:gd name="connsiteX5" fmla="*/ 1614647 w 1814887"/>
                <a:gd name="connsiteY5" fmla="*/ 1584176 h 1584176"/>
                <a:gd name="connsiteX6" fmla="*/ 468983 w 1814887"/>
                <a:gd name="connsiteY6" fmla="*/ 1569999 h 1584176"/>
                <a:gd name="connsiteX7" fmla="*/ 6474 w 1814887"/>
                <a:gd name="connsiteY7" fmla="*/ 1022429 h 1584176"/>
                <a:gd name="connsiteX8" fmla="*/ 6474 w 1814887"/>
                <a:gd name="connsiteY8" fmla="*/ 264035 h 1584176"/>
                <a:gd name="connsiteX0" fmla="*/ 6474 w 1814887"/>
                <a:gd name="connsiteY0" fmla="*/ 270815 h 1590956"/>
                <a:gd name="connsiteX1" fmla="*/ 532779 w 1814887"/>
                <a:gd name="connsiteY1" fmla="*/ 0 h 1590956"/>
                <a:gd name="connsiteX2" fmla="*/ 1416173 w 1814887"/>
                <a:gd name="connsiteY2" fmla="*/ 35133 h 1590956"/>
                <a:gd name="connsiteX3" fmla="*/ 1814887 w 1814887"/>
                <a:gd name="connsiteY3" fmla="*/ 490554 h 1590956"/>
                <a:gd name="connsiteX4" fmla="*/ 1666030 w 1814887"/>
                <a:gd name="connsiteY4" fmla="*/ 1036298 h 1590956"/>
                <a:gd name="connsiteX5" fmla="*/ 1614647 w 1814887"/>
                <a:gd name="connsiteY5" fmla="*/ 1590956 h 1590956"/>
                <a:gd name="connsiteX6" fmla="*/ 468983 w 1814887"/>
                <a:gd name="connsiteY6" fmla="*/ 1576779 h 1590956"/>
                <a:gd name="connsiteX7" fmla="*/ 6474 w 1814887"/>
                <a:gd name="connsiteY7" fmla="*/ 1029209 h 1590956"/>
                <a:gd name="connsiteX8" fmla="*/ 6474 w 1814887"/>
                <a:gd name="connsiteY8" fmla="*/ 270815 h 1590956"/>
                <a:gd name="connsiteX0" fmla="*/ 6474 w 1814887"/>
                <a:gd name="connsiteY0" fmla="*/ 275852 h 1595993"/>
                <a:gd name="connsiteX1" fmla="*/ 532779 w 1814887"/>
                <a:gd name="connsiteY1" fmla="*/ 5037 h 1595993"/>
                <a:gd name="connsiteX2" fmla="*/ 1416173 w 1814887"/>
                <a:gd name="connsiteY2" fmla="*/ 40170 h 1595993"/>
                <a:gd name="connsiteX3" fmla="*/ 1814887 w 1814887"/>
                <a:gd name="connsiteY3" fmla="*/ 495591 h 1595993"/>
                <a:gd name="connsiteX4" fmla="*/ 1666030 w 1814887"/>
                <a:gd name="connsiteY4" fmla="*/ 1041335 h 1595993"/>
                <a:gd name="connsiteX5" fmla="*/ 1614647 w 1814887"/>
                <a:gd name="connsiteY5" fmla="*/ 1595993 h 1595993"/>
                <a:gd name="connsiteX6" fmla="*/ 468983 w 1814887"/>
                <a:gd name="connsiteY6" fmla="*/ 1581816 h 1595993"/>
                <a:gd name="connsiteX7" fmla="*/ 6474 w 1814887"/>
                <a:gd name="connsiteY7" fmla="*/ 1034246 h 1595993"/>
                <a:gd name="connsiteX8" fmla="*/ 6474 w 1814887"/>
                <a:gd name="connsiteY8" fmla="*/ 275852 h 1595993"/>
                <a:gd name="connsiteX0" fmla="*/ 8074 w 1816487"/>
                <a:gd name="connsiteY0" fmla="*/ 272912 h 1593053"/>
                <a:gd name="connsiteX1" fmla="*/ 534379 w 1816487"/>
                <a:gd name="connsiteY1" fmla="*/ 2097 h 1593053"/>
                <a:gd name="connsiteX2" fmla="*/ 1417773 w 1816487"/>
                <a:gd name="connsiteY2" fmla="*/ 37230 h 1593053"/>
                <a:gd name="connsiteX3" fmla="*/ 1816487 w 1816487"/>
                <a:gd name="connsiteY3" fmla="*/ 492651 h 1593053"/>
                <a:gd name="connsiteX4" fmla="*/ 1667630 w 1816487"/>
                <a:gd name="connsiteY4" fmla="*/ 1038395 h 1593053"/>
                <a:gd name="connsiteX5" fmla="*/ 1616247 w 1816487"/>
                <a:gd name="connsiteY5" fmla="*/ 1593053 h 1593053"/>
                <a:gd name="connsiteX6" fmla="*/ 470583 w 1816487"/>
                <a:gd name="connsiteY6" fmla="*/ 1578876 h 1593053"/>
                <a:gd name="connsiteX7" fmla="*/ 8074 w 1816487"/>
                <a:gd name="connsiteY7" fmla="*/ 1031306 h 1593053"/>
                <a:gd name="connsiteX8" fmla="*/ 8074 w 1816487"/>
                <a:gd name="connsiteY8" fmla="*/ 272912 h 1593053"/>
                <a:gd name="connsiteX0" fmla="*/ 10332 w 1818745"/>
                <a:gd name="connsiteY0" fmla="*/ 235682 h 1555823"/>
                <a:gd name="connsiteX1" fmla="*/ 522460 w 1818745"/>
                <a:gd name="connsiteY1" fmla="*/ 19108 h 1555823"/>
                <a:gd name="connsiteX2" fmla="*/ 1420031 w 1818745"/>
                <a:gd name="connsiteY2" fmla="*/ 0 h 1555823"/>
                <a:gd name="connsiteX3" fmla="*/ 1818745 w 1818745"/>
                <a:gd name="connsiteY3" fmla="*/ 455421 h 1555823"/>
                <a:gd name="connsiteX4" fmla="*/ 1669888 w 1818745"/>
                <a:gd name="connsiteY4" fmla="*/ 1001165 h 1555823"/>
                <a:gd name="connsiteX5" fmla="*/ 1618505 w 1818745"/>
                <a:gd name="connsiteY5" fmla="*/ 1555823 h 1555823"/>
                <a:gd name="connsiteX6" fmla="*/ 472841 w 1818745"/>
                <a:gd name="connsiteY6" fmla="*/ 1541646 h 1555823"/>
                <a:gd name="connsiteX7" fmla="*/ 10332 w 1818745"/>
                <a:gd name="connsiteY7" fmla="*/ 994076 h 1555823"/>
                <a:gd name="connsiteX8" fmla="*/ 10332 w 1818745"/>
                <a:gd name="connsiteY8" fmla="*/ 235682 h 1555823"/>
                <a:gd name="connsiteX0" fmla="*/ 10332 w 1818745"/>
                <a:gd name="connsiteY0" fmla="*/ 298461 h 1618602"/>
                <a:gd name="connsiteX1" fmla="*/ 522460 w 1818745"/>
                <a:gd name="connsiteY1" fmla="*/ 81887 h 1618602"/>
                <a:gd name="connsiteX2" fmla="*/ 1420031 w 1818745"/>
                <a:gd name="connsiteY2" fmla="*/ 62779 h 1618602"/>
                <a:gd name="connsiteX3" fmla="*/ 1818745 w 1818745"/>
                <a:gd name="connsiteY3" fmla="*/ 518200 h 1618602"/>
                <a:gd name="connsiteX4" fmla="*/ 1669888 w 1818745"/>
                <a:gd name="connsiteY4" fmla="*/ 1063944 h 1618602"/>
                <a:gd name="connsiteX5" fmla="*/ 1618505 w 1818745"/>
                <a:gd name="connsiteY5" fmla="*/ 1618602 h 1618602"/>
                <a:gd name="connsiteX6" fmla="*/ 472841 w 1818745"/>
                <a:gd name="connsiteY6" fmla="*/ 1604425 h 1618602"/>
                <a:gd name="connsiteX7" fmla="*/ 10332 w 1818745"/>
                <a:gd name="connsiteY7" fmla="*/ 1056855 h 1618602"/>
                <a:gd name="connsiteX8" fmla="*/ 10332 w 1818745"/>
                <a:gd name="connsiteY8" fmla="*/ 298461 h 161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8745" h="1618602">
                  <a:moveTo>
                    <a:pt x="10332" y="298461"/>
                  </a:moveTo>
                  <a:cubicBezTo>
                    <a:pt x="3244" y="-37207"/>
                    <a:pt x="-98284" y="88668"/>
                    <a:pt x="522460" y="81887"/>
                  </a:cubicBezTo>
                  <a:cubicBezTo>
                    <a:pt x="1608459" y="-93986"/>
                    <a:pt x="1120841" y="69148"/>
                    <a:pt x="1420031" y="62779"/>
                  </a:cubicBezTo>
                  <a:cubicBezTo>
                    <a:pt x="1565854" y="62779"/>
                    <a:pt x="1818745" y="372377"/>
                    <a:pt x="1818745" y="518200"/>
                  </a:cubicBezTo>
                  <a:lnTo>
                    <a:pt x="1669888" y="1063944"/>
                  </a:lnTo>
                  <a:cubicBezTo>
                    <a:pt x="1669888" y="1209767"/>
                    <a:pt x="1764328" y="1618602"/>
                    <a:pt x="1618505" y="1618602"/>
                  </a:cubicBezTo>
                  <a:lnTo>
                    <a:pt x="472841" y="1604425"/>
                  </a:lnTo>
                  <a:cubicBezTo>
                    <a:pt x="78924" y="1597337"/>
                    <a:pt x="-25110" y="1273562"/>
                    <a:pt x="10332" y="1056855"/>
                  </a:cubicBezTo>
                  <a:lnTo>
                    <a:pt x="10332" y="298461"/>
                  </a:lnTo>
                  <a:close/>
                </a:path>
              </a:pathLst>
            </a:custGeom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Forma livre 5"/>
            <p:cNvSpPr/>
            <p:nvPr/>
          </p:nvSpPr>
          <p:spPr>
            <a:xfrm>
              <a:off x="6012160" y="2067694"/>
              <a:ext cx="1512168" cy="1347395"/>
            </a:xfrm>
            <a:custGeom>
              <a:avLst/>
              <a:gdLst>
                <a:gd name="connsiteX0" fmla="*/ 293407 w 1838672"/>
                <a:gd name="connsiteY0" fmla="*/ 219739 h 1542661"/>
                <a:gd name="connsiteX1" fmla="*/ 293407 w 1838672"/>
                <a:gd name="connsiteY1" fmla="*/ 219739 h 1542661"/>
                <a:gd name="connsiteX2" fmla="*/ 158728 w 1838672"/>
                <a:gd name="connsiteY2" fmla="*/ 297711 h 1542661"/>
                <a:gd name="connsiteX3" fmla="*/ 130375 w 1838672"/>
                <a:gd name="connsiteY3" fmla="*/ 311888 h 1542661"/>
                <a:gd name="connsiteX4" fmla="*/ 116198 w 1838672"/>
                <a:gd name="connsiteY4" fmla="*/ 333153 h 1542661"/>
                <a:gd name="connsiteX5" fmla="*/ 66579 w 1838672"/>
                <a:gd name="connsiteY5" fmla="*/ 382772 h 1542661"/>
                <a:gd name="connsiteX6" fmla="*/ 38226 w 1838672"/>
                <a:gd name="connsiteY6" fmla="*/ 425302 h 1542661"/>
                <a:gd name="connsiteX7" fmla="*/ 24049 w 1838672"/>
                <a:gd name="connsiteY7" fmla="*/ 446567 h 1542661"/>
                <a:gd name="connsiteX8" fmla="*/ 9872 w 1838672"/>
                <a:gd name="connsiteY8" fmla="*/ 474921 h 1542661"/>
                <a:gd name="connsiteX9" fmla="*/ 9872 w 1838672"/>
                <a:gd name="connsiteY9" fmla="*/ 645042 h 1542661"/>
                <a:gd name="connsiteX10" fmla="*/ 31137 w 1838672"/>
                <a:gd name="connsiteY10" fmla="*/ 701749 h 1542661"/>
                <a:gd name="connsiteX11" fmla="*/ 52403 w 1838672"/>
                <a:gd name="connsiteY11" fmla="*/ 715925 h 1542661"/>
                <a:gd name="connsiteX12" fmla="*/ 109110 w 1838672"/>
                <a:gd name="connsiteY12" fmla="*/ 779721 h 1542661"/>
                <a:gd name="connsiteX13" fmla="*/ 137463 w 1838672"/>
                <a:gd name="connsiteY13" fmla="*/ 793897 h 1542661"/>
                <a:gd name="connsiteX14" fmla="*/ 187082 w 1838672"/>
                <a:gd name="connsiteY14" fmla="*/ 815163 h 1542661"/>
                <a:gd name="connsiteX15" fmla="*/ 236700 w 1838672"/>
                <a:gd name="connsiteY15" fmla="*/ 843516 h 1542661"/>
                <a:gd name="connsiteX16" fmla="*/ 314672 w 1838672"/>
                <a:gd name="connsiteY16" fmla="*/ 900223 h 1542661"/>
                <a:gd name="connsiteX17" fmla="*/ 357203 w 1838672"/>
                <a:gd name="connsiteY17" fmla="*/ 956930 h 1542661"/>
                <a:gd name="connsiteX18" fmla="*/ 378468 w 1838672"/>
                <a:gd name="connsiteY18" fmla="*/ 985283 h 1542661"/>
                <a:gd name="connsiteX19" fmla="*/ 399733 w 1838672"/>
                <a:gd name="connsiteY19" fmla="*/ 999460 h 1542661"/>
                <a:gd name="connsiteX20" fmla="*/ 406821 w 1838672"/>
                <a:gd name="connsiteY20" fmla="*/ 1041990 h 1542661"/>
                <a:gd name="connsiteX21" fmla="*/ 413910 w 1838672"/>
                <a:gd name="connsiteY21" fmla="*/ 1063256 h 1542661"/>
                <a:gd name="connsiteX22" fmla="*/ 420998 w 1838672"/>
                <a:gd name="connsiteY22" fmla="*/ 1169581 h 1542661"/>
                <a:gd name="connsiteX23" fmla="*/ 435175 w 1838672"/>
                <a:gd name="connsiteY23" fmla="*/ 1282995 h 1542661"/>
                <a:gd name="connsiteX24" fmla="*/ 442263 w 1838672"/>
                <a:gd name="connsiteY24" fmla="*/ 1318437 h 1542661"/>
                <a:gd name="connsiteX25" fmla="*/ 484793 w 1838672"/>
                <a:gd name="connsiteY25" fmla="*/ 1375144 h 1542661"/>
                <a:gd name="connsiteX26" fmla="*/ 513147 w 1838672"/>
                <a:gd name="connsiteY26" fmla="*/ 1410586 h 1542661"/>
                <a:gd name="connsiteX27" fmla="*/ 534412 w 1838672"/>
                <a:gd name="connsiteY27" fmla="*/ 1438939 h 1542661"/>
                <a:gd name="connsiteX28" fmla="*/ 548589 w 1838672"/>
                <a:gd name="connsiteY28" fmla="*/ 1460204 h 1542661"/>
                <a:gd name="connsiteX29" fmla="*/ 576942 w 1838672"/>
                <a:gd name="connsiteY29" fmla="*/ 1474381 h 1542661"/>
                <a:gd name="connsiteX30" fmla="*/ 598207 w 1838672"/>
                <a:gd name="connsiteY30" fmla="*/ 1488558 h 1542661"/>
                <a:gd name="connsiteX31" fmla="*/ 647826 w 1838672"/>
                <a:gd name="connsiteY31" fmla="*/ 1502735 h 1542661"/>
                <a:gd name="connsiteX32" fmla="*/ 690356 w 1838672"/>
                <a:gd name="connsiteY32" fmla="*/ 1516911 h 1542661"/>
                <a:gd name="connsiteX33" fmla="*/ 803770 w 1838672"/>
                <a:gd name="connsiteY33" fmla="*/ 1531088 h 1542661"/>
                <a:gd name="connsiteX34" fmla="*/ 1080217 w 1838672"/>
                <a:gd name="connsiteY34" fmla="*/ 1531088 h 1542661"/>
                <a:gd name="connsiteX35" fmla="*/ 1172365 w 1838672"/>
                <a:gd name="connsiteY35" fmla="*/ 1516911 h 1542661"/>
                <a:gd name="connsiteX36" fmla="*/ 1236161 w 1838672"/>
                <a:gd name="connsiteY36" fmla="*/ 1509823 h 1542661"/>
                <a:gd name="connsiteX37" fmla="*/ 1604756 w 1838672"/>
                <a:gd name="connsiteY37" fmla="*/ 1502735 h 1542661"/>
                <a:gd name="connsiteX38" fmla="*/ 1661463 w 1838672"/>
                <a:gd name="connsiteY38" fmla="*/ 1481469 h 1542661"/>
                <a:gd name="connsiteX39" fmla="*/ 1703993 w 1838672"/>
                <a:gd name="connsiteY39" fmla="*/ 1460204 h 1542661"/>
                <a:gd name="connsiteX40" fmla="*/ 1725258 w 1838672"/>
                <a:gd name="connsiteY40" fmla="*/ 1431851 h 1542661"/>
                <a:gd name="connsiteX41" fmla="*/ 1767789 w 1838672"/>
                <a:gd name="connsiteY41" fmla="*/ 1410586 h 1542661"/>
                <a:gd name="connsiteX42" fmla="*/ 1781965 w 1838672"/>
                <a:gd name="connsiteY42" fmla="*/ 1382232 h 1542661"/>
                <a:gd name="connsiteX43" fmla="*/ 1803231 w 1838672"/>
                <a:gd name="connsiteY43" fmla="*/ 1325525 h 1542661"/>
                <a:gd name="connsiteX44" fmla="*/ 1810319 w 1838672"/>
                <a:gd name="connsiteY44" fmla="*/ 1304260 h 1542661"/>
                <a:gd name="connsiteX45" fmla="*/ 1824496 w 1838672"/>
                <a:gd name="connsiteY45" fmla="*/ 1275907 h 1542661"/>
                <a:gd name="connsiteX46" fmla="*/ 1838672 w 1838672"/>
                <a:gd name="connsiteY46" fmla="*/ 1212111 h 1542661"/>
                <a:gd name="connsiteX47" fmla="*/ 1831584 w 1838672"/>
                <a:gd name="connsiteY47" fmla="*/ 949842 h 1542661"/>
                <a:gd name="connsiteX48" fmla="*/ 1817407 w 1838672"/>
                <a:gd name="connsiteY48" fmla="*/ 928576 h 1542661"/>
                <a:gd name="connsiteX49" fmla="*/ 1796142 w 1838672"/>
                <a:gd name="connsiteY49" fmla="*/ 886046 h 1542661"/>
                <a:gd name="connsiteX50" fmla="*/ 1774877 w 1838672"/>
                <a:gd name="connsiteY50" fmla="*/ 871869 h 1542661"/>
                <a:gd name="connsiteX51" fmla="*/ 1753612 w 1838672"/>
                <a:gd name="connsiteY51" fmla="*/ 843516 h 1542661"/>
                <a:gd name="connsiteX52" fmla="*/ 1732347 w 1838672"/>
                <a:gd name="connsiteY52" fmla="*/ 829339 h 1542661"/>
                <a:gd name="connsiteX53" fmla="*/ 1711082 w 1838672"/>
                <a:gd name="connsiteY53" fmla="*/ 808074 h 1542661"/>
                <a:gd name="connsiteX54" fmla="*/ 1654375 w 1838672"/>
                <a:gd name="connsiteY54" fmla="*/ 779721 h 1542661"/>
                <a:gd name="connsiteX55" fmla="*/ 1633110 w 1838672"/>
                <a:gd name="connsiteY55" fmla="*/ 758456 h 1542661"/>
                <a:gd name="connsiteX56" fmla="*/ 1611844 w 1838672"/>
                <a:gd name="connsiteY56" fmla="*/ 751367 h 1542661"/>
                <a:gd name="connsiteX57" fmla="*/ 1590579 w 1838672"/>
                <a:gd name="connsiteY57" fmla="*/ 737190 h 1542661"/>
                <a:gd name="connsiteX58" fmla="*/ 1526784 w 1838672"/>
                <a:gd name="connsiteY58" fmla="*/ 694660 h 1542661"/>
                <a:gd name="connsiteX59" fmla="*/ 1498431 w 1838672"/>
                <a:gd name="connsiteY59" fmla="*/ 687572 h 1542661"/>
                <a:gd name="connsiteX60" fmla="*/ 1441724 w 1838672"/>
                <a:gd name="connsiteY60" fmla="*/ 659218 h 1542661"/>
                <a:gd name="connsiteX61" fmla="*/ 1420458 w 1838672"/>
                <a:gd name="connsiteY61" fmla="*/ 645042 h 1542661"/>
                <a:gd name="connsiteX62" fmla="*/ 1392105 w 1838672"/>
                <a:gd name="connsiteY62" fmla="*/ 630865 h 1542661"/>
                <a:gd name="connsiteX63" fmla="*/ 1370840 w 1838672"/>
                <a:gd name="connsiteY63" fmla="*/ 623776 h 1542661"/>
                <a:gd name="connsiteX64" fmla="*/ 1349575 w 1838672"/>
                <a:gd name="connsiteY64" fmla="*/ 609600 h 1542661"/>
                <a:gd name="connsiteX65" fmla="*/ 1321221 w 1838672"/>
                <a:gd name="connsiteY65" fmla="*/ 595423 h 1542661"/>
                <a:gd name="connsiteX66" fmla="*/ 1299956 w 1838672"/>
                <a:gd name="connsiteY66" fmla="*/ 567069 h 1542661"/>
                <a:gd name="connsiteX67" fmla="*/ 1271603 w 1838672"/>
                <a:gd name="connsiteY67" fmla="*/ 552893 h 1542661"/>
                <a:gd name="connsiteX68" fmla="*/ 1257426 w 1838672"/>
                <a:gd name="connsiteY68" fmla="*/ 524539 h 1542661"/>
                <a:gd name="connsiteX69" fmla="*/ 1243249 w 1838672"/>
                <a:gd name="connsiteY69" fmla="*/ 503274 h 1542661"/>
                <a:gd name="connsiteX70" fmla="*/ 1229072 w 1838672"/>
                <a:gd name="connsiteY70" fmla="*/ 474921 h 1542661"/>
                <a:gd name="connsiteX71" fmla="*/ 1207807 w 1838672"/>
                <a:gd name="connsiteY71" fmla="*/ 439479 h 1542661"/>
                <a:gd name="connsiteX72" fmla="*/ 1200719 w 1838672"/>
                <a:gd name="connsiteY72" fmla="*/ 418214 h 1542661"/>
                <a:gd name="connsiteX73" fmla="*/ 1186542 w 1838672"/>
                <a:gd name="connsiteY73" fmla="*/ 382772 h 1542661"/>
                <a:gd name="connsiteX74" fmla="*/ 1172365 w 1838672"/>
                <a:gd name="connsiteY74" fmla="*/ 361507 h 1542661"/>
                <a:gd name="connsiteX75" fmla="*/ 1165277 w 1838672"/>
                <a:gd name="connsiteY75" fmla="*/ 340242 h 1542661"/>
                <a:gd name="connsiteX76" fmla="*/ 1151100 w 1838672"/>
                <a:gd name="connsiteY76" fmla="*/ 283535 h 1542661"/>
                <a:gd name="connsiteX77" fmla="*/ 1136924 w 1838672"/>
                <a:gd name="connsiteY77" fmla="*/ 262269 h 1542661"/>
                <a:gd name="connsiteX78" fmla="*/ 1129835 w 1838672"/>
                <a:gd name="connsiteY78" fmla="*/ 241004 h 1542661"/>
                <a:gd name="connsiteX79" fmla="*/ 1080217 w 1838672"/>
                <a:gd name="connsiteY79" fmla="*/ 170121 h 1542661"/>
                <a:gd name="connsiteX80" fmla="*/ 1073128 w 1838672"/>
                <a:gd name="connsiteY80" fmla="*/ 148856 h 1542661"/>
                <a:gd name="connsiteX81" fmla="*/ 973891 w 1838672"/>
                <a:gd name="connsiteY81" fmla="*/ 113414 h 1542661"/>
                <a:gd name="connsiteX82" fmla="*/ 917184 w 1838672"/>
                <a:gd name="connsiteY82" fmla="*/ 85060 h 1542661"/>
                <a:gd name="connsiteX83" fmla="*/ 881742 w 1838672"/>
                <a:gd name="connsiteY83" fmla="*/ 63795 h 1542661"/>
                <a:gd name="connsiteX84" fmla="*/ 825035 w 1838672"/>
                <a:gd name="connsiteY84" fmla="*/ 35442 h 1542661"/>
                <a:gd name="connsiteX85" fmla="*/ 789593 w 1838672"/>
                <a:gd name="connsiteY85" fmla="*/ 21265 h 1542661"/>
                <a:gd name="connsiteX86" fmla="*/ 747063 w 1838672"/>
                <a:gd name="connsiteY86" fmla="*/ 0 h 1542661"/>
                <a:gd name="connsiteX87" fmla="*/ 612384 w 1838672"/>
                <a:gd name="connsiteY87" fmla="*/ 7088 h 1542661"/>
                <a:gd name="connsiteX88" fmla="*/ 541500 w 1838672"/>
                <a:gd name="connsiteY88" fmla="*/ 35442 h 1542661"/>
                <a:gd name="connsiteX89" fmla="*/ 520235 w 1838672"/>
                <a:gd name="connsiteY89" fmla="*/ 42530 h 1542661"/>
                <a:gd name="connsiteX90" fmla="*/ 491882 w 1838672"/>
                <a:gd name="connsiteY90" fmla="*/ 56707 h 1542661"/>
                <a:gd name="connsiteX91" fmla="*/ 449351 w 1838672"/>
                <a:gd name="connsiteY91" fmla="*/ 70883 h 1542661"/>
                <a:gd name="connsiteX92" fmla="*/ 428086 w 1838672"/>
                <a:gd name="connsiteY92" fmla="*/ 85060 h 1542661"/>
                <a:gd name="connsiteX93" fmla="*/ 406821 w 1838672"/>
                <a:gd name="connsiteY93" fmla="*/ 92149 h 1542661"/>
                <a:gd name="connsiteX94" fmla="*/ 364291 w 1838672"/>
                <a:gd name="connsiteY94" fmla="*/ 120502 h 1542661"/>
                <a:gd name="connsiteX95" fmla="*/ 293407 w 1838672"/>
                <a:gd name="connsiteY95" fmla="*/ 219739 h 154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838672" h="1542661">
                  <a:moveTo>
                    <a:pt x="293407" y="219739"/>
                  </a:moveTo>
                  <a:lnTo>
                    <a:pt x="293407" y="219739"/>
                  </a:lnTo>
                  <a:lnTo>
                    <a:pt x="158728" y="297711"/>
                  </a:lnTo>
                  <a:cubicBezTo>
                    <a:pt x="149529" y="302910"/>
                    <a:pt x="138492" y="305123"/>
                    <a:pt x="130375" y="311888"/>
                  </a:cubicBezTo>
                  <a:cubicBezTo>
                    <a:pt x="123830" y="317342"/>
                    <a:pt x="121897" y="326821"/>
                    <a:pt x="116198" y="333153"/>
                  </a:cubicBezTo>
                  <a:cubicBezTo>
                    <a:pt x="100550" y="350539"/>
                    <a:pt x="79554" y="363310"/>
                    <a:pt x="66579" y="382772"/>
                  </a:cubicBezTo>
                  <a:lnTo>
                    <a:pt x="38226" y="425302"/>
                  </a:lnTo>
                  <a:cubicBezTo>
                    <a:pt x="33500" y="432390"/>
                    <a:pt x="27859" y="438947"/>
                    <a:pt x="24049" y="446567"/>
                  </a:cubicBezTo>
                  <a:lnTo>
                    <a:pt x="9872" y="474921"/>
                  </a:lnTo>
                  <a:cubicBezTo>
                    <a:pt x="-5091" y="549741"/>
                    <a:pt x="-1359" y="515884"/>
                    <a:pt x="9872" y="645042"/>
                  </a:cubicBezTo>
                  <a:cubicBezTo>
                    <a:pt x="11168" y="659948"/>
                    <a:pt x="21668" y="690386"/>
                    <a:pt x="31137" y="701749"/>
                  </a:cubicBezTo>
                  <a:cubicBezTo>
                    <a:pt x="36591" y="708294"/>
                    <a:pt x="45314" y="711200"/>
                    <a:pt x="52403" y="715925"/>
                  </a:cubicBezTo>
                  <a:cubicBezTo>
                    <a:pt x="67385" y="738399"/>
                    <a:pt x="84831" y="767582"/>
                    <a:pt x="109110" y="779721"/>
                  </a:cubicBezTo>
                  <a:cubicBezTo>
                    <a:pt x="118561" y="784446"/>
                    <a:pt x="127751" y="789735"/>
                    <a:pt x="137463" y="793897"/>
                  </a:cubicBezTo>
                  <a:cubicBezTo>
                    <a:pt x="168153" y="807050"/>
                    <a:pt x="152893" y="793795"/>
                    <a:pt x="187082" y="815163"/>
                  </a:cubicBezTo>
                  <a:cubicBezTo>
                    <a:pt x="236125" y="845815"/>
                    <a:pt x="194922" y="829591"/>
                    <a:pt x="236700" y="843516"/>
                  </a:cubicBezTo>
                  <a:cubicBezTo>
                    <a:pt x="257583" y="857439"/>
                    <a:pt x="306733" y="889638"/>
                    <a:pt x="314672" y="900223"/>
                  </a:cubicBezTo>
                  <a:lnTo>
                    <a:pt x="357203" y="956930"/>
                  </a:lnTo>
                  <a:cubicBezTo>
                    <a:pt x="364291" y="966381"/>
                    <a:pt x="368638" y="978730"/>
                    <a:pt x="378468" y="985283"/>
                  </a:cubicBezTo>
                  <a:lnTo>
                    <a:pt x="399733" y="999460"/>
                  </a:lnTo>
                  <a:cubicBezTo>
                    <a:pt x="402096" y="1013637"/>
                    <a:pt x="403703" y="1027960"/>
                    <a:pt x="406821" y="1041990"/>
                  </a:cubicBezTo>
                  <a:cubicBezTo>
                    <a:pt x="408442" y="1049284"/>
                    <a:pt x="413085" y="1055830"/>
                    <a:pt x="413910" y="1063256"/>
                  </a:cubicBezTo>
                  <a:cubicBezTo>
                    <a:pt x="417833" y="1098559"/>
                    <a:pt x="418048" y="1134183"/>
                    <a:pt x="420998" y="1169581"/>
                  </a:cubicBezTo>
                  <a:cubicBezTo>
                    <a:pt x="423307" y="1197292"/>
                    <a:pt x="430232" y="1253339"/>
                    <a:pt x="435175" y="1282995"/>
                  </a:cubicBezTo>
                  <a:cubicBezTo>
                    <a:pt x="437156" y="1294879"/>
                    <a:pt x="436551" y="1307829"/>
                    <a:pt x="442263" y="1318437"/>
                  </a:cubicBezTo>
                  <a:cubicBezTo>
                    <a:pt x="453465" y="1339241"/>
                    <a:pt x="484793" y="1375144"/>
                    <a:pt x="484793" y="1375144"/>
                  </a:cubicBezTo>
                  <a:cubicBezTo>
                    <a:pt x="498594" y="1416543"/>
                    <a:pt x="481084" y="1378523"/>
                    <a:pt x="513147" y="1410586"/>
                  </a:cubicBezTo>
                  <a:cubicBezTo>
                    <a:pt x="521501" y="1418940"/>
                    <a:pt x="527545" y="1429326"/>
                    <a:pt x="534412" y="1438939"/>
                  </a:cubicBezTo>
                  <a:cubicBezTo>
                    <a:pt x="539364" y="1445871"/>
                    <a:pt x="542044" y="1454750"/>
                    <a:pt x="548589" y="1460204"/>
                  </a:cubicBezTo>
                  <a:cubicBezTo>
                    <a:pt x="556706" y="1466969"/>
                    <a:pt x="567768" y="1469138"/>
                    <a:pt x="576942" y="1474381"/>
                  </a:cubicBezTo>
                  <a:cubicBezTo>
                    <a:pt x="584339" y="1478608"/>
                    <a:pt x="590587" y="1484748"/>
                    <a:pt x="598207" y="1488558"/>
                  </a:cubicBezTo>
                  <a:cubicBezTo>
                    <a:pt x="610113" y="1494511"/>
                    <a:pt x="636478" y="1499330"/>
                    <a:pt x="647826" y="1502735"/>
                  </a:cubicBezTo>
                  <a:cubicBezTo>
                    <a:pt x="662139" y="1507029"/>
                    <a:pt x="676179" y="1512185"/>
                    <a:pt x="690356" y="1516911"/>
                  </a:cubicBezTo>
                  <a:cubicBezTo>
                    <a:pt x="740853" y="1533743"/>
                    <a:pt x="704146" y="1523425"/>
                    <a:pt x="803770" y="1531088"/>
                  </a:cubicBezTo>
                  <a:cubicBezTo>
                    <a:pt x="919324" y="1550346"/>
                    <a:pt x="853228" y="1542160"/>
                    <a:pt x="1080217" y="1531088"/>
                  </a:cubicBezTo>
                  <a:cubicBezTo>
                    <a:pt x="1145249" y="1527916"/>
                    <a:pt x="1120540" y="1524315"/>
                    <a:pt x="1172365" y="1516911"/>
                  </a:cubicBezTo>
                  <a:cubicBezTo>
                    <a:pt x="1193546" y="1513885"/>
                    <a:pt x="1214776" y="1510524"/>
                    <a:pt x="1236161" y="1509823"/>
                  </a:cubicBezTo>
                  <a:cubicBezTo>
                    <a:pt x="1358983" y="1505796"/>
                    <a:pt x="1481891" y="1505098"/>
                    <a:pt x="1604756" y="1502735"/>
                  </a:cubicBezTo>
                  <a:lnTo>
                    <a:pt x="1661463" y="1481469"/>
                  </a:lnTo>
                  <a:cubicBezTo>
                    <a:pt x="1679584" y="1474880"/>
                    <a:pt x="1689311" y="1474886"/>
                    <a:pt x="1703993" y="1460204"/>
                  </a:cubicBezTo>
                  <a:cubicBezTo>
                    <a:pt x="1712347" y="1451850"/>
                    <a:pt x="1716904" y="1440205"/>
                    <a:pt x="1725258" y="1431851"/>
                  </a:cubicBezTo>
                  <a:cubicBezTo>
                    <a:pt x="1739000" y="1418110"/>
                    <a:pt x="1750493" y="1416351"/>
                    <a:pt x="1767789" y="1410586"/>
                  </a:cubicBezTo>
                  <a:cubicBezTo>
                    <a:pt x="1772514" y="1401135"/>
                    <a:pt x="1777901" y="1391986"/>
                    <a:pt x="1781965" y="1382232"/>
                  </a:cubicBezTo>
                  <a:cubicBezTo>
                    <a:pt x="1789730" y="1363597"/>
                    <a:pt x="1796332" y="1344497"/>
                    <a:pt x="1803231" y="1325525"/>
                  </a:cubicBezTo>
                  <a:cubicBezTo>
                    <a:pt x="1805784" y="1318503"/>
                    <a:pt x="1807376" y="1311128"/>
                    <a:pt x="1810319" y="1304260"/>
                  </a:cubicBezTo>
                  <a:cubicBezTo>
                    <a:pt x="1814481" y="1294548"/>
                    <a:pt x="1819770" y="1285358"/>
                    <a:pt x="1824496" y="1275907"/>
                  </a:cubicBezTo>
                  <a:cubicBezTo>
                    <a:pt x="1827230" y="1264972"/>
                    <a:pt x="1838672" y="1221109"/>
                    <a:pt x="1838672" y="1212111"/>
                  </a:cubicBezTo>
                  <a:cubicBezTo>
                    <a:pt x="1838672" y="1124656"/>
                    <a:pt x="1838125" y="1037052"/>
                    <a:pt x="1831584" y="949842"/>
                  </a:cubicBezTo>
                  <a:cubicBezTo>
                    <a:pt x="1830947" y="941346"/>
                    <a:pt x="1822133" y="935665"/>
                    <a:pt x="1817407" y="928576"/>
                  </a:cubicBezTo>
                  <a:cubicBezTo>
                    <a:pt x="1811642" y="911280"/>
                    <a:pt x="1809884" y="899788"/>
                    <a:pt x="1796142" y="886046"/>
                  </a:cubicBezTo>
                  <a:cubicBezTo>
                    <a:pt x="1790118" y="880022"/>
                    <a:pt x="1780901" y="877893"/>
                    <a:pt x="1774877" y="871869"/>
                  </a:cubicBezTo>
                  <a:cubicBezTo>
                    <a:pt x="1766523" y="863515"/>
                    <a:pt x="1761966" y="851870"/>
                    <a:pt x="1753612" y="843516"/>
                  </a:cubicBezTo>
                  <a:cubicBezTo>
                    <a:pt x="1747588" y="837492"/>
                    <a:pt x="1738892" y="834793"/>
                    <a:pt x="1732347" y="829339"/>
                  </a:cubicBezTo>
                  <a:cubicBezTo>
                    <a:pt x="1724646" y="822921"/>
                    <a:pt x="1719102" y="814089"/>
                    <a:pt x="1711082" y="808074"/>
                  </a:cubicBezTo>
                  <a:cubicBezTo>
                    <a:pt x="1684298" y="787986"/>
                    <a:pt x="1680540" y="788442"/>
                    <a:pt x="1654375" y="779721"/>
                  </a:cubicBezTo>
                  <a:cubicBezTo>
                    <a:pt x="1647287" y="772633"/>
                    <a:pt x="1641451" y="764017"/>
                    <a:pt x="1633110" y="758456"/>
                  </a:cubicBezTo>
                  <a:cubicBezTo>
                    <a:pt x="1626893" y="754311"/>
                    <a:pt x="1618527" y="754709"/>
                    <a:pt x="1611844" y="751367"/>
                  </a:cubicBezTo>
                  <a:cubicBezTo>
                    <a:pt x="1604224" y="747557"/>
                    <a:pt x="1597511" y="742142"/>
                    <a:pt x="1590579" y="737190"/>
                  </a:cubicBezTo>
                  <a:cubicBezTo>
                    <a:pt x="1568519" y="721433"/>
                    <a:pt x="1552164" y="705940"/>
                    <a:pt x="1526784" y="694660"/>
                  </a:cubicBezTo>
                  <a:cubicBezTo>
                    <a:pt x="1517882" y="690703"/>
                    <a:pt x="1507882" y="689935"/>
                    <a:pt x="1498431" y="687572"/>
                  </a:cubicBezTo>
                  <a:cubicBezTo>
                    <a:pt x="1449166" y="654729"/>
                    <a:pt x="1511080" y="693895"/>
                    <a:pt x="1441724" y="659218"/>
                  </a:cubicBezTo>
                  <a:cubicBezTo>
                    <a:pt x="1434104" y="655408"/>
                    <a:pt x="1427855" y="649269"/>
                    <a:pt x="1420458" y="645042"/>
                  </a:cubicBezTo>
                  <a:cubicBezTo>
                    <a:pt x="1411284" y="639800"/>
                    <a:pt x="1401817" y="635028"/>
                    <a:pt x="1392105" y="630865"/>
                  </a:cubicBezTo>
                  <a:cubicBezTo>
                    <a:pt x="1385237" y="627922"/>
                    <a:pt x="1377523" y="627118"/>
                    <a:pt x="1370840" y="623776"/>
                  </a:cubicBezTo>
                  <a:cubicBezTo>
                    <a:pt x="1363220" y="619966"/>
                    <a:pt x="1356972" y="613827"/>
                    <a:pt x="1349575" y="609600"/>
                  </a:cubicBezTo>
                  <a:cubicBezTo>
                    <a:pt x="1340400" y="604357"/>
                    <a:pt x="1330672" y="600149"/>
                    <a:pt x="1321221" y="595423"/>
                  </a:cubicBezTo>
                  <a:cubicBezTo>
                    <a:pt x="1314133" y="585972"/>
                    <a:pt x="1308926" y="574758"/>
                    <a:pt x="1299956" y="567069"/>
                  </a:cubicBezTo>
                  <a:cubicBezTo>
                    <a:pt x="1291933" y="560192"/>
                    <a:pt x="1279075" y="560365"/>
                    <a:pt x="1271603" y="552893"/>
                  </a:cubicBezTo>
                  <a:cubicBezTo>
                    <a:pt x="1264131" y="545421"/>
                    <a:pt x="1262669" y="533714"/>
                    <a:pt x="1257426" y="524539"/>
                  </a:cubicBezTo>
                  <a:cubicBezTo>
                    <a:pt x="1253199" y="517142"/>
                    <a:pt x="1247476" y="510671"/>
                    <a:pt x="1243249" y="503274"/>
                  </a:cubicBezTo>
                  <a:cubicBezTo>
                    <a:pt x="1238006" y="494100"/>
                    <a:pt x="1234204" y="484158"/>
                    <a:pt x="1229072" y="474921"/>
                  </a:cubicBezTo>
                  <a:cubicBezTo>
                    <a:pt x="1222381" y="462877"/>
                    <a:pt x="1213968" y="451802"/>
                    <a:pt x="1207807" y="439479"/>
                  </a:cubicBezTo>
                  <a:cubicBezTo>
                    <a:pt x="1204466" y="432796"/>
                    <a:pt x="1203342" y="425210"/>
                    <a:pt x="1200719" y="418214"/>
                  </a:cubicBezTo>
                  <a:cubicBezTo>
                    <a:pt x="1196251" y="406300"/>
                    <a:pt x="1192232" y="394153"/>
                    <a:pt x="1186542" y="382772"/>
                  </a:cubicBezTo>
                  <a:cubicBezTo>
                    <a:pt x="1182732" y="375152"/>
                    <a:pt x="1177091" y="368595"/>
                    <a:pt x="1172365" y="361507"/>
                  </a:cubicBezTo>
                  <a:cubicBezTo>
                    <a:pt x="1170002" y="354419"/>
                    <a:pt x="1167243" y="347450"/>
                    <a:pt x="1165277" y="340242"/>
                  </a:cubicBezTo>
                  <a:cubicBezTo>
                    <a:pt x="1160150" y="321444"/>
                    <a:pt x="1161907" y="299747"/>
                    <a:pt x="1151100" y="283535"/>
                  </a:cubicBezTo>
                  <a:cubicBezTo>
                    <a:pt x="1146375" y="276446"/>
                    <a:pt x="1140734" y="269889"/>
                    <a:pt x="1136924" y="262269"/>
                  </a:cubicBezTo>
                  <a:cubicBezTo>
                    <a:pt x="1133583" y="255586"/>
                    <a:pt x="1133464" y="247536"/>
                    <a:pt x="1129835" y="241004"/>
                  </a:cubicBezTo>
                  <a:cubicBezTo>
                    <a:pt x="1117366" y="218560"/>
                    <a:pt x="1096148" y="191362"/>
                    <a:pt x="1080217" y="170121"/>
                  </a:cubicBezTo>
                  <a:cubicBezTo>
                    <a:pt x="1077854" y="163033"/>
                    <a:pt x="1076470" y="155539"/>
                    <a:pt x="1073128" y="148856"/>
                  </a:cubicBezTo>
                  <a:cubicBezTo>
                    <a:pt x="1051220" y="105042"/>
                    <a:pt x="1039642" y="124372"/>
                    <a:pt x="973891" y="113414"/>
                  </a:cubicBezTo>
                  <a:cubicBezTo>
                    <a:pt x="954989" y="103963"/>
                    <a:pt x="935306" y="95933"/>
                    <a:pt x="917184" y="85060"/>
                  </a:cubicBezTo>
                  <a:cubicBezTo>
                    <a:pt x="905370" y="77972"/>
                    <a:pt x="893873" y="70327"/>
                    <a:pt x="881742" y="63795"/>
                  </a:cubicBezTo>
                  <a:cubicBezTo>
                    <a:pt x="863135" y="53776"/>
                    <a:pt x="844657" y="43291"/>
                    <a:pt x="825035" y="35442"/>
                  </a:cubicBezTo>
                  <a:cubicBezTo>
                    <a:pt x="813221" y="30716"/>
                    <a:pt x="800974" y="26955"/>
                    <a:pt x="789593" y="21265"/>
                  </a:cubicBezTo>
                  <a:cubicBezTo>
                    <a:pt x="734632" y="-6216"/>
                    <a:pt x="800510" y="17815"/>
                    <a:pt x="747063" y="0"/>
                  </a:cubicBezTo>
                  <a:cubicBezTo>
                    <a:pt x="702170" y="2363"/>
                    <a:pt x="657019" y="1732"/>
                    <a:pt x="612384" y="7088"/>
                  </a:cubicBezTo>
                  <a:cubicBezTo>
                    <a:pt x="582507" y="10673"/>
                    <a:pt x="567184" y="24435"/>
                    <a:pt x="541500" y="35442"/>
                  </a:cubicBezTo>
                  <a:cubicBezTo>
                    <a:pt x="534632" y="38385"/>
                    <a:pt x="527103" y="39587"/>
                    <a:pt x="520235" y="42530"/>
                  </a:cubicBezTo>
                  <a:cubicBezTo>
                    <a:pt x="510523" y="46692"/>
                    <a:pt x="501693" y="52783"/>
                    <a:pt x="491882" y="56707"/>
                  </a:cubicBezTo>
                  <a:cubicBezTo>
                    <a:pt x="478007" y="62257"/>
                    <a:pt x="449351" y="70883"/>
                    <a:pt x="449351" y="70883"/>
                  </a:cubicBezTo>
                  <a:cubicBezTo>
                    <a:pt x="442263" y="75609"/>
                    <a:pt x="435706" y="81250"/>
                    <a:pt x="428086" y="85060"/>
                  </a:cubicBezTo>
                  <a:cubicBezTo>
                    <a:pt x="421403" y="88402"/>
                    <a:pt x="413038" y="88004"/>
                    <a:pt x="406821" y="92149"/>
                  </a:cubicBezTo>
                  <a:cubicBezTo>
                    <a:pt x="353728" y="127545"/>
                    <a:pt x="414851" y="103649"/>
                    <a:pt x="364291" y="120502"/>
                  </a:cubicBezTo>
                  <a:lnTo>
                    <a:pt x="293407" y="219739"/>
                  </a:lnTo>
                  <a:close/>
                </a:path>
              </a:pathLst>
            </a:custGeom>
            <a:solidFill>
              <a:srgbClr val="92D050"/>
            </a:solidFill>
            <a:ln w="6350">
              <a:solidFill>
                <a:srgbClr val="4747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320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Problema das quatro cores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Colorir os países de um mapa arbitrário utilizando no máximo 04 cores, de tal forma que países fronteiriços possuam cores diferentes.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Appel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Haken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produziram a prova apenas em 1977.</a:t>
            </a:r>
          </a:p>
        </p:txBody>
      </p:sp>
    </p:spTree>
    <p:extLst>
      <p:ext uri="{BB962C8B-B14F-4D97-AF65-F5344CB8AC3E}">
        <p14:creationId xmlns:p14="http://schemas.microsoft.com/office/powerpoint/2010/main" val="304665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5220072" y="1490359"/>
            <a:ext cx="3162708" cy="275118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3204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Problema do ciclo hamiltoniano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Matemático Hamilton inventou um jogo que envolve um dodecaedro (sólido regular com 20 vértices).</a:t>
            </a:r>
            <a:r>
              <a:rPr lang="pt-BR" sz="2000" dirty="0"/>
              <a:t>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Cada vértice representa uma cidade e o objetivo do jogo era que o jogador viajasse “ao redor do mundo” passando por cada cidade exatamente uma vez.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429" y="1518955"/>
            <a:ext cx="2693994" cy="2693994"/>
          </a:xfrm>
          <a:prstGeom prst="rect">
            <a:avLst/>
          </a:prstGeom>
        </p:spPr>
      </p:pic>
      <p:cxnSp>
        <p:nvCxnSpPr>
          <p:cNvPr id="9" name="Conector reto 8"/>
          <p:cNvCxnSpPr/>
          <p:nvPr/>
        </p:nvCxnSpPr>
        <p:spPr>
          <a:xfrm flipV="1">
            <a:off x="6082393" y="3684814"/>
            <a:ext cx="217799" cy="2884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6248400" y="3154136"/>
            <a:ext cx="51792" cy="5697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/>
          <p:nvPr/>
        </p:nvCxnSpPr>
        <p:spPr>
          <a:xfrm>
            <a:off x="5970476" y="2713265"/>
            <a:ext cx="277924" cy="4708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 flipV="1">
            <a:off x="5970476" y="2519133"/>
            <a:ext cx="484753" cy="194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 flipV="1">
            <a:off x="6455229" y="2119533"/>
            <a:ext cx="346197" cy="399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H="1" flipV="1">
            <a:off x="6801426" y="2119533"/>
            <a:ext cx="325156" cy="3624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H="1" flipV="1">
            <a:off x="7139248" y="2510539"/>
            <a:ext cx="499802" cy="2027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/>
          <p:nvPr/>
        </p:nvCxnSpPr>
        <p:spPr>
          <a:xfrm flipH="1">
            <a:off x="7361464" y="2713265"/>
            <a:ext cx="250372" cy="4408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/>
          <p:nvPr/>
        </p:nvCxnSpPr>
        <p:spPr>
          <a:xfrm flipH="1" flipV="1">
            <a:off x="7126582" y="3082521"/>
            <a:ext cx="234882" cy="716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/>
          <p:nvPr/>
        </p:nvCxnSpPr>
        <p:spPr>
          <a:xfrm>
            <a:off x="6999514" y="2713265"/>
            <a:ext cx="112520" cy="3692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/>
          <p:nvPr/>
        </p:nvCxnSpPr>
        <p:spPr>
          <a:xfrm flipH="1">
            <a:off x="6591062" y="2713265"/>
            <a:ext cx="4084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/>
          <p:nvPr/>
        </p:nvCxnSpPr>
        <p:spPr>
          <a:xfrm flipV="1">
            <a:off x="6490141" y="2713265"/>
            <a:ext cx="112520" cy="3692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/>
          <p:nvPr/>
        </p:nvCxnSpPr>
        <p:spPr>
          <a:xfrm>
            <a:off x="6482757" y="3082521"/>
            <a:ext cx="312531" cy="2185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>
            <a:off x="6795288" y="3301093"/>
            <a:ext cx="8960" cy="2694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>
            <a:off x="6795288" y="3570514"/>
            <a:ext cx="522633" cy="1143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>
            <a:off x="7317921" y="3683099"/>
            <a:ext cx="204108" cy="2901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/>
          <p:nvPr/>
        </p:nvCxnSpPr>
        <p:spPr>
          <a:xfrm flipV="1">
            <a:off x="7522029" y="2580773"/>
            <a:ext cx="440871" cy="13925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>
            <a:off x="6799768" y="1756260"/>
            <a:ext cx="1159309" cy="8458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H="1">
            <a:off x="5632654" y="1759432"/>
            <a:ext cx="1162634" cy="8425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/>
          <p:nvPr/>
        </p:nvCxnSpPr>
        <p:spPr>
          <a:xfrm flipH="1" flipV="1">
            <a:off x="5639182" y="2602002"/>
            <a:ext cx="441980" cy="13712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21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5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25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5264542" y="1260723"/>
            <a:ext cx="3162708" cy="195909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5" y="1203960"/>
            <a:ext cx="46586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Problema do ciclo hamiltoniano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Dadas n cidades, determinar rota que passe por cada cidade uma vez e retorne ao ponto de partida.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4 cidades são 6 rotas possíveis e 24 testes (4! = 24)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Porém para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grande torna-se inviável! </a:t>
            </a:r>
          </a:p>
          <a:p>
            <a:pPr lvl="1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pt-BR" sz="1600" dirty="0">
                <a:solidFill>
                  <a:srgbClr val="FF0000"/>
                </a:solidFill>
              </a:rPr>
              <a:t>Para </a:t>
            </a:r>
            <a:r>
              <a:rPr lang="pt-BR" sz="1600" i="1" dirty="0">
                <a:solidFill>
                  <a:srgbClr val="FF0000"/>
                </a:solidFill>
              </a:rPr>
              <a:t>n</a:t>
            </a:r>
            <a:r>
              <a:rPr lang="pt-BR" sz="1600" dirty="0">
                <a:solidFill>
                  <a:srgbClr val="FF0000"/>
                </a:solidFill>
              </a:rPr>
              <a:t> = 50 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 10</a:t>
            </a:r>
            <a:r>
              <a:rPr lang="pt-BR" sz="16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64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 testes  &gt; 10</a:t>
            </a:r>
            <a:r>
              <a:rPr lang="pt-BR" sz="16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40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 séculos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6740706" y="1476748"/>
            <a:ext cx="210380" cy="2160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1</a:t>
            </a:r>
            <a:endParaRPr lang="pt-BR" dirty="0"/>
          </a:p>
        </p:txBody>
      </p:sp>
      <p:sp>
        <p:nvSpPr>
          <p:cNvPr id="18" name="Elipse 17"/>
          <p:cNvSpPr/>
          <p:nvPr/>
        </p:nvSpPr>
        <p:spPr>
          <a:xfrm>
            <a:off x="5652120" y="2772892"/>
            <a:ext cx="210380" cy="2160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19" name="Elipse 18"/>
          <p:cNvSpPr/>
          <p:nvPr/>
        </p:nvSpPr>
        <p:spPr>
          <a:xfrm>
            <a:off x="7884368" y="2768533"/>
            <a:ext cx="210380" cy="2160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0" name="Elipse 19"/>
          <p:cNvSpPr/>
          <p:nvPr/>
        </p:nvSpPr>
        <p:spPr>
          <a:xfrm>
            <a:off x="6740706" y="2276277"/>
            <a:ext cx="210380" cy="2160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1" name="Conector reto 20"/>
          <p:cNvCxnSpPr>
            <a:stCxn id="4" idx="2"/>
            <a:endCxn id="18" idx="0"/>
          </p:cNvCxnSpPr>
          <p:nvPr/>
        </p:nvCxnSpPr>
        <p:spPr>
          <a:xfrm flipH="1">
            <a:off x="5757310" y="1584760"/>
            <a:ext cx="983396" cy="1188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20" idx="2"/>
            <a:endCxn id="18" idx="7"/>
          </p:cNvCxnSpPr>
          <p:nvPr/>
        </p:nvCxnSpPr>
        <p:spPr>
          <a:xfrm flipH="1">
            <a:off x="5831691" y="2384289"/>
            <a:ext cx="909015" cy="42023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4" idx="4"/>
            <a:endCxn id="20" idx="0"/>
          </p:cNvCxnSpPr>
          <p:nvPr/>
        </p:nvCxnSpPr>
        <p:spPr>
          <a:xfrm>
            <a:off x="6845896" y="1692772"/>
            <a:ext cx="0" cy="58350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9" idx="2"/>
            <a:endCxn id="18" idx="6"/>
          </p:cNvCxnSpPr>
          <p:nvPr/>
        </p:nvCxnSpPr>
        <p:spPr>
          <a:xfrm flipH="1">
            <a:off x="5862500" y="2876545"/>
            <a:ext cx="2021868" cy="435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0" idx="6"/>
            <a:endCxn id="19" idx="1"/>
          </p:cNvCxnSpPr>
          <p:nvPr/>
        </p:nvCxnSpPr>
        <p:spPr>
          <a:xfrm>
            <a:off x="6951086" y="2384289"/>
            <a:ext cx="964091" cy="4158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4" idx="6"/>
            <a:endCxn id="19" idx="0"/>
          </p:cNvCxnSpPr>
          <p:nvPr/>
        </p:nvCxnSpPr>
        <p:spPr>
          <a:xfrm>
            <a:off x="6951086" y="1584760"/>
            <a:ext cx="1038472" cy="118377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ângulo de cantos arredondados 44"/>
          <p:cNvSpPr/>
          <p:nvPr/>
        </p:nvSpPr>
        <p:spPr>
          <a:xfrm>
            <a:off x="5264542" y="3352038"/>
            <a:ext cx="3162708" cy="9646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1-2-3-4-1        1-2-4-3-1</a:t>
            </a: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1-3-2-4-1        1-3-4-2-1</a:t>
            </a: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1-4-2-3-1        1-4-3-2-1</a:t>
            </a:r>
          </a:p>
        </p:txBody>
      </p:sp>
      <p:sp>
        <p:nvSpPr>
          <p:cNvPr id="5" name="Retângulo 4"/>
          <p:cNvSpPr/>
          <p:nvPr/>
        </p:nvSpPr>
        <p:spPr>
          <a:xfrm>
            <a:off x="5688815" y="3380248"/>
            <a:ext cx="1051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1-2-3-4-1</a:t>
            </a:r>
          </a:p>
        </p:txBody>
      </p:sp>
      <p:cxnSp>
        <p:nvCxnSpPr>
          <p:cNvPr id="7" name="Conector reto 6"/>
          <p:cNvCxnSpPr>
            <a:stCxn id="4" idx="2"/>
            <a:endCxn id="18" idx="0"/>
          </p:cNvCxnSpPr>
          <p:nvPr/>
        </p:nvCxnSpPr>
        <p:spPr>
          <a:xfrm flipH="1">
            <a:off x="5757310" y="1584760"/>
            <a:ext cx="983396" cy="1188132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9" idx="2"/>
            <a:endCxn id="18" idx="6"/>
          </p:cNvCxnSpPr>
          <p:nvPr/>
        </p:nvCxnSpPr>
        <p:spPr>
          <a:xfrm flipH="1">
            <a:off x="5862500" y="2876545"/>
            <a:ext cx="2021868" cy="4359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9" idx="1"/>
            <a:endCxn id="20" idx="6"/>
          </p:cNvCxnSpPr>
          <p:nvPr/>
        </p:nvCxnSpPr>
        <p:spPr>
          <a:xfrm flipH="1" flipV="1">
            <a:off x="6951086" y="2384289"/>
            <a:ext cx="964091" cy="41588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4" idx="4"/>
            <a:endCxn id="20" idx="0"/>
          </p:cNvCxnSpPr>
          <p:nvPr/>
        </p:nvCxnSpPr>
        <p:spPr>
          <a:xfrm>
            <a:off x="6845896" y="1692772"/>
            <a:ext cx="0" cy="583505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ímbolo de 'Não' 27"/>
          <p:cNvSpPr/>
          <p:nvPr/>
        </p:nvSpPr>
        <p:spPr>
          <a:xfrm>
            <a:off x="6664247" y="2689084"/>
            <a:ext cx="363295" cy="374922"/>
          </a:xfrm>
          <a:prstGeom prst="noSmoking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33" name="Grupo 32"/>
          <p:cNvGrpSpPr/>
          <p:nvPr/>
        </p:nvGrpSpPr>
        <p:grpSpPr>
          <a:xfrm>
            <a:off x="5264540" y="1260722"/>
            <a:ext cx="3162708" cy="1959099"/>
            <a:chOff x="5264542" y="1260723"/>
            <a:chExt cx="3162708" cy="1959099"/>
          </a:xfrm>
        </p:grpSpPr>
        <p:sp>
          <p:nvSpPr>
            <p:cNvPr id="34" name="Retângulo de cantos arredondados 33"/>
            <p:cNvSpPr/>
            <p:nvPr/>
          </p:nvSpPr>
          <p:spPr>
            <a:xfrm>
              <a:off x="5264542" y="1260723"/>
              <a:ext cx="3162708" cy="195909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35" name="Grupo 34"/>
            <p:cNvGrpSpPr/>
            <p:nvPr/>
          </p:nvGrpSpPr>
          <p:grpSpPr>
            <a:xfrm>
              <a:off x="5652120" y="1476748"/>
              <a:ext cx="2442628" cy="1512168"/>
              <a:chOff x="5652120" y="1476748"/>
              <a:chExt cx="2442628" cy="1512168"/>
            </a:xfrm>
          </p:grpSpPr>
          <p:sp>
            <p:nvSpPr>
              <p:cNvPr id="36" name="Elipse 35"/>
              <p:cNvSpPr/>
              <p:nvPr/>
            </p:nvSpPr>
            <p:spPr>
              <a:xfrm>
                <a:off x="6740706" y="1476748"/>
                <a:ext cx="210380" cy="216024"/>
              </a:xfrm>
              <a:prstGeom prst="ellips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1</a:t>
                </a:r>
                <a:endParaRPr lang="pt-BR" dirty="0"/>
              </a:p>
            </p:txBody>
          </p:sp>
          <p:sp>
            <p:nvSpPr>
              <p:cNvPr id="37" name="Elipse 36"/>
              <p:cNvSpPr/>
              <p:nvPr/>
            </p:nvSpPr>
            <p:spPr>
              <a:xfrm>
                <a:off x="5652120" y="2772892"/>
                <a:ext cx="210380" cy="216024"/>
              </a:xfrm>
              <a:prstGeom prst="ellips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2</a:t>
                </a:r>
              </a:p>
            </p:txBody>
          </p:sp>
          <p:sp>
            <p:nvSpPr>
              <p:cNvPr id="38" name="Elipse 37"/>
              <p:cNvSpPr/>
              <p:nvPr/>
            </p:nvSpPr>
            <p:spPr>
              <a:xfrm>
                <a:off x="7884368" y="2768533"/>
                <a:ext cx="210380" cy="216024"/>
              </a:xfrm>
              <a:prstGeom prst="ellips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3</a:t>
                </a:r>
              </a:p>
            </p:txBody>
          </p:sp>
          <p:sp>
            <p:nvSpPr>
              <p:cNvPr id="40" name="Elipse 39"/>
              <p:cNvSpPr/>
              <p:nvPr/>
            </p:nvSpPr>
            <p:spPr>
              <a:xfrm>
                <a:off x="6740706" y="2276277"/>
                <a:ext cx="210380" cy="216024"/>
              </a:xfrm>
              <a:prstGeom prst="ellips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4</a:t>
                </a:r>
              </a:p>
            </p:txBody>
          </p:sp>
          <p:cxnSp>
            <p:nvCxnSpPr>
              <p:cNvPr id="41" name="Conector reto 40"/>
              <p:cNvCxnSpPr>
                <a:stCxn id="36" idx="2"/>
                <a:endCxn id="37" idx="0"/>
              </p:cNvCxnSpPr>
              <p:nvPr/>
            </p:nvCxnSpPr>
            <p:spPr>
              <a:xfrm flipH="1">
                <a:off x="5757310" y="1584760"/>
                <a:ext cx="983396" cy="1188132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to 41"/>
              <p:cNvCxnSpPr>
                <a:stCxn id="40" idx="2"/>
                <a:endCxn id="37" idx="7"/>
              </p:cNvCxnSpPr>
              <p:nvPr/>
            </p:nvCxnSpPr>
            <p:spPr>
              <a:xfrm flipH="1">
                <a:off x="5831691" y="2384289"/>
                <a:ext cx="909015" cy="420239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>
                <a:stCxn id="36" idx="4"/>
                <a:endCxn id="40" idx="0"/>
              </p:cNvCxnSpPr>
              <p:nvPr/>
            </p:nvCxnSpPr>
            <p:spPr>
              <a:xfrm>
                <a:off x="6845896" y="1692772"/>
                <a:ext cx="0" cy="583505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/>
              <p:cNvCxnSpPr>
                <a:stCxn id="38" idx="2"/>
                <a:endCxn id="37" idx="6"/>
              </p:cNvCxnSpPr>
              <p:nvPr/>
            </p:nvCxnSpPr>
            <p:spPr>
              <a:xfrm flipH="1">
                <a:off x="5862500" y="2876545"/>
                <a:ext cx="2021868" cy="4359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to 45"/>
              <p:cNvCxnSpPr>
                <a:stCxn id="40" idx="6"/>
                <a:endCxn id="38" idx="1"/>
              </p:cNvCxnSpPr>
              <p:nvPr/>
            </p:nvCxnSpPr>
            <p:spPr>
              <a:xfrm>
                <a:off x="6951086" y="2384289"/>
                <a:ext cx="964091" cy="415880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to 46"/>
              <p:cNvCxnSpPr>
                <a:stCxn id="36" idx="6"/>
                <a:endCxn id="38" idx="0"/>
              </p:cNvCxnSpPr>
              <p:nvPr/>
            </p:nvCxnSpPr>
            <p:spPr>
              <a:xfrm>
                <a:off x="6951086" y="1584760"/>
                <a:ext cx="1038472" cy="1183773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to 47"/>
              <p:cNvCxnSpPr>
                <a:stCxn id="36" idx="2"/>
                <a:endCxn id="37" idx="0"/>
              </p:cNvCxnSpPr>
              <p:nvPr/>
            </p:nvCxnSpPr>
            <p:spPr>
              <a:xfrm flipH="1">
                <a:off x="5757310" y="1584760"/>
                <a:ext cx="983396" cy="118813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/>
              <p:cNvCxnSpPr>
                <a:stCxn id="40" idx="2"/>
                <a:endCxn id="37" idx="7"/>
              </p:cNvCxnSpPr>
              <p:nvPr/>
            </p:nvCxnSpPr>
            <p:spPr>
              <a:xfrm flipH="1">
                <a:off x="5831691" y="2384289"/>
                <a:ext cx="909015" cy="42023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to 49"/>
              <p:cNvCxnSpPr>
                <a:stCxn id="38" idx="1"/>
                <a:endCxn id="40" idx="6"/>
              </p:cNvCxnSpPr>
              <p:nvPr/>
            </p:nvCxnSpPr>
            <p:spPr>
              <a:xfrm flipH="1" flipV="1">
                <a:off x="6951086" y="2384289"/>
                <a:ext cx="964091" cy="415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>
                <a:stCxn id="36" idx="6"/>
                <a:endCxn id="38" idx="0"/>
              </p:cNvCxnSpPr>
              <p:nvPr/>
            </p:nvCxnSpPr>
            <p:spPr>
              <a:xfrm>
                <a:off x="6951086" y="1584760"/>
                <a:ext cx="1038472" cy="118377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" name="Retângulo 51"/>
          <p:cNvSpPr/>
          <p:nvPr/>
        </p:nvSpPr>
        <p:spPr>
          <a:xfrm>
            <a:off x="6965260" y="3378930"/>
            <a:ext cx="1051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1-2-4-3-1</a:t>
            </a:r>
          </a:p>
        </p:txBody>
      </p:sp>
    </p:spTree>
    <p:extLst>
      <p:ext uri="{BB962C8B-B14F-4D97-AF65-F5344CB8AC3E}">
        <p14:creationId xmlns:p14="http://schemas.microsoft.com/office/powerpoint/2010/main" val="230537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18" grpId="0" animBg="1"/>
      <p:bldP spid="19" grpId="0" animBg="1"/>
      <p:bldP spid="20" grpId="0" animBg="1"/>
      <p:bldP spid="45" grpId="0" animBg="1"/>
      <p:bldP spid="5" grpId="0"/>
      <p:bldP spid="28" grpId="0" animBg="1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5004048" y="1491630"/>
            <a:ext cx="3528392" cy="2592288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870761"/>
            <a:ext cx="2890350" cy="183402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3204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Desenvolvimento da teoria das árvores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Kirchhoff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circuitos elétricos (física / engenharia)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Cayley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hidrocarbonetos (química) 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Árvores são uma classe especial de grafos com aplicações em diversas áreas.</a:t>
            </a:r>
          </a:p>
        </p:txBody>
      </p:sp>
      <p:grpSp>
        <p:nvGrpSpPr>
          <p:cNvPr id="48" name="Grupo 47"/>
          <p:cNvGrpSpPr/>
          <p:nvPr/>
        </p:nvGrpSpPr>
        <p:grpSpPr>
          <a:xfrm>
            <a:off x="5405765" y="1883075"/>
            <a:ext cx="2806995" cy="1821711"/>
            <a:chOff x="1531089" y="1883075"/>
            <a:chExt cx="2806995" cy="1821711"/>
          </a:xfrm>
        </p:grpSpPr>
        <p:sp>
          <p:nvSpPr>
            <p:cNvPr id="4" name="Retângulo de cantos arredondados 3"/>
            <p:cNvSpPr/>
            <p:nvPr/>
          </p:nvSpPr>
          <p:spPr>
            <a:xfrm>
              <a:off x="1531089" y="1883075"/>
              <a:ext cx="2806995" cy="18217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/>
            <p:cNvSpPr/>
            <p:nvPr/>
          </p:nvSpPr>
          <p:spPr>
            <a:xfrm>
              <a:off x="1929292" y="2488018"/>
              <a:ext cx="155944" cy="1650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7"/>
            <p:cNvSpPr/>
            <p:nvPr/>
          </p:nvSpPr>
          <p:spPr>
            <a:xfrm>
              <a:off x="2808250" y="2670001"/>
              <a:ext cx="155944" cy="1650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/>
            <p:cNvSpPr/>
            <p:nvPr/>
          </p:nvSpPr>
          <p:spPr>
            <a:xfrm>
              <a:off x="3775813" y="2488016"/>
              <a:ext cx="155944" cy="1650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/>
            <p:cNvSpPr/>
            <p:nvPr/>
          </p:nvSpPr>
          <p:spPr>
            <a:xfrm>
              <a:off x="2808250" y="3227639"/>
              <a:ext cx="155944" cy="1650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reto 14"/>
            <p:cNvCxnSpPr>
              <a:stCxn id="6" idx="4"/>
              <a:endCxn id="10" idx="2"/>
            </p:cNvCxnSpPr>
            <p:nvPr/>
          </p:nvCxnSpPr>
          <p:spPr>
            <a:xfrm rot="16200000" flipH="1">
              <a:off x="2079215" y="2581142"/>
              <a:ext cx="657084" cy="800986"/>
            </a:xfrm>
            <a:prstGeom prst="curvedConnector2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14"/>
            <p:cNvCxnSpPr>
              <a:stCxn id="10" idx="6"/>
              <a:endCxn id="9" idx="4"/>
            </p:cNvCxnSpPr>
            <p:nvPr/>
          </p:nvCxnSpPr>
          <p:spPr>
            <a:xfrm flipV="1">
              <a:off x="2964194" y="2653091"/>
              <a:ext cx="889591" cy="657086"/>
            </a:xfrm>
            <a:prstGeom prst="curvedConnector2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/>
            <p:cNvCxnSpPr>
              <a:stCxn id="6" idx="5"/>
              <a:endCxn id="8" idx="2"/>
            </p:cNvCxnSpPr>
            <p:nvPr/>
          </p:nvCxnSpPr>
          <p:spPr>
            <a:xfrm>
              <a:off x="2062399" y="2628918"/>
              <a:ext cx="745851" cy="1236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/>
            <p:cNvCxnSpPr>
              <a:stCxn id="8" idx="6"/>
              <a:endCxn id="9" idx="2"/>
            </p:cNvCxnSpPr>
            <p:nvPr/>
          </p:nvCxnSpPr>
          <p:spPr>
            <a:xfrm flipV="1">
              <a:off x="2964194" y="2570554"/>
              <a:ext cx="811619" cy="18198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/>
            <p:cNvCxnSpPr>
              <a:stCxn id="8" idx="4"/>
              <a:endCxn id="10" idx="0"/>
            </p:cNvCxnSpPr>
            <p:nvPr/>
          </p:nvCxnSpPr>
          <p:spPr>
            <a:xfrm>
              <a:off x="2886222" y="2835076"/>
              <a:ext cx="0" cy="39256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/>
            <p:cNvCxnSpPr>
              <a:stCxn id="6" idx="7"/>
              <a:endCxn id="9" idx="1"/>
            </p:cNvCxnSpPr>
            <p:nvPr/>
          </p:nvCxnSpPr>
          <p:spPr>
            <a:xfrm rot="5400000" flipH="1" flipV="1">
              <a:off x="2930523" y="1644067"/>
              <a:ext cx="2" cy="1736251"/>
            </a:xfrm>
            <a:prstGeom prst="curvedConnector3">
              <a:avLst>
                <a:gd name="adj1" fmla="val 12638850000"/>
              </a:avLst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668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Evolução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28092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Aumento pelo interesse em grafos no século XX</a:t>
            </a:r>
          </a:p>
          <a:p>
            <a:pPr lvl="1"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 volta da década de 1930, resultados fundamentais foram obtidos</a:t>
            </a:r>
          </a:p>
          <a:p>
            <a:pPr marL="1257300" lvl="2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Menger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Conectividade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257300" lvl="2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Kuratowski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Planaridade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257300" lvl="2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König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1º livro sobre teoria de grafos</a:t>
            </a:r>
          </a:p>
          <a:p>
            <a:pPr marL="1257300" lvl="2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. . .</a:t>
            </a:r>
          </a:p>
          <a:p>
            <a:pPr lvl="1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Desenvolvimento impulsionado pela aplicação em otimização e pelo uso de computadores na implementação dessas aplicações.</a:t>
            </a:r>
          </a:p>
        </p:txBody>
      </p:sp>
    </p:spTree>
    <p:extLst>
      <p:ext uri="{BB962C8B-B14F-4D97-AF65-F5344CB8AC3E}">
        <p14:creationId xmlns:p14="http://schemas.microsoft.com/office/powerpoint/2010/main" val="416992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</p:spTree>
    <p:extLst>
      <p:ext uri="{BB962C8B-B14F-4D97-AF65-F5344CB8AC3E}">
        <p14:creationId xmlns:p14="http://schemas.microsoft.com/office/powerpoint/2010/main" val="281539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Motivação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2809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Principal motivação: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representa relações entre um conjunto de objetos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Portanto, é fácil se encontrar grafos nas mais diferentes situações!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512537" y="2849965"/>
            <a:ext cx="24702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Objetos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4982066" y="2854089"/>
            <a:ext cx="27054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Relações</a:t>
            </a:r>
          </a:p>
        </p:txBody>
      </p:sp>
      <p:sp>
        <p:nvSpPr>
          <p:cNvPr id="6" name="Seta para a esquerda e para a direita 5"/>
          <p:cNvSpPr/>
          <p:nvPr/>
        </p:nvSpPr>
        <p:spPr>
          <a:xfrm>
            <a:off x="4119841" y="3235954"/>
            <a:ext cx="725213" cy="227024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96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Motivação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0692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Malha rodoviária nacional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Cidades (objetos)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Rodovias entre elas (relações)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0" b="2239"/>
          <a:stretch/>
        </p:blipFill>
        <p:spPr>
          <a:xfrm>
            <a:off x="4992356" y="1387366"/>
            <a:ext cx="3182647" cy="2781037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644686" y="4172262"/>
            <a:ext cx="38779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Fonte: https://www.gov.br/infraestrutura/pt-br/centrais-de-conteudo/mapa1-png/view</a:t>
            </a:r>
          </a:p>
        </p:txBody>
      </p:sp>
    </p:spTree>
    <p:extLst>
      <p:ext uri="{BB962C8B-B14F-4D97-AF65-F5344CB8AC3E}">
        <p14:creationId xmlns:p14="http://schemas.microsoft.com/office/powerpoint/2010/main" val="1481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Motivação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17015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Rede metroviária </a:t>
            </a:r>
          </a:p>
          <a:p>
            <a:pPr lvl="1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Metrô de São Paulo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Estações (objetos)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Trechos de linhas entre elas (relações)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01" t="25498" r="22362" b="26425"/>
          <a:stretch/>
        </p:blipFill>
        <p:spPr>
          <a:xfrm>
            <a:off x="4464794" y="1383243"/>
            <a:ext cx="4237771" cy="2741016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717623" y="4172262"/>
            <a:ext cx="3732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Fonte: https://www.metrocptm.com.br/veja-o-mapa-de-estacoes-do-metro-e-cptm/</a:t>
            </a:r>
          </a:p>
        </p:txBody>
      </p:sp>
    </p:spTree>
    <p:extLst>
      <p:ext uri="{BB962C8B-B14F-4D97-AF65-F5344CB8AC3E}">
        <p14:creationId xmlns:p14="http://schemas.microsoft.com/office/powerpoint/2010/main" val="424872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Motivação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1701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Rede de computadores</a:t>
            </a:r>
          </a:p>
          <a:p>
            <a:pPr lvl="1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REDECOMEP BH</a:t>
            </a:r>
          </a:p>
          <a:p>
            <a:pPr lvl="1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Rede Comunitária Metropolitana de Ensino e Pesquisa BH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Instituição de Ensino (objetos)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Conexão via fibra óptica entre elas (relações)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794" y="1488004"/>
            <a:ext cx="4237771" cy="2684257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5236996" y="4172261"/>
            <a:ext cx="26933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Fonte: https://www.pop-mg.rnp.br/redecomep/about/start</a:t>
            </a:r>
          </a:p>
        </p:txBody>
      </p:sp>
    </p:spTree>
    <p:extLst>
      <p:ext uri="{BB962C8B-B14F-4D97-AF65-F5344CB8AC3E}">
        <p14:creationId xmlns:p14="http://schemas.microsoft.com/office/powerpoint/2010/main" val="132710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Motivação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40692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Rede Social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Contas dos usuários (objetos)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Interações deles (relações)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794" y="1358910"/>
            <a:ext cx="4237771" cy="2873846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717623" y="4172262"/>
            <a:ext cx="3732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Fonte: https://medium.com/analytics-vidhya/social-network-analytics-f082f4e21b16</a:t>
            </a:r>
          </a:p>
        </p:txBody>
      </p:sp>
    </p:spTree>
    <p:extLst>
      <p:ext uri="{BB962C8B-B14F-4D97-AF65-F5344CB8AC3E}">
        <p14:creationId xmlns:p14="http://schemas.microsoft.com/office/powerpoint/2010/main" val="186732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Grafos – Motivação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5" y="1203960"/>
            <a:ext cx="431823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Rede filogenética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Espécies (objetos)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Evolução, hibridação, transferência de genes e recombinação (relações)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" t="5489" r="15964" b="47486"/>
          <a:stretch/>
        </p:blipFill>
        <p:spPr>
          <a:xfrm>
            <a:off x="4824248" y="1374753"/>
            <a:ext cx="3449495" cy="275581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5017165" y="4130566"/>
            <a:ext cx="30636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Fonte: https://www.phylos.net/2020-05-14/imagem-arvore-da-vida/</a:t>
            </a:r>
          </a:p>
        </p:txBody>
      </p:sp>
    </p:spTree>
    <p:extLst>
      <p:ext uri="{BB962C8B-B14F-4D97-AF65-F5344CB8AC3E}">
        <p14:creationId xmlns:p14="http://schemas.microsoft.com/office/powerpoint/2010/main" val="173778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baseados em Grafos</a:t>
            </a:r>
          </a:p>
        </p:txBody>
      </p:sp>
    </p:spTree>
    <p:extLst>
      <p:ext uri="{BB962C8B-B14F-4D97-AF65-F5344CB8AC3E}">
        <p14:creationId xmlns:p14="http://schemas.microsoft.com/office/powerpoint/2010/main" val="576354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</p:spTree>
    <p:extLst>
      <p:ext uri="{BB962C8B-B14F-4D97-AF65-F5344CB8AC3E}">
        <p14:creationId xmlns:p14="http://schemas.microsoft.com/office/powerpoint/2010/main" val="118526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2463800" y="1693333"/>
            <a:ext cx="2040467" cy="22013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4597400" y="1710267"/>
            <a:ext cx="2023533" cy="218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296334" y="2370667"/>
            <a:ext cx="2040467" cy="1600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30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2463800" y="1693333"/>
            <a:ext cx="2040467" cy="22013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4597400" y="1710267"/>
            <a:ext cx="2023533" cy="218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296334" y="3047999"/>
            <a:ext cx="2040467" cy="9059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2463800" y="1693333"/>
            <a:ext cx="2040467" cy="22013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4597400" y="1710267"/>
            <a:ext cx="2023533" cy="218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7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2463800" y="2387599"/>
            <a:ext cx="2040467" cy="1490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4597400" y="1710267"/>
            <a:ext cx="2023533" cy="218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2463800" y="3056466"/>
            <a:ext cx="2040467" cy="82973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4597400" y="1710267"/>
            <a:ext cx="2023533" cy="218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91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4597400" y="1710267"/>
            <a:ext cx="2023533" cy="218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23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4597400" y="2387598"/>
            <a:ext cx="2023533" cy="1447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43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4597400" y="3048000"/>
            <a:ext cx="2023533" cy="7873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77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6722532" y="1769533"/>
            <a:ext cx="2091267" cy="13631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39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de cantos arredondados 3"/>
          <p:cNvSpPr/>
          <p:nvPr/>
        </p:nvSpPr>
        <p:spPr>
          <a:xfrm>
            <a:off x="6722532" y="2396067"/>
            <a:ext cx="2091267" cy="736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34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1950" y="1744133"/>
            <a:ext cx="8510317" cy="200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Aspectos Fundamentais</a:t>
            </a:r>
          </a:p>
        </p:txBody>
      </p:sp>
      <p:graphicFrame>
        <p:nvGraphicFramePr>
          <p:cNvPr id="3" name="Diagrama 2"/>
          <p:cNvGraphicFramePr/>
          <p:nvPr/>
        </p:nvGraphicFramePr>
        <p:xfrm>
          <a:off x="355600" y="1159933"/>
          <a:ext cx="8398933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641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Exemplo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960800" y="1203960"/>
            <a:ext cx="38596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Suponha a existência de: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casas;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serviços públicos.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 ser feita a ligação de todas as casas a cada um dos serviços de preferência sem cruzamento de tubulações.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possível realizar tais conexões sem o cruzamento das tubulações?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828000" y="1425714"/>
            <a:ext cx="943200" cy="707886"/>
            <a:chOff x="1807200" y="1576800"/>
            <a:chExt cx="943200" cy="707886"/>
          </a:xfrm>
        </p:grpSpPr>
        <p:sp>
          <p:nvSpPr>
            <p:cNvPr id="13" name="Retângulo 12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riângulo isósceles 9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828000" y="3498972"/>
            <a:ext cx="943200" cy="707886"/>
            <a:chOff x="1807200" y="1576800"/>
            <a:chExt cx="943200" cy="707886"/>
          </a:xfrm>
        </p:grpSpPr>
        <p:sp>
          <p:nvSpPr>
            <p:cNvPr id="16" name="Retângulo 15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Triângulo isósceles 17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828000" y="2464738"/>
            <a:ext cx="943200" cy="707886"/>
            <a:chOff x="1807200" y="1576800"/>
            <a:chExt cx="943200" cy="707886"/>
          </a:xfrm>
        </p:grpSpPr>
        <p:sp>
          <p:nvSpPr>
            <p:cNvPr id="22" name="Retângulo 21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Triângulo isósceles 23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CaixaDeTexto 26"/>
          <p:cNvSpPr txBox="1"/>
          <p:nvPr/>
        </p:nvSpPr>
        <p:spPr>
          <a:xfrm>
            <a:off x="3261600" y="1725008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Água</a:t>
            </a:r>
          </a:p>
        </p:txBody>
      </p:sp>
      <p:sp>
        <p:nvSpPr>
          <p:cNvPr id="28" name="Elipse 27"/>
          <p:cNvSpPr/>
          <p:nvPr/>
        </p:nvSpPr>
        <p:spPr>
          <a:xfrm>
            <a:off x="2813598" y="1765647"/>
            <a:ext cx="345600" cy="3140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3261600" y="2747747"/>
            <a:ext cx="1444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Eletricidade</a:t>
            </a:r>
          </a:p>
        </p:txBody>
      </p:sp>
      <p:sp>
        <p:nvSpPr>
          <p:cNvPr id="30" name="Elipse 29"/>
          <p:cNvSpPr/>
          <p:nvPr/>
        </p:nvSpPr>
        <p:spPr>
          <a:xfrm>
            <a:off x="2813598" y="2788386"/>
            <a:ext cx="345600" cy="31407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3265832" y="3765372"/>
            <a:ext cx="893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Esgoto</a:t>
            </a:r>
          </a:p>
        </p:txBody>
      </p:sp>
      <p:sp>
        <p:nvSpPr>
          <p:cNvPr id="32" name="Elipse 31"/>
          <p:cNvSpPr/>
          <p:nvPr/>
        </p:nvSpPr>
        <p:spPr>
          <a:xfrm>
            <a:off x="2817830" y="3806011"/>
            <a:ext cx="345600" cy="31407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96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/>
      <p:bldP spid="30" grpId="0" animBg="1"/>
      <p:bldP spid="31" grpId="0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Exemplo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960800" y="1203960"/>
            <a:ext cx="38596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Suponha a existência de: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casas;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serviços públicos.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 ser feita a ligação de todas as casas a cada um dos serviços de preferência sem cruzamento de tubulações.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possível realizar tais conexões sem o cruzamento das tubulações?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828000" y="3498972"/>
            <a:ext cx="943200" cy="707886"/>
            <a:chOff x="1807200" y="1576800"/>
            <a:chExt cx="943200" cy="707886"/>
          </a:xfrm>
        </p:grpSpPr>
        <p:sp>
          <p:nvSpPr>
            <p:cNvPr id="16" name="Retângulo 15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Triângulo isósceles 17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828000" y="2464738"/>
            <a:ext cx="943200" cy="707886"/>
            <a:chOff x="1807200" y="1576800"/>
            <a:chExt cx="943200" cy="707886"/>
          </a:xfrm>
        </p:grpSpPr>
        <p:sp>
          <p:nvSpPr>
            <p:cNvPr id="22" name="Retângulo 21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Triângulo isósceles 23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CaixaDeTexto 26"/>
          <p:cNvSpPr txBox="1"/>
          <p:nvPr/>
        </p:nvSpPr>
        <p:spPr>
          <a:xfrm>
            <a:off x="3261600" y="1725008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Água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261600" y="2747747"/>
            <a:ext cx="1444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Eletricidade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265832" y="3765372"/>
            <a:ext cx="893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Esgoto</a:t>
            </a:r>
          </a:p>
        </p:txBody>
      </p:sp>
      <p:cxnSp>
        <p:nvCxnSpPr>
          <p:cNvPr id="4" name="Conector reto 3"/>
          <p:cNvCxnSpPr>
            <a:stCxn id="28" idx="2"/>
            <a:endCxn id="9" idx="3"/>
          </p:cNvCxnSpPr>
          <p:nvPr/>
        </p:nvCxnSpPr>
        <p:spPr>
          <a:xfrm flipH="1" flipV="1">
            <a:off x="1677600" y="1912857"/>
            <a:ext cx="1135998" cy="982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30" idx="2"/>
            <a:endCxn id="9" idx="3"/>
          </p:cNvCxnSpPr>
          <p:nvPr/>
        </p:nvCxnSpPr>
        <p:spPr>
          <a:xfrm flipH="1" flipV="1">
            <a:off x="1677600" y="1912857"/>
            <a:ext cx="1135998" cy="1032566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2" idx="2"/>
            <a:endCxn id="9" idx="3"/>
          </p:cNvCxnSpPr>
          <p:nvPr/>
        </p:nvCxnSpPr>
        <p:spPr>
          <a:xfrm flipH="1" flipV="1">
            <a:off x="1677600" y="1912857"/>
            <a:ext cx="1140230" cy="205019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/>
          <p:cNvGrpSpPr/>
          <p:nvPr/>
        </p:nvGrpSpPr>
        <p:grpSpPr>
          <a:xfrm>
            <a:off x="828000" y="1425714"/>
            <a:ext cx="943200" cy="707886"/>
            <a:chOff x="1807200" y="1576800"/>
            <a:chExt cx="943200" cy="707886"/>
          </a:xfrm>
        </p:grpSpPr>
        <p:sp>
          <p:nvSpPr>
            <p:cNvPr id="13" name="Retângulo 12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riângulo isósceles 9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8" name="Elipse 27"/>
          <p:cNvSpPr/>
          <p:nvPr/>
        </p:nvSpPr>
        <p:spPr>
          <a:xfrm>
            <a:off x="2813598" y="1765647"/>
            <a:ext cx="345600" cy="3140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2813598" y="2788386"/>
            <a:ext cx="345600" cy="31407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2817830" y="3806011"/>
            <a:ext cx="345600" cy="31407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15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Exemplo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960800" y="1203960"/>
            <a:ext cx="38596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Suponha a existência de: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casas;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serviços públicos.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 ser feita a ligação de todas as casas a cada um dos serviços de preferência sem cruzamento de tubulações.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possível realizar tais conexões sem o cruzamento das tubulações?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61600" y="1725008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Água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261600" y="2747747"/>
            <a:ext cx="1444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Eletricidade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265832" y="3765372"/>
            <a:ext cx="893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Esgoto</a:t>
            </a:r>
          </a:p>
        </p:txBody>
      </p:sp>
      <p:cxnSp>
        <p:nvCxnSpPr>
          <p:cNvPr id="4" name="Conector reto 3"/>
          <p:cNvCxnSpPr>
            <a:stCxn id="28" idx="2"/>
            <a:endCxn id="9" idx="3"/>
          </p:cNvCxnSpPr>
          <p:nvPr/>
        </p:nvCxnSpPr>
        <p:spPr>
          <a:xfrm flipH="1" flipV="1">
            <a:off x="1677600" y="1912857"/>
            <a:ext cx="1135998" cy="982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30" idx="2"/>
            <a:endCxn id="9" idx="3"/>
          </p:cNvCxnSpPr>
          <p:nvPr/>
        </p:nvCxnSpPr>
        <p:spPr>
          <a:xfrm flipH="1" flipV="1">
            <a:off x="1677600" y="1912857"/>
            <a:ext cx="1135998" cy="1032566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2" idx="2"/>
            <a:endCxn id="9" idx="3"/>
          </p:cNvCxnSpPr>
          <p:nvPr/>
        </p:nvCxnSpPr>
        <p:spPr>
          <a:xfrm flipH="1" flipV="1">
            <a:off x="1677600" y="1912857"/>
            <a:ext cx="1140230" cy="205019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2" idx="2"/>
            <a:endCxn id="23" idx="3"/>
          </p:cNvCxnSpPr>
          <p:nvPr/>
        </p:nvCxnSpPr>
        <p:spPr>
          <a:xfrm flipH="1" flipV="1">
            <a:off x="1677600" y="2951881"/>
            <a:ext cx="1140230" cy="1011167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rma livre 6"/>
          <p:cNvSpPr/>
          <p:nvPr/>
        </p:nvSpPr>
        <p:spPr>
          <a:xfrm>
            <a:off x="587829" y="1322614"/>
            <a:ext cx="2416628" cy="1608365"/>
          </a:xfrm>
          <a:custGeom>
            <a:avLst/>
            <a:gdLst>
              <a:gd name="connsiteX0" fmla="*/ 334735 w 2416628"/>
              <a:gd name="connsiteY0" fmla="*/ 1608365 h 1608365"/>
              <a:gd name="connsiteX1" fmla="*/ 0 w 2416628"/>
              <a:gd name="connsiteY1" fmla="*/ 1453243 h 1608365"/>
              <a:gd name="connsiteX2" fmla="*/ 32657 w 2416628"/>
              <a:gd name="connsiteY2" fmla="*/ 0 h 1608365"/>
              <a:gd name="connsiteX3" fmla="*/ 2416628 w 2416628"/>
              <a:gd name="connsiteY3" fmla="*/ 0 h 1608365"/>
              <a:gd name="connsiteX4" fmla="*/ 2416628 w 2416628"/>
              <a:gd name="connsiteY4" fmla="*/ 449036 h 1608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6628" h="1608365">
                <a:moveTo>
                  <a:pt x="334735" y="1608365"/>
                </a:moveTo>
                <a:lnTo>
                  <a:pt x="0" y="1453243"/>
                </a:lnTo>
                <a:lnTo>
                  <a:pt x="32657" y="0"/>
                </a:lnTo>
                <a:lnTo>
                  <a:pt x="2416628" y="0"/>
                </a:lnTo>
                <a:lnTo>
                  <a:pt x="2416628" y="449036"/>
                </a:lnTo>
              </a:path>
            </a:pathLst>
          </a:cu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 7"/>
          <p:cNvSpPr/>
          <p:nvPr/>
        </p:nvSpPr>
        <p:spPr>
          <a:xfrm>
            <a:off x="620486" y="2963636"/>
            <a:ext cx="3714750" cy="1477735"/>
          </a:xfrm>
          <a:custGeom>
            <a:avLst/>
            <a:gdLst>
              <a:gd name="connsiteX0" fmla="*/ 302078 w 3714750"/>
              <a:gd name="connsiteY0" fmla="*/ 0 h 1477735"/>
              <a:gd name="connsiteX1" fmla="*/ 0 w 3714750"/>
              <a:gd name="connsiteY1" fmla="*/ 163285 h 1477735"/>
              <a:gd name="connsiteX2" fmla="*/ 32657 w 3714750"/>
              <a:gd name="connsiteY2" fmla="*/ 1477735 h 1477735"/>
              <a:gd name="connsiteX3" fmla="*/ 3706585 w 3714750"/>
              <a:gd name="connsiteY3" fmla="*/ 1461407 h 1477735"/>
              <a:gd name="connsiteX4" fmla="*/ 3714750 w 3714750"/>
              <a:gd name="connsiteY4" fmla="*/ 530678 h 1477735"/>
              <a:gd name="connsiteX5" fmla="*/ 2498271 w 3714750"/>
              <a:gd name="connsiteY5" fmla="*/ 89807 h 1477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14750" h="1477735">
                <a:moveTo>
                  <a:pt x="302078" y="0"/>
                </a:moveTo>
                <a:lnTo>
                  <a:pt x="0" y="163285"/>
                </a:lnTo>
                <a:lnTo>
                  <a:pt x="32657" y="1477735"/>
                </a:lnTo>
                <a:lnTo>
                  <a:pt x="3706585" y="1461407"/>
                </a:lnTo>
                <a:cubicBezTo>
                  <a:pt x="3709307" y="1151164"/>
                  <a:pt x="3712028" y="840921"/>
                  <a:pt x="3714750" y="530678"/>
                </a:cubicBezTo>
                <a:lnTo>
                  <a:pt x="2498271" y="89807"/>
                </a:lnTo>
              </a:path>
            </a:pathLst>
          </a:cu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Grupo 13"/>
          <p:cNvGrpSpPr/>
          <p:nvPr/>
        </p:nvGrpSpPr>
        <p:grpSpPr>
          <a:xfrm>
            <a:off x="828000" y="1425714"/>
            <a:ext cx="943200" cy="707886"/>
            <a:chOff x="1807200" y="1576800"/>
            <a:chExt cx="943200" cy="707886"/>
          </a:xfrm>
        </p:grpSpPr>
        <p:sp>
          <p:nvSpPr>
            <p:cNvPr id="13" name="Retângulo 12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riângulo isósceles 9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828000" y="3498972"/>
            <a:ext cx="943200" cy="707886"/>
            <a:chOff x="1807200" y="1576800"/>
            <a:chExt cx="943200" cy="707886"/>
          </a:xfrm>
        </p:grpSpPr>
        <p:sp>
          <p:nvSpPr>
            <p:cNvPr id="16" name="Retângulo 15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Triângulo isósceles 17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828000" y="2464738"/>
            <a:ext cx="943200" cy="707886"/>
            <a:chOff x="1807200" y="1576800"/>
            <a:chExt cx="943200" cy="707886"/>
          </a:xfrm>
        </p:grpSpPr>
        <p:sp>
          <p:nvSpPr>
            <p:cNvPr id="22" name="Retângulo 21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Triângulo isósceles 23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8" name="Elipse 27"/>
          <p:cNvSpPr/>
          <p:nvPr/>
        </p:nvSpPr>
        <p:spPr>
          <a:xfrm>
            <a:off x="2813598" y="1765647"/>
            <a:ext cx="345600" cy="3140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2813598" y="2788386"/>
            <a:ext cx="345600" cy="31407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2817830" y="3806011"/>
            <a:ext cx="345600" cy="31407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38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Exemplo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960800" y="1203960"/>
            <a:ext cx="38596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Suponha a existência de: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casas;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 serviços públicos.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 ser feita a ligação de todas as casas a cada um dos serviços de preferência sem cruzamento de tubulações.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possível realizar tais conexões sem o cruzamento das tubulações?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61600" y="1725008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Água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261600" y="2747747"/>
            <a:ext cx="1444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Eletricidade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265832" y="3765372"/>
            <a:ext cx="893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Esgoto</a:t>
            </a:r>
          </a:p>
        </p:txBody>
      </p:sp>
      <p:cxnSp>
        <p:nvCxnSpPr>
          <p:cNvPr id="4" name="Conector reto 3"/>
          <p:cNvCxnSpPr>
            <a:stCxn id="28" idx="2"/>
            <a:endCxn id="9" idx="3"/>
          </p:cNvCxnSpPr>
          <p:nvPr/>
        </p:nvCxnSpPr>
        <p:spPr>
          <a:xfrm flipH="1" flipV="1">
            <a:off x="1677600" y="1912857"/>
            <a:ext cx="1135998" cy="982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30" idx="2"/>
            <a:endCxn id="9" idx="3"/>
          </p:cNvCxnSpPr>
          <p:nvPr/>
        </p:nvCxnSpPr>
        <p:spPr>
          <a:xfrm flipH="1" flipV="1">
            <a:off x="1677600" y="1912857"/>
            <a:ext cx="1135998" cy="1032566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2" idx="2"/>
            <a:endCxn id="9" idx="3"/>
          </p:cNvCxnSpPr>
          <p:nvPr/>
        </p:nvCxnSpPr>
        <p:spPr>
          <a:xfrm flipH="1" flipV="1">
            <a:off x="1677600" y="1912857"/>
            <a:ext cx="1140230" cy="205019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2" idx="2"/>
            <a:endCxn id="23" idx="3"/>
          </p:cNvCxnSpPr>
          <p:nvPr/>
        </p:nvCxnSpPr>
        <p:spPr>
          <a:xfrm flipH="1" flipV="1">
            <a:off x="1677600" y="2951881"/>
            <a:ext cx="1140230" cy="1011167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rma livre 6"/>
          <p:cNvSpPr/>
          <p:nvPr/>
        </p:nvSpPr>
        <p:spPr>
          <a:xfrm>
            <a:off x="587829" y="1322614"/>
            <a:ext cx="2416628" cy="1608365"/>
          </a:xfrm>
          <a:custGeom>
            <a:avLst/>
            <a:gdLst>
              <a:gd name="connsiteX0" fmla="*/ 334735 w 2416628"/>
              <a:gd name="connsiteY0" fmla="*/ 1608365 h 1608365"/>
              <a:gd name="connsiteX1" fmla="*/ 0 w 2416628"/>
              <a:gd name="connsiteY1" fmla="*/ 1453243 h 1608365"/>
              <a:gd name="connsiteX2" fmla="*/ 32657 w 2416628"/>
              <a:gd name="connsiteY2" fmla="*/ 0 h 1608365"/>
              <a:gd name="connsiteX3" fmla="*/ 2416628 w 2416628"/>
              <a:gd name="connsiteY3" fmla="*/ 0 h 1608365"/>
              <a:gd name="connsiteX4" fmla="*/ 2416628 w 2416628"/>
              <a:gd name="connsiteY4" fmla="*/ 449036 h 1608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6628" h="1608365">
                <a:moveTo>
                  <a:pt x="334735" y="1608365"/>
                </a:moveTo>
                <a:lnTo>
                  <a:pt x="0" y="1453243"/>
                </a:lnTo>
                <a:lnTo>
                  <a:pt x="32657" y="0"/>
                </a:lnTo>
                <a:lnTo>
                  <a:pt x="2416628" y="0"/>
                </a:lnTo>
                <a:lnTo>
                  <a:pt x="2416628" y="449036"/>
                </a:lnTo>
              </a:path>
            </a:pathLst>
          </a:cu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 7"/>
          <p:cNvSpPr/>
          <p:nvPr/>
        </p:nvSpPr>
        <p:spPr>
          <a:xfrm>
            <a:off x="620486" y="2963636"/>
            <a:ext cx="3714750" cy="1477735"/>
          </a:xfrm>
          <a:custGeom>
            <a:avLst/>
            <a:gdLst>
              <a:gd name="connsiteX0" fmla="*/ 302078 w 3714750"/>
              <a:gd name="connsiteY0" fmla="*/ 0 h 1477735"/>
              <a:gd name="connsiteX1" fmla="*/ 0 w 3714750"/>
              <a:gd name="connsiteY1" fmla="*/ 163285 h 1477735"/>
              <a:gd name="connsiteX2" fmla="*/ 32657 w 3714750"/>
              <a:gd name="connsiteY2" fmla="*/ 1477735 h 1477735"/>
              <a:gd name="connsiteX3" fmla="*/ 3706585 w 3714750"/>
              <a:gd name="connsiteY3" fmla="*/ 1461407 h 1477735"/>
              <a:gd name="connsiteX4" fmla="*/ 3714750 w 3714750"/>
              <a:gd name="connsiteY4" fmla="*/ 530678 h 1477735"/>
              <a:gd name="connsiteX5" fmla="*/ 2498271 w 3714750"/>
              <a:gd name="connsiteY5" fmla="*/ 89807 h 1477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14750" h="1477735">
                <a:moveTo>
                  <a:pt x="302078" y="0"/>
                </a:moveTo>
                <a:lnTo>
                  <a:pt x="0" y="163285"/>
                </a:lnTo>
                <a:lnTo>
                  <a:pt x="32657" y="1477735"/>
                </a:lnTo>
                <a:lnTo>
                  <a:pt x="3706585" y="1461407"/>
                </a:lnTo>
                <a:cubicBezTo>
                  <a:pt x="3709307" y="1151164"/>
                  <a:pt x="3712028" y="840921"/>
                  <a:pt x="3714750" y="530678"/>
                </a:cubicBezTo>
                <a:lnTo>
                  <a:pt x="2498271" y="89807"/>
                </a:lnTo>
              </a:path>
            </a:pathLst>
          </a:cu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Forma livre 34"/>
          <p:cNvSpPr/>
          <p:nvPr/>
        </p:nvSpPr>
        <p:spPr>
          <a:xfrm>
            <a:off x="1322614" y="3061607"/>
            <a:ext cx="2857500" cy="1265464"/>
          </a:xfrm>
          <a:custGeom>
            <a:avLst/>
            <a:gdLst>
              <a:gd name="connsiteX0" fmla="*/ 0 w 2857500"/>
              <a:gd name="connsiteY0" fmla="*/ 1143000 h 1265464"/>
              <a:gd name="connsiteX1" fmla="*/ 0 w 2857500"/>
              <a:gd name="connsiteY1" fmla="*/ 1143000 h 1265464"/>
              <a:gd name="connsiteX2" fmla="*/ 0 w 2857500"/>
              <a:gd name="connsiteY2" fmla="*/ 1265464 h 1265464"/>
              <a:gd name="connsiteX3" fmla="*/ 2841172 w 2857500"/>
              <a:gd name="connsiteY3" fmla="*/ 1240972 h 1265464"/>
              <a:gd name="connsiteX4" fmla="*/ 2857500 w 2857500"/>
              <a:gd name="connsiteY4" fmla="*/ 677636 h 1265464"/>
              <a:gd name="connsiteX5" fmla="*/ 1779815 w 2857500"/>
              <a:gd name="connsiteY5" fmla="*/ 0 h 1265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7500" h="1265464">
                <a:moveTo>
                  <a:pt x="0" y="1143000"/>
                </a:moveTo>
                <a:lnTo>
                  <a:pt x="0" y="1143000"/>
                </a:lnTo>
                <a:lnTo>
                  <a:pt x="0" y="1265464"/>
                </a:lnTo>
                <a:lnTo>
                  <a:pt x="2841172" y="1240972"/>
                </a:lnTo>
                <a:lnTo>
                  <a:pt x="2857500" y="677636"/>
                </a:lnTo>
                <a:lnTo>
                  <a:pt x="1779815" y="0"/>
                </a:lnTo>
              </a:path>
            </a:pathLst>
          </a:cu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Forma livre 35"/>
          <p:cNvSpPr/>
          <p:nvPr/>
        </p:nvSpPr>
        <p:spPr>
          <a:xfrm>
            <a:off x="1657350" y="3976007"/>
            <a:ext cx="1167493" cy="0"/>
          </a:xfrm>
          <a:custGeom>
            <a:avLst/>
            <a:gdLst>
              <a:gd name="connsiteX0" fmla="*/ 0 w 1167493"/>
              <a:gd name="connsiteY0" fmla="*/ 0 h 0"/>
              <a:gd name="connsiteX1" fmla="*/ 1167493 w 116749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7493">
                <a:moveTo>
                  <a:pt x="0" y="0"/>
                </a:moveTo>
                <a:lnTo>
                  <a:pt x="1167493" y="0"/>
                </a:ln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/>
          <p:cNvCxnSpPr>
            <a:stCxn id="28" idx="4"/>
          </p:cNvCxnSpPr>
          <p:nvPr/>
        </p:nvCxnSpPr>
        <p:spPr>
          <a:xfrm flipH="1">
            <a:off x="1639173" y="2079721"/>
            <a:ext cx="1347225" cy="162720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ângulo 41"/>
          <p:cNvSpPr/>
          <p:nvPr/>
        </p:nvSpPr>
        <p:spPr>
          <a:xfrm>
            <a:off x="3843471" y="1504700"/>
            <a:ext cx="668600" cy="924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828000" y="1425714"/>
            <a:ext cx="943200" cy="707886"/>
            <a:chOff x="1807200" y="1576800"/>
            <a:chExt cx="943200" cy="707886"/>
          </a:xfrm>
        </p:grpSpPr>
        <p:sp>
          <p:nvSpPr>
            <p:cNvPr id="13" name="Retângulo 12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riângulo isósceles 9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828000" y="3498972"/>
            <a:ext cx="943200" cy="707886"/>
            <a:chOff x="1807200" y="1576800"/>
            <a:chExt cx="943200" cy="707886"/>
          </a:xfrm>
        </p:grpSpPr>
        <p:sp>
          <p:nvSpPr>
            <p:cNvPr id="16" name="Retângulo 15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Triângulo isósceles 17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828000" y="2464738"/>
            <a:ext cx="943200" cy="707886"/>
            <a:chOff x="1807200" y="1576800"/>
            <a:chExt cx="943200" cy="707886"/>
          </a:xfrm>
        </p:grpSpPr>
        <p:sp>
          <p:nvSpPr>
            <p:cNvPr id="22" name="Retângulo 21"/>
            <p:cNvSpPr/>
            <p:nvPr/>
          </p:nvSpPr>
          <p:spPr>
            <a:xfrm>
              <a:off x="2475540" y="1639754"/>
              <a:ext cx="63474" cy="1094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1900800" y="1843200"/>
              <a:ext cx="756000" cy="4414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Triângulo isósceles 23"/>
            <p:cNvSpPr/>
            <p:nvPr/>
          </p:nvSpPr>
          <p:spPr>
            <a:xfrm>
              <a:off x="1807200" y="1576800"/>
              <a:ext cx="943200" cy="2808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2066892" y="2014718"/>
              <a:ext cx="170706" cy="261486"/>
            </a:xfrm>
            <a:prstGeom prst="rect">
              <a:avLst/>
            </a:prstGeom>
            <a:solidFill>
              <a:srgbClr val="99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2355384" y="1990266"/>
              <a:ext cx="183630" cy="1670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8" name="Elipse 27"/>
          <p:cNvSpPr/>
          <p:nvPr/>
        </p:nvSpPr>
        <p:spPr>
          <a:xfrm>
            <a:off x="2813598" y="1765647"/>
            <a:ext cx="345600" cy="3140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2813598" y="2788386"/>
            <a:ext cx="345600" cy="31407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2817830" y="3806011"/>
            <a:ext cx="345600" cy="31407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83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upo 95"/>
          <p:cNvGrpSpPr/>
          <p:nvPr/>
        </p:nvGrpSpPr>
        <p:grpSpPr>
          <a:xfrm>
            <a:off x="1780699" y="2561855"/>
            <a:ext cx="985179" cy="1376605"/>
            <a:chOff x="1780699" y="2561855"/>
            <a:chExt cx="985179" cy="1376605"/>
          </a:xfrm>
        </p:grpSpPr>
        <p:cxnSp>
          <p:nvCxnSpPr>
            <p:cNvPr id="81" name="Conector reto 80"/>
            <p:cNvCxnSpPr>
              <a:stCxn id="47" idx="6"/>
              <a:endCxn id="40" idx="2"/>
            </p:cNvCxnSpPr>
            <p:nvPr/>
          </p:nvCxnSpPr>
          <p:spPr>
            <a:xfrm flipV="1">
              <a:off x="1780699" y="2561855"/>
              <a:ext cx="985179" cy="137660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to 81"/>
            <p:cNvCxnSpPr>
              <a:stCxn id="47" idx="6"/>
              <a:endCxn id="41" idx="2"/>
            </p:cNvCxnSpPr>
            <p:nvPr/>
          </p:nvCxnSpPr>
          <p:spPr>
            <a:xfrm flipV="1">
              <a:off x="1780699" y="3249422"/>
              <a:ext cx="985179" cy="68903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to 82"/>
            <p:cNvCxnSpPr>
              <a:stCxn id="47" idx="6"/>
              <a:endCxn id="52" idx="1"/>
            </p:cNvCxnSpPr>
            <p:nvPr/>
          </p:nvCxnSpPr>
          <p:spPr>
            <a:xfrm flipV="1">
              <a:off x="1780699" y="3923979"/>
              <a:ext cx="965874" cy="144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to 68"/>
            <p:cNvCxnSpPr>
              <a:stCxn id="45" idx="6"/>
              <a:endCxn id="40" idx="2"/>
            </p:cNvCxnSpPr>
            <p:nvPr/>
          </p:nvCxnSpPr>
          <p:spPr>
            <a:xfrm flipV="1">
              <a:off x="1780699" y="2561855"/>
              <a:ext cx="985179" cy="6875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to 69"/>
            <p:cNvCxnSpPr>
              <a:stCxn id="45" idx="6"/>
              <a:endCxn id="41" idx="2"/>
            </p:cNvCxnSpPr>
            <p:nvPr/>
          </p:nvCxnSpPr>
          <p:spPr>
            <a:xfrm>
              <a:off x="1780699" y="3249422"/>
              <a:ext cx="98517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to 70"/>
            <p:cNvCxnSpPr>
              <a:stCxn id="45" idx="6"/>
              <a:endCxn id="52" idx="1"/>
            </p:cNvCxnSpPr>
            <p:nvPr/>
          </p:nvCxnSpPr>
          <p:spPr>
            <a:xfrm>
              <a:off x="1780699" y="3249422"/>
              <a:ext cx="965874" cy="67455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to 36"/>
            <p:cNvCxnSpPr>
              <a:stCxn id="44" idx="6"/>
              <a:endCxn id="40" idx="2"/>
            </p:cNvCxnSpPr>
            <p:nvPr/>
          </p:nvCxnSpPr>
          <p:spPr>
            <a:xfrm>
              <a:off x="1780699" y="2561855"/>
              <a:ext cx="98517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to 57"/>
            <p:cNvCxnSpPr>
              <a:stCxn id="44" idx="6"/>
              <a:endCxn id="41" idx="2"/>
            </p:cNvCxnSpPr>
            <p:nvPr/>
          </p:nvCxnSpPr>
          <p:spPr>
            <a:xfrm>
              <a:off x="1780699" y="2561855"/>
              <a:ext cx="985179" cy="6875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to 60"/>
            <p:cNvCxnSpPr>
              <a:stCxn id="44" idx="6"/>
              <a:endCxn id="43" idx="2"/>
            </p:cNvCxnSpPr>
            <p:nvPr/>
          </p:nvCxnSpPr>
          <p:spPr>
            <a:xfrm>
              <a:off x="1780699" y="2561855"/>
              <a:ext cx="985179" cy="137660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upo 94"/>
          <p:cNvGrpSpPr/>
          <p:nvPr/>
        </p:nvGrpSpPr>
        <p:grpSpPr>
          <a:xfrm>
            <a:off x="1408165" y="2361769"/>
            <a:ext cx="1737876" cy="1746876"/>
            <a:chOff x="1408165" y="2361769"/>
            <a:chExt cx="1737876" cy="1746876"/>
          </a:xfrm>
        </p:grpSpPr>
        <p:sp>
          <p:nvSpPr>
            <p:cNvPr id="40" name="Elipse 39"/>
            <p:cNvSpPr/>
            <p:nvPr/>
          </p:nvSpPr>
          <p:spPr>
            <a:xfrm>
              <a:off x="2765878" y="2404818"/>
              <a:ext cx="345600" cy="3140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Elipse 40"/>
            <p:cNvSpPr/>
            <p:nvPr/>
          </p:nvSpPr>
          <p:spPr>
            <a:xfrm>
              <a:off x="2765878" y="3092385"/>
              <a:ext cx="345600" cy="3140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/>
            <p:cNvSpPr/>
            <p:nvPr/>
          </p:nvSpPr>
          <p:spPr>
            <a:xfrm>
              <a:off x="2765878" y="3781423"/>
              <a:ext cx="345600" cy="3140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Elipse 43"/>
            <p:cNvSpPr/>
            <p:nvPr/>
          </p:nvSpPr>
          <p:spPr>
            <a:xfrm>
              <a:off x="1435099" y="2404818"/>
              <a:ext cx="345600" cy="3140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500" dirty="0">
                <a:solidFill>
                  <a:schemeClr val="tx1"/>
                </a:solidFill>
              </a:endParaRPr>
            </a:p>
          </p:txBody>
        </p:sp>
        <p:sp>
          <p:nvSpPr>
            <p:cNvPr id="45" name="Elipse 44"/>
            <p:cNvSpPr/>
            <p:nvPr/>
          </p:nvSpPr>
          <p:spPr>
            <a:xfrm>
              <a:off x="1435099" y="3092385"/>
              <a:ext cx="345600" cy="3140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Elipse 46"/>
            <p:cNvSpPr/>
            <p:nvPr/>
          </p:nvSpPr>
          <p:spPr>
            <a:xfrm>
              <a:off x="1435099" y="3781423"/>
              <a:ext cx="345600" cy="3140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1408165" y="3054091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c2</a:t>
              </a:r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1408165" y="3739313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c3</a:t>
              </a:r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2738944" y="3050869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s2</a:t>
              </a:r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2746573" y="3739313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s3</a:t>
              </a: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2738944" y="2361769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s1</a:t>
              </a: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408165" y="237785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c1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– Exemplo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100521" y="1203960"/>
            <a:ext cx="6719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Vértices: casas e serviços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Arestas: ligações entre casas e serviços </a:t>
            </a:r>
          </a:p>
        </p:txBody>
      </p:sp>
      <p:sp>
        <p:nvSpPr>
          <p:cNvPr id="91" name="Seta para a direita 90"/>
          <p:cNvSpPr/>
          <p:nvPr/>
        </p:nvSpPr>
        <p:spPr>
          <a:xfrm>
            <a:off x="3402693" y="3019882"/>
            <a:ext cx="693964" cy="459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 de cantos arredondados 91"/>
          <p:cNvSpPr/>
          <p:nvPr/>
        </p:nvSpPr>
        <p:spPr>
          <a:xfrm>
            <a:off x="4448909" y="2700011"/>
            <a:ext cx="2581066" cy="108141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Determinar se o grafo possui uma representação sem cruzamento de arestas</a:t>
            </a:r>
          </a:p>
        </p:txBody>
      </p:sp>
      <p:sp>
        <p:nvSpPr>
          <p:cNvPr id="93" name="CaixaDeTexto 92"/>
          <p:cNvSpPr txBox="1"/>
          <p:nvPr/>
        </p:nvSpPr>
        <p:spPr>
          <a:xfrm>
            <a:off x="865064" y="1426041"/>
            <a:ext cx="1015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Modelo</a:t>
            </a:r>
          </a:p>
        </p:txBody>
      </p:sp>
      <p:sp>
        <p:nvSpPr>
          <p:cNvPr id="94" name="Chave esquerda 93"/>
          <p:cNvSpPr/>
          <p:nvPr/>
        </p:nvSpPr>
        <p:spPr>
          <a:xfrm>
            <a:off x="1880085" y="1203960"/>
            <a:ext cx="220436" cy="929525"/>
          </a:xfrm>
          <a:prstGeom prst="leftBrace">
            <a:avLst>
              <a:gd name="adj1" fmla="val 39105"/>
              <a:gd name="adj2" fmla="val 4736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452469" y="3962395"/>
            <a:ext cx="253428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PLANARIDADE !</a:t>
            </a:r>
          </a:p>
        </p:txBody>
      </p:sp>
      <p:sp>
        <p:nvSpPr>
          <p:cNvPr id="4" name="Seta dobrada 3"/>
          <p:cNvSpPr/>
          <p:nvPr/>
        </p:nvSpPr>
        <p:spPr>
          <a:xfrm flipV="1">
            <a:off x="5711263" y="3856867"/>
            <a:ext cx="805343" cy="553304"/>
          </a:xfrm>
          <a:prstGeom prst="bentArrow">
            <a:avLst>
              <a:gd name="adj1" fmla="val 28032"/>
              <a:gd name="adj2" fmla="val 29548"/>
              <a:gd name="adj3" fmla="val 34097"/>
              <a:gd name="adj4" fmla="val 39202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83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3" grpId="0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1591</Words>
  <Application>Microsoft Office PowerPoint</Application>
  <PresentationFormat>Apresentação na tela (16:9)</PresentationFormat>
  <Paragraphs>285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36</vt:i4>
      </vt:variant>
    </vt:vector>
  </HeadingPairs>
  <TitlesOfParts>
    <vt:vector size="48" baseType="lpstr">
      <vt:lpstr>Arial</vt:lpstr>
      <vt:lpstr>Calibri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Introdução</vt:lpstr>
      <vt:lpstr>Histórico</vt:lpstr>
      <vt:lpstr>Teoria dos Grafos – Origem</vt:lpstr>
      <vt:lpstr>Teoria dos Grafos – Evolução</vt:lpstr>
      <vt:lpstr>Teoria dos Grafos – Evolução </vt:lpstr>
      <vt:lpstr>Teoria dos Grafos – Evolução </vt:lpstr>
      <vt:lpstr>Teoria dos Grafos – Evolução </vt:lpstr>
      <vt:lpstr>Teoria dos Grafos – Evolução </vt:lpstr>
      <vt:lpstr>Teoria dos Grafos – Evolução </vt:lpstr>
      <vt:lpstr>Teoria dos Grafos – Evolução </vt:lpstr>
      <vt:lpstr>Motivação</vt:lpstr>
      <vt:lpstr>Teoria dos Grafos – Motivação</vt:lpstr>
      <vt:lpstr>Teoria dos Grafos – Motivação</vt:lpstr>
      <vt:lpstr>Teoria dos Grafos – Motivação</vt:lpstr>
      <vt:lpstr>Teoria dos Grafos – Motivação</vt:lpstr>
      <vt:lpstr>Teoria dos Grafos – Motivação</vt:lpstr>
      <vt:lpstr>Teoria dos Grafos – Motivação</vt:lpstr>
      <vt:lpstr>Modelos baseados em Grafos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Aspectos Fundamentais</vt:lpstr>
      <vt:lpstr>Modelagem – Exemplo </vt:lpstr>
      <vt:lpstr>Modelagem – Exemplo </vt:lpstr>
      <vt:lpstr>Modelagem – Exemplo </vt:lpstr>
      <vt:lpstr>Modelagem – Exemplo </vt:lpstr>
      <vt:lpstr>Modelagem – Exemplo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79</cp:revision>
  <dcterms:created xsi:type="dcterms:W3CDTF">2018-04-05T14:34:00Z</dcterms:created>
  <dcterms:modified xsi:type="dcterms:W3CDTF">2022-08-01T18:17:50Z</dcterms:modified>
</cp:coreProperties>
</file>